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4" r:id="rId2"/>
    <p:sldId id="273" r:id="rId3"/>
    <p:sldId id="272" r:id="rId4"/>
    <p:sldId id="270" r:id="rId5"/>
    <p:sldId id="268" r:id="rId6"/>
    <p:sldId id="271" r:id="rId7"/>
    <p:sldId id="269" r:id="rId8"/>
    <p:sldId id="281" r:id="rId9"/>
    <p:sldId id="282" r:id="rId10"/>
    <p:sldId id="283" r:id="rId11"/>
    <p:sldId id="284" r:id="rId12"/>
    <p:sldId id="279" r:id="rId13"/>
    <p:sldId id="286" r:id="rId14"/>
    <p:sldId id="287" r:id="rId15"/>
    <p:sldId id="288" r:id="rId16"/>
    <p:sldId id="280" r:id="rId17"/>
    <p:sldId id="285" r:id="rId18"/>
    <p:sldId id="289" r:id="rId19"/>
    <p:sldId id="290" r:id="rId20"/>
    <p:sldId id="291" r:id="rId21"/>
    <p:sldId id="292" r:id="rId22"/>
    <p:sldId id="293" r:id="rId23"/>
    <p:sldId id="266" r:id="rId24"/>
    <p:sldId id="276" r:id="rId25"/>
    <p:sldId id="277" r:id="rId26"/>
    <p:sldId id="278" r:id="rId2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E5B8E"/>
    <a:srgbClr val="008000"/>
    <a:srgbClr val="000066"/>
    <a:srgbClr val="0000CC"/>
    <a:srgbClr val="003300"/>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86" y="9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7E57E6-E3AF-AF79-AF9C-5641632AB814}"/>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5EAA639-F1D0-AFEA-FBD8-1BABD6B862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3A27911-D914-7B80-3C55-8738DB6E30A6}"/>
              </a:ext>
            </a:extLst>
          </p:cNvPr>
          <p:cNvSpPr>
            <a:spLocks noGrp="1"/>
          </p:cNvSpPr>
          <p:nvPr>
            <p:ph type="dt" sz="half" idx="10"/>
          </p:nvPr>
        </p:nvSpPr>
        <p:spPr/>
        <p:txBody>
          <a:bodyPr/>
          <a:lstStyle/>
          <a:p>
            <a:fld id="{A7DFEBB3-07D1-472A-AA00-D713A7B4880F}" type="datetimeFigureOut">
              <a:rPr kumimoji="1" lang="ja-JP" altLang="en-US" smtClean="0"/>
              <a:t>2026/7/21</a:t>
            </a:fld>
            <a:endParaRPr kumimoji="1" lang="ja-JP" altLang="en-US"/>
          </a:p>
        </p:txBody>
      </p:sp>
      <p:sp>
        <p:nvSpPr>
          <p:cNvPr id="5" name="フッター プレースホルダー 4">
            <a:extLst>
              <a:ext uri="{FF2B5EF4-FFF2-40B4-BE49-F238E27FC236}">
                <a16:creationId xmlns:a16="http://schemas.microsoft.com/office/drawing/2014/main" id="{F2D46F95-0181-C080-07DF-1D9A72B2E61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98F6717-337B-C63F-459C-D5551CC846A6}"/>
              </a:ext>
            </a:extLst>
          </p:cNvPr>
          <p:cNvSpPr>
            <a:spLocks noGrp="1"/>
          </p:cNvSpPr>
          <p:nvPr>
            <p:ph type="sldNum" sz="quarter" idx="12"/>
          </p:nvPr>
        </p:nvSpPr>
        <p:spPr/>
        <p:txBody>
          <a:bodyPr/>
          <a:lstStyle/>
          <a:p>
            <a:fld id="{655B6123-F455-4C4D-B205-003A2865899C}" type="slidenum">
              <a:rPr kumimoji="1" lang="ja-JP" altLang="en-US" smtClean="0"/>
              <a:t>‹#›</a:t>
            </a:fld>
            <a:endParaRPr kumimoji="1" lang="ja-JP" altLang="en-US"/>
          </a:p>
        </p:txBody>
      </p:sp>
    </p:spTree>
    <p:extLst>
      <p:ext uri="{BB962C8B-B14F-4D97-AF65-F5344CB8AC3E}">
        <p14:creationId xmlns:p14="http://schemas.microsoft.com/office/powerpoint/2010/main" val="32145172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6F8E35-1442-0776-0FC1-48B9C987CDA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5E368DA-8049-BF92-37A0-289C7818D42F}"/>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7657794-CCCA-2F19-E2A7-95E2001AF7FB}"/>
              </a:ext>
            </a:extLst>
          </p:cNvPr>
          <p:cNvSpPr>
            <a:spLocks noGrp="1"/>
          </p:cNvSpPr>
          <p:nvPr>
            <p:ph type="dt" sz="half" idx="10"/>
          </p:nvPr>
        </p:nvSpPr>
        <p:spPr/>
        <p:txBody>
          <a:bodyPr/>
          <a:lstStyle/>
          <a:p>
            <a:fld id="{A7DFEBB3-07D1-472A-AA00-D713A7B4880F}" type="datetimeFigureOut">
              <a:rPr kumimoji="1" lang="ja-JP" altLang="en-US" smtClean="0"/>
              <a:t>2026/7/21</a:t>
            </a:fld>
            <a:endParaRPr kumimoji="1" lang="ja-JP" altLang="en-US"/>
          </a:p>
        </p:txBody>
      </p:sp>
      <p:sp>
        <p:nvSpPr>
          <p:cNvPr id="5" name="フッター プレースホルダー 4">
            <a:extLst>
              <a:ext uri="{FF2B5EF4-FFF2-40B4-BE49-F238E27FC236}">
                <a16:creationId xmlns:a16="http://schemas.microsoft.com/office/drawing/2014/main" id="{1418C9C4-D7B0-8704-C50F-F712F199942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C467572-37AB-00CD-DCD8-87506E95B5A9}"/>
              </a:ext>
            </a:extLst>
          </p:cNvPr>
          <p:cNvSpPr>
            <a:spLocks noGrp="1"/>
          </p:cNvSpPr>
          <p:nvPr>
            <p:ph type="sldNum" sz="quarter" idx="12"/>
          </p:nvPr>
        </p:nvSpPr>
        <p:spPr/>
        <p:txBody>
          <a:bodyPr/>
          <a:lstStyle/>
          <a:p>
            <a:fld id="{655B6123-F455-4C4D-B205-003A2865899C}" type="slidenum">
              <a:rPr kumimoji="1" lang="ja-JP" altLang="en-US" smtClean="0"/>
              <a:t>‹#›</a:t>
            </a:fld>
            <a:endParaRPr kumimoji="1" lang="ja-JP" altLang="en-US"/>
          </a:p>
        </p:txBody>
      </p:sp>
    </p:spTree>
    <p:extLst>
      <p:ext uri="{BB962C8B-B14F-4D97-AF65-F5344CB8AC3E}">
        <p14:creationId xmlns:p14="http://schemas.microsoft.com/office/powerpoint/2010/main" val="3122554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2BEFC4-FB7D-4DEA-1D65-C12F7DAA2C23}"/>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C4B2B23-CA8C-F4D2-6BF5-E5AFC208DDF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DF5E9546-AE8F-77D5-8F28-135D5205B69D}"/>
              </a:ext>
            </a:extLst>
          </p:cNvPr>
          <p:cNvSpPr>
            <a:spLocks noGrp="1"/>
          </p:cNvSpPr>
          <p:nvPr>
            <p:ph type="dt" sz="half" idx="10"/>
          </p:nvPr>
        </p:nvSpPr>
        <p:spPr/>
        <p:txBody>
          <a:bodyPr/>
          <a:lstStyle/>
          <a:p>
            <a:fld id="{A7DFEBB3-07D1-472A-AA00-D713A7B4880F}" type="datetimeFigureOut">
              <a:rPr kumimoji="1" lang="ja-JP" altLang="en-US" smtClean="0"/>
              <a:t>2026/7/21</a:t>
            </a:fld>
            <a:endParaRPr kumimoji="1" lang="ja-JP" altLang="en-US"/>
          </a:p>
        </p:txBody>
      </p:sp>
      <p:sp>
        <p:nvSpPr>
          <p:cNvPr id="5" name="フッター プレースホルダー 4">
            <a:extLst>
              <a:ext uri="{FF2B5EF4-FFF2-40B4-BE49-F238E27FC236}">
                <a16:creationId xmlns:a16="http://schemas.microsoft.com/office/drawing/2014/main" id="{BFB7B4A8-9F95-1BF0-38F3-4957F4ECD88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646B7B8-AADE-F7CB-5734-131E51009EA4}"/>
              </a:ext>
            </a:extLst>
          </p:cNvPr>
          <p:cNvSpPr>
            <a:spLocks noGrp="1"/>
          </p:cNvSpPr>
          <p:nvPr>
            <p:ph type="sldNum" sz="quarter" idx="12"/>
          </p:nvPr>
        </p:nvSpPr>
        <p:spPr/>
        <p:txBody>
          <a:bodyPr/>
          <a:lstStyle/>
          <a:p>
            <a:fld id="{655B6123-F455-4C4D-B205-003A2865899C}" type="slidenum">
              <a:rPr kumimoji="1" lang="ja-JP" altLang="en-US" smtClean="0"/>
              <a:t>‹#›</a:t>
            </a:fld>
            <a:endParaRPr kumimoji="1" lang="ja-JP" altLang="en-US"/>
          </a:p>
        </p:txBody>
      </p:sp>
    </p:spTree>
    <p:extLst>
      <p:ext uri="{BB962C8B-B14F-4D97-AF65-F5344CB8AC3E}">
        <p14:creationId xmlns:p14="http://schemas.microsoft.com/office/powerpoint/2010/main" val="1525568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FDA357-F5BE-2645-D5C1-FA0F32D2A38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1E4D17B-1441-59E9-63D9-7BA5D9EAA67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1B436EF7-0F0C-8C09-61D5-55F81FE13ACA}"/>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30F19178-10EF-EA00-EF61-4A141C1B3F67}"/>
              </a:ext>
            </a:extLst>
          </p:cNvPr>
          <p:cNvSpPr>
            <a:spLocks noGrp="1"/>
          </p:cNvSpPr>
          <p:nvPr>
            <p:ph type="dt" sz="half" idx="10"/>
          </p:nvPr>
        </p:nvSpPr>
        <p:spPr/>
        <p:txBody>
          <a:bodyPr/>
          <a:lstStyle/>
          <a:p>
            <a:fld id="{A7DFEBB3-07D1-472A-AA00-D713A7B4880F}" type="datetimeFigureOut">
              <a:rPr kumimoji="1" lang="ja-JP" altLang="en-US" smtClean="0"/>
              <a:t>2026/7/21</a:t>
            </a:fld>
            <a:endParaRPr kumimoji="1" lang="ja-JP" altLang="en-US"/>
          </a:p>
        </p:txBody>
      </p:sp>
      <p:sp>
        <p:nvSpPr>
          <p:cNvPr id="6" name="フッター プレースホルダー 5">
            <a:extLst>
              <a:ext uri="{FF2B5EF4-FFF2-40B4-BE49-F238E27FC236}">
                <a16:creationId xmlns:a16="http://schemas.microsoft.com/office/drawing/2014/main" id="{8C05D9D1-201C-6A3A-14B9-8CDC39AE4A4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92461CF-E01F-A52F-A4DB-666524032F78}"/>
              </a:ext>
            </a:extLst>
          </p:cNvPr>
          <p:cNvSpPr>
            <a:spLocks noGrp="1"/>
          </p:cNvSpPr>
          <p:nvPr>
            <p:ph type="sldNum" sz="quarter" idx="12"/>
          </p:nvPr>
        </p:nvSpPr>
        <p:spPr/>
        <p:txBody>
          <a:bodyPr/>
          <a:lstStyle/>
          <a:p>
            <a:fld id="{655B6123-F455-4C4D-B205-003A2865899C}" type="slidenum">
              <a:rPr kumimoji="1" lang="ja-JP" altLang="en-US" smtClean="0"/>
              <a:t>‹#›</a:t>
            </a:fld>
            <a:endParaRPr kumimoji="1" lang="ja-JP" altLang="en-US"/>
          </a:p>
        </p:txBody>
      </p:sp>
    </p:spTree>
    <p:extLst>
      <p:ext uri="{BB962C8B-B14F-4D97-AF65-F5344CB8AC3E}">
        <p14:creationId xmlns:p14="http://schemas.microsoft.com/office/powerpoint/2010/main" val="4025337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C96037-D741-802C-60B7-DEE1BFAD58B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D7E4339-DA23-EA07-80F9-895D2C7512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21A0E4D-B152-7375-1DC6-DED0AFEA7FF9}"/>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7427A338-E239-F607-8BD8-D133F3D965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905AC31B-718D-5492-43DB-64D372EA4A2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84F3A8A-89B4-3985-5E71-0F98FA9F1BDC}"/>
              </a:ext>
            </a:extLst>
          </p:cNvPr>
          <p:cNvSpPr>
            <a:spLocks noGrp="1"/>
          </p:cNvSpPr>
          <p:nvPr>
            <p:ph type="dt" sz="half" idx="10"/>
          </p:nvPr>
        </p:nvSpPr>
        <p:spPr/>
        <p:txBody>
          <a:bodyPr/>
          <a:lstStyle/>
          <a:p>
            <a:fld id="{A7DFEBB3-07D1-472A-AA00-D713A7B4880F}" type="datetimeFigureOut">
              <a:rPr kumimoji="1" lang="ja-JP" altLang="en-US" smtClean="0"/>
              <a:t>2026/7/21</a:t>
            </a:fld>
            <a:endParaRPr kumimoji="1" lang="ja-JP" altLang="en-US"/>
          </a:p>
        </p:txBody>
      </p:sp>
      <p:sp>
        <p:nvSpPr>
          <p:cNvPr id="8" name="フッター プレースホルダー 7">
            <a:extLst>
              <a:ext uri="{FF2B5EF4-FFF2-40B4-BE49-F238E27FC236}">
                <a16:creationId xmlns:a16="http://schemas.microsoft.com/office/drawing/2014/main" id="{A94B9960-FD46-A842-F567-E1EB0D62A1A6}"/>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4977920-8032-26C2-775D-6CF68B280449}"/>
              </a:ext>
            </a:extLst>
          </p:cNvPr>
          <p:cNvSpPr>
            <a:spLocks noGrp="1"/>
          </p:cNvSpPr>
          <p:nvPr>
            <p:ph type="sldNum" sz="quarter" idx="12"/>
          </p:nvPr>
        </p:nvSpPr>
        <p:spPr/>
        <p:txBody>
          <a:bodyPr/>
          <a:lstStyle/>
          <a:p>
            <a:fld id="{655B6123-F455-4C4D-B205-003A2865899C}" type="slidenum">
              <a:rPr kumimoji="1" lang="ja-JP" altLang="en-US" smtClean="0"/>
              <a:t>‹#›</a:t>
            </a:fld>
            <a:endParaRPr kumimoji="1" lang="ja-JP" altLang="en-US"/>
          </a:p>
        </p:txBody>
      </p:sp>
    </p:spTree>
    <p:extLst>
      <p:ext uri="{BB962C8B-B14F-4D97-AF65-F5344CB8AC3E}">
        <p14:creationId xmlns:p14="http://schemas.microsoft.com/office/powerpoint/2010/main" val="985085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3BB271-DD45-E43F-E4E3-B7BCED89485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ACC89FC-BDB1-8520-DE41-7C8162F1FEF4}"/>
              </a:ext>
            </a:extLst>
          </p:cNvPr>
          <p:cNvSpPr>
            <a:spLocks noGrp="1"/>
          </p:cNvSpPr>
          <p:nvPr>
            <p:ph type="dt" sz="half" idx="10"/>
          </p:nvPr>
        </p:nvSpPr>
        <p:spPr/>
        <p:txBody>
          <a:bodyPr/>
          <a:lstStyle/>
          <a:p>
            <a:fld id="{A7DFEBB3-07D1-472A-AA00-D713A7B4880F}" type="datetimeFigureOut">
              <a:rPr kumimoji="1" lang="ja-JP" altLang="en-US" smtClean="0"/>
              <a:t>2026/7/21</a:t>
            </a:fld>
            <a:endParaRPr kumimoji="1" lang="ja-JP" altLang="en-US"/>
          </a:p>
        </p:txBody>
      </p:sp>
      <p:sp>
        <p:nvSpPr>
          <p:cNvPr id="4" name="フッター プレースホルダー 3">
            <a:extLst>
              <a:ext uri="{FF2B5EF4-FFF2-40B4-BE49-F238E27FC236}">
                <a16:creationId xmlns:a16="http://schemas.microsoft.com/office/drawing/2014/main" id="{BBEC949A-CD5B-BD75-79E4-E13EAA3A7827}"/>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1C25FF5-188D-6734-65D1-57E45183F4B2}"/>
              </a:ext>
            </a:extLst>
          </p:cNvPr>
          <p:cNvSpPr>
            <a:spLocks noGrp="1"/>
          </p:cNvSpPr>
          <p:nvPr>
            <p:ph type="sldNum" sz="quarter" idx="12"/>
          </p:nvPr>
        </p:nvSpPr>
        <p:spPr/>
        <p:txBody>
          <a:bodyPr/>
          <a:lstStyle/>
          <a:p>
            <a:fld id="{655B6123-F455-4C4D-B205-003A2865899C}" type="slidenum">
              <a:rPr kumimoji="1" lang="ja-JP" altLang="en-US" smtClean="0"/>
              <a:t>‹#›</a:t>
            </a:fld>
            <a:endParaRPr kumimoji="1" lang="ja-JP" altLang="en-US"/>
          </a:p>
        </p:txBody>
      </p:sp>
    </p:spTree>
    <p:extLst>
      <p:ext uri="{BB962C8B-B14F-4D97-AF65-F5344CB8AC3E}">
        <p14:creationId xmlns:p14="http://schemas.microsoft.com/office/powerpoint/2010/main" val="2046006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5123B6F9-8EC7-AF40-5BD6-08F55BA4F71A}"/>
              </a:ext>
            </a:extLst>
          </p:cNvPr>
          <p:cNvSpPr>
            <a:spLocks noGrp="1"/>
          </p:cNvSpPr>
          <p:nvPr>
            <p:ph type="dt" sz="half" idx="10"/>
          </p:nvPr>
        </p:nvSpPr>
        <p:spPr/>
        <p:txBody>
          <a:bodyPr/>
          <a:lstStyle/>
          <a:p>
            <a:fld id="{A7DFEBB3-07D1-472A-AA00-D713A7B4880F}" type="datetimeFigureOut">
              <a:rPr kumimoji="1" lang="ja-JP" altLang="en-US" smtClean="0"/>
              <a:t>2026/7/21</a:t>
            </a:fld>
            <a:endParaRPr kumimoji="1" lang="ja-JP" altLang="en-US"/>
          </a:p>
        </p:txBody>
      </p:sp>
      <p:sp>
        <p:nvSpPr>
          <p:cNvPr id="3" name="フッター プレースホルダー 2">
            <a:extLst>
              <a:ext uri="{FF2B5EF4-FFF2-40B4-BE49-F238E27FC236}">
                <a16:creationId xmlns:a16="http://schemas.microsoft.com/office/drawing/2014/main" id="{C12D592C-06C0-EF04-AED0-9FB2D725846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F57EC50-815C-1C15-CCA3-F5736137ECBB}"/>
              </a:ext>
            </a:extLst>
          </p:cNvPr>
          <p:cNvSpPr>
            <a:spLocks noGrp="1"/>
          </p:cNvSpPr>
          <p:nvPr>
            <p:ph type="sldNum" sz="quarter" idx="12"/>
          </p:nvPr>
        </p:nvSpPr>
        <p:spPr/>
        <p:txBody>
          <a:bodyPr/>
          <a:lstStyle/>
          <a:p>
            <a:fld id="{655B6123-F455-4C4D-B205-003A2865899C}" type="slidenum">
              <a:rPr kumimoji="1" lang="ja-JP" altLang="en-US" smtClean="0"/>
              <a:t>‹#›</a:t>
            </a:fld>
            <a:endParaRPr kumimoji="1" lang="ja-JP" altLang="en-US"/>
          </a:p>
        </p:txBody>
      </p:sp>
    </p:spTree>
    <p:extLst>
      <p:ext uri="{BB962C8B-B14F-4D97-AF65-F5344CB8AC3E}">
        <p14:creationId xmlns:p14="http://schemas.microsoft.com/office/powerpoint/2010/main" val="3646207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AEECCB-4F77-3E0A-92DF-2BBFA8C3FC1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95CDF2C-4F74-CADE-B0C4-EF70BEEE41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D76FFC9-6769-41AD-D0C8-DA9E377CC9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E0A3214-CC4F-0C73-9529-1D35B043EEC7}"/>
              </a:ext>
            </a:extLst>
          </p:cNvPr>
          <p:cNvSpPr>
            <a:spLocks noGrp="1"/>
          </p:cNvSpPr>
          <p:nvPr>
            <p:ph type="dt" sz="half" idx="10"/>
          </p:nvPr>
        </p:nvSpPr>
        <p:spPr/>
        <p:txBody>
          <a:bodyPr/>
          <a:lstStyle/>
          <a:p>
            <a:fld id="{A7DFEBB3-07D1-472A-AA00-D713A7B4880F}" type="datetimeFigureOut">
              <a:rPr kumimoji="1" lang="ja-JP" altLang="en-US" smtClean="0"/>
              <a:t>2026/7/21</a:t>
            </a:fld>
            <a:endParaRPr kumimoji="1" lang="ja-JP" altLang="en-US"/>
          </a:p>
        </p:txBody>
      </p:sp>
      <p:sp>
        <p:nvSpPr>
          <p:cNvPr id="6" name="フッター プレースホルダー 5">
            <a:extLst>
              <a:ext uri="{FF2B5EF4-FFF2-40B4-BE49-F238E27FC236}">
                <a16:creationId xmlns:a16="http://schemas.microsoft.com/office/drawing/2014/main" id="{1B59C121-8B62-6DE9-0417-73768E016F5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2660477-B664-FA6E-9043-FF023FD04116}"/>
              </a:ext>
            </a:extLst>
          </p:cNvPr>
          <p:cNvSpPr>
            <a:spLocks noGrp="1"/>
          </p:cNvSpPr>
          <p:nvPr>
            <p:ph type="sldNum" sz="quarter" idx="12"/>
          </p:nvPr>
        </p:nvSpPr>
        <p:spPr/>
        <p:txBody>
          <a:bodyPr/>
          <a:lstStyle/>
          <a:p>
            <a:fld id="{655B6123-F455-4C4D-B205-003A2865899C}" type="slidenum">
              <a:rPr kumimoji="1" lang="ja-JP" altLang="en-US" smtClean="0"/>
              <a:t>‹#›</a:t>
            </a:fld>
            <a:endParaRPr kumimoji="1" lang="ja-JP" altLang="en-US"/>
          </a:p>
        </p:txBody>
      </p:sp>
    </p:spTree>
    <p:extLst>
      <p:ext uri="{BB962C8B-B14F-4D97-AF65-F5344CB8AC3E}">
        <p14:creationId xmlns:p14="http://schemas.microsoft.com/office/powerpoint/2010/main" val="4141229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284784-94BB-012C-558A-57E9627BB2E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A22741A8-C383-C361-353F-9A70E1516E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74DF4ED2-4C06-1B26-8E9A-C03147E7B3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1EB7DE1-8A1C-A6B7-8276-18071FEA888C}"/>
              </a:ext>
            </a:extLst>
          </p:cNvPr>
          <p:cNvSpPr>
            <a:spLocks noGrp="1"/>
          </p:cNvSpPr>
          <p:nvPr>
            <p:ph type="dt" sz="half" idx="10"/>
          </p:nvPr>
        </p:nvSpPr>
        <p:spPr/>
        <p:txBody>
          <a:bodyPr/>
          <a:lstStyle/>
          <a:p>
            <a:fld id="{A7DFEBB3-07D1-472A-AA00-D713A7B4880F}" type="datetimeFigureOut">
              <a:rPr kumimoji="1" lang="ja-JP" altLang="en-US" smtClean="0"/>
              <a:t>2026/7/21</a:t>
            </a:fld>
            <a:endParaRPr kumimoji="1" lang="ja-JP" altLang="en-US"/>
          </a:p>
        </p:txBody>
      </p:sp>
      <p:sp>
        <p:nvSpPr>
          <p:cNvPr id="6" name="フッター プレースホルダー 5">
            <a:extLst>
              <a:ext uri="{FF2B5EF4-FFF2-40B4-BE49-F238E27FC236}">
                <a16:creationId xmlns:a16="http://schemas.microsoft.com/office/drawing/2014/main" id="{C334D9C3-1625-A6AF-E8B1-B2675E72062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73F48AA-AC55-4A6E-41D2-F84D6481D089}"/>
              </a:ext>
            </a:extLst>
          </p:cNvPr>
          <p:cNvSpPr>
            <a:spLocks noGrp="1"/>
          </p:cNvSpPr>
          <p:nvPr>
            <p:ph type="sldNum" sz="quarter" idx="12"/>
          </p:nvPr>
        </p:nvSpPr>
        <p:spPr/>
        <p:txBody>
          <a:bodyPr/>
          <a:lstStyle/>
          <a:p>
            <a:fld id="{655B6123-F455-4C4D-B205-003A2865899C}" type="slidenum">
              <a:rPr kumimoji="1" lang="ja-JP" altLang="en-US" smtClean="0"/>
              <a:t>‹#›</a:t>
            </a:fld>
            <a:endParaRPr kumimoji="1" lang="ja-JP" altLang="en-US"/>
          </a:p>
        </p:txBody>
      </p:sp>
    </p:spTree>
    <p:extLst>
      <p:ext uri="{BB962C8B-B14F-4D97-AF65-F5344CB8AC3E}">
        <p14:creationId xmlns:p14="http://schemas.microsoft.com/office/powerpoint/2010/main" val="2419002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BA78E5-AD88-B4F4-1692-7040DF7488EB}"/>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8908ADF-8FB3-8281-F5CB-8954DB951E62}"/>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0C5BAB2-B72A-6E23-9C3C-CE7F0D38C46D}"/>
              </a:ext>
            </a:extLst>
          </p:cNvPr>
          <p:cNvSpPr>
            <a:spLocks noGrp="1"/>
          </p:cNvSpPr>
          <p:nvPr>
            <p:ph type="dt" sz="half" idx="10"/>
          </p:nvPr>
        </p:nvSpPr>
        <p:spPr/>
        <p:txBody>
          <a:bodyPr/>
          <a:lstStyle/>
          <a:p>
            <a:fld id="{A7DFEBB3-07D1-472A-AA00-D713A7B4880F}" type="datetimeFigureOut">
              <a:rPr kumimoji="1" lang="ja-JP" altLang="en-US" smtClean="0"/>
              <a:t>2026/7/21</a:t>
            </a:fld>
            <a:endParaRPr kumimoji="1" lang="ja-JP" altLang="en-US"/>
          </a:p>
        </p:txBody>
      </p:sp>
      <p:sp>
        <p:nvSpPr>
          <p:cNvPr id="5" name="フッター プレースホルダー 4">
            <a:extLst>
              <a:ext uri="{FF2B5EF4-FFF2-40B4-BE49-F238E27FC236}">
                <a16:creationId xmlns:a16="http://schemas.microsoft.com/office/drawing/2014/main" id="{CCEB54A8-40D9-BEF6-E6B9-79D17B710F7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354FA44-1D64-0635-C8F9-060CB5192CAB}"/>
              </a:ext>
            </a:extLst>
          </p:cNvPr>
          <p:cNvSpPr>
            <a:spLocks noGrp="1"/>
          </p:cNvSpPr>
          <p:nvPr>
            <p:ph type="sldNum" sz="quarter" idx="12"/>
          </p:nvPr>
        </p:nvSpPr>
        <p:spPr/>
        <p:txBody>
          <a:bodyPr/>
          <a:lstStyle/>
          <a:p>
            <a:fld id="{655B6123-F455-4C4D-B205-003A2865899C}" type="slidenum">
              <a:rPr kumimoji="1" lang="ja-JP" altLang="en-US" smtClean="0"/>
              <a:t>‹#›</a:t>
            </a:fld>
            <a:endParaRPr kumimoji="1" lang="ja-JP" altLang="en-US"/>
          </a:p>
        </p:txBody>
      </p:sp>
    </p:spTree>
    <p:extLst>
      <p:ext uri="{BB962C8B-B14F-4D97-AF65-F5344CB8AC3E}">
        <p14:creationId xmlns:p14="http://schemas.microsoft.com/office/powerpoint/2010/main" val="345604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D44A638-A23A-49EF-3CC1-CE2C293CAAD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C4884DC-F3DB-3C10-7015-EA061BF9B639}"/>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B0360F9-F74C-CDED-9D11-88A59DFA882F}"/>
              </a:ext>
            </a:extLst>
          </p:cNvPr>
          <p:cNvSpPr>
            <a:spLocks noGrp="1"/>
          </p:cNvSpPr>
          <p:nvPr>
            <p:ph type="dt" sz="half" idx="10"/>
          </p:nvPr>
        </p:nvSpPr>
        <p:spPr/>
        <p:txBody>
          <a:bodyPr/>
          <a:lstStyle/>
          <a:p>
            <a:fld id="{A7DFEBB3-07D1-472A-AA00-D713A7B4880F}" type="datetimeFigureOut">
              <a:rPr kumimoji="1" lang="ja-JP" altLang="en-US" smtClean="0"/>
              <a:t>2026/7/21</a:t>
            </a:fld>
            <a:endParaRPr kumimoji="1" lang="ja-JP" altLang="en-US"/>
          </a:p>
        </p:txBody>
      </p:sp>
      <p:sp>
        <p:nvSpPr>
          <p:cNvPr id="5" name="フッター プレースホルダー 4">
            <a:extLst>
              <a:ext uri="{FF2B5EF4-FFF2-40B4-BE49-F238E27FC236}">
                <a16:creationId xmlns:a16="http://schemas.microsoft.com/office/drawing/2014/main" id="{562C00C7-7241-EEFC-267F-DB297659488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0173FA6-13F1-5525-7E00-3A1A0511D91C}"/>
              </a:ext>
            </a:extLst>
          </p:cNvPr>
          <p:cNvSpPr>
            <a:spLocks noGrp="1"/>
          </p:cNvSpPr>
          <p:nvPr>
            <p:ph type="sldNum" sz="quarter" idx="12"/>
          </p:nvPr>
        </p:nvSpPr>
        <p:spPr/>
        <p:txBody>
          <a:bodyPr/>
          <a:lstStyle/>
          <a:p>
            <a:fld id="{655B6123-F455-4C4D-B205-003A2865899C}" type="slidenum">
              <a:rPr kumimoji="1" lang="ja-JP" altLang="en-US" smtClean="0"/>
              <a:t>‹#›</a:t>
            </a:fld>
            <a:endParaRPr kumimoji="1" lang="ja-JP" altLang="en-US"/>
          </a:p>
        </p:txBody>
      </p:sp>
    </p:spTree>
    <p:extLst>
      <p:ext uri="{BB962C8B-B14F-4D97-AF65-F5344CB8AC3E}">
        <p14:creationId xmlns:p14="http://schemas.microsoft.com/office/powerpoint/2010/main" val="2345859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6202A77-161D-3F42-82E9-3E4BD7406D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5EACE3D-9317-196C-05BB-DE5D0D8CB6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34DBD10-8140-F669-293B-6B5A92C95C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DFEBB3-07D1-472A-AA00-D713A7B4880F}" type="datetimeFigureOut">
              <a:rPr kumimoji="1" lang="ja-JP" altLang="en-US" smtClean="0"/>
              <a:t>2026/7/21</a:t>
            </a:fld>
            <a:endParaRPr kumimoji="1" lang="ja-JP" altLang="en-US"/>
          </a:p>
        </p:txBody>
      </p:sp>
      <p:sp>
        <p:nvSpPr>
          <p:cNvPr id="5" name="フッター プレースホルダー 4">
            <a:extLst>
              <a:ext uri="{FF2B5EF4-FFF2-40B4-BE49-F238E27FC236}">
                <a16:creationId xmlns:a16="http://schemas.microsoft.com/office/drawing/2014/main" id="{3322A162-6817-EF6E-8AC5-BE687EE232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C648123-A9E6-378B-7DF6-EBF6394102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5B6123-F455-4C4D-B205-003A2865899C}" type="slidenum">
              <a:rPr kumimoji="1" lang="ja-JP" altLang="en-US" smtClean="0"/>
              <a:t>‹#›</a:t>
            </a:fld>
            <a:endParaRPr kumimoji="1" lang="ja-JP" altLang="en-US"/>
          </a:p>
        </p:txBody>
      </p:sp>
    </p:spTree>
    <p:extLst>
      <p:ext uri="{BB962C8B-B14F-4D97-AF65-F5344CB8AC3E}">
        <p14:creationId xmlns:p14="http://schemas.microsoft.com/office/powerpoint/2010/main" val="2104206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8000"/>
        </a:solidFill>
        <a:effectLst/>
      </p:bgPr>
    </p:bg>
    <p:spTree>
      <p:nvGrpSpPr>
        <p:cNvPr id="1" name=""/>
        <p:cNvGrpSpPr/>
        <p:nvPr/>
      </p:nvGrpSpPr>
      <p:grpSpPr>
        <a:xfrm>
          <a:off x="0" y="0"/>
          <a:ext cx="0" cy="0"/>
          <a:chOff x="0" y="0"/>
          <a:chExt cx="0" cy="0"/>
        </a:xfrm>
      </p:grpSpPr>
      <p:pic>
        <p:nvPicPr>
          <p:cNvPr id="19" name="図 18">
            <a:extLst>
              <a:ext uri="{FF2B5EF4-FFF2-40B4-BE49-F238E27FC236}">
                <a16:creationId xmlns:a16="http://schemas.microsoft.com/office/drawing/2014/main" id="{556278A7-1B8B-4296-07B0-351D6A96A508}"/>
              </a:ext>
            </a:extLst>
          </p:cNvPr>
          <p:cNvPicPr>
            <a:picLocks noChangeAspect="1"/>
          </p:cNvPicPr>
          <p:nvPr/>
        </p:nvPicPr>
        <p:blipFill>
          <a:blip r:embed="rId2"/>
          <a:stretch>
            <a:fillRect/>
          </a:stretch>
        </p:blipFill>
        <p:spPr>
          <a:xfrm>
            <a:off x="0" y="0"/>
            <a:ext cx="617273" cy="739204"/>
          </a:xfrm>
          <a:prstGeom prst="rect">
            <a:avLst/>
          </a:prstGeom>
        </p:spPr>
      </p:pic>
      <p:sp>
        <p:nvSpPr>
          <p:cNvPr id="22" name="テキスト ボックス 21">
            <a:extLst>
              <a:ext uri="{FF2B5EF4-FFF2-40B4-BE49-F238E27FC236}">
                <a16:creationId xmlns:a16="http://schemas.microsoft.com/office/drawing/2014/main" id="{695708AE-8DAF-BC8C-BDB7-833AD880BC14}"/>
              </a:ext>
            </a:extLst>
          </p:cNvPr>
          <p:cNvSpPr txBox="1"/>
          <p:nvPr/>
        </p:nvSpPr>
        <p:spPr>
          <a:xfrm>
            <a:off x="541073" y="131820"/>
            <a:ext cx="4826962" cy="369332"/>
          </a:xfrm>
          <a:prstGeom prst="rect">
            <a:avLst/>
          </a:prstGeom>
          <a:noFill/>
        </p:spPr>
        <p:txBody>
          <a:bodyPr wrap="none" rtlCol="0">
            <a:spAutoFit/>
          </a:bodyPr>
          <a:lstStyle/>
          <a:p>
            <a:r>
              <a:rPr kumimoji="1" lang="ja-JP" altLang="en-US" b="1" dirty="0">
                <a:solidFill>
                  <a:srgbClr val="FFFF00"/>
                </a:solidFill>
              </a:rPr>
              <a:t>第</a:t>
            </a:r>
            <a:r>
              <a:rPr kumimoji="1" lang="en-US" altLang="ja-JP" b="1" dirty="0">
                <a:solidFill>
                  <a:srgbClr val="FFFF00"/>
                </a:solidFill>
              </a:rPr>
              <a:t>44</a:t>
            </a:r>
            <a:r>
              <a:rPr kumimoji="1" lang="ja-JP" altLang="en-US" b="1" dirty="0">
                <a:solidFill>
                  <a:srgbClr val="FFFF00"/>
                </a:solidFill>
              </a:rPr>
              <a:t>回三笠宮杯全日本ダンススポーツ選手権</a:t>
            </a:r>
          </a:p>
        </p:txBody>
      </p:sp>
      <p:sp>
        <p:nvSpPr>
          <p:cNvPr id="25" name="正方形/長方形 24">
            <a:extLst>
              <a:ext uri="{FF2B5EF4-FFF2-40B4-BE49-F238E27FC236}">
                <a16:creationId xmlns:a16="http://schemas.microsoft.com/office/drawing/2014/main" id="{C4D477C1-C29D-28F9-DC60-580B4F2C9BF4}"/>
              </a:ext>
            </a:extLst>
          </p:cNvPr>
          <p:cNvSpPr/>
          <p:nvPr/>
        </p:nvSpPr>
        <p:spPr>
          <a:xfrm>
            <a:off x="8378092" y="5749824"/>
            <a:ext cx="1578707" cy="369333"/>
          </a:xfrm>
          <a:prstGeom prst="rect">
            <a:avLst/>
          </a:prstGeom>
          <a:gradFill>
            <a:gsLst>
              <a:gs pos="86000">
                <a:srgbClr val="004846"/>
              </a:gs>
              <a:gs pos="100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a:solidFill>
                <a:schemeClr val="bg1"/>
              </a:solidFill>
            </a:endParaRPr>
          </a:p>
        </p:txBody>
      </p:sp>
      <p:sp>
        <p:nvSpPr>
          <p:cNvPr id="26" name="テキスト ボックス 25">
            <a:extLst>
              <a:ext uri="{FF2B5EF4-FFF2-40B4-BE49-F238E27FC236}">
                <a16:creationId xmlns:a16="http://schemas.microsoft.com/office/drawing/2014/main" id="{814411DF-F1E7-6586-29BC-08932988D50B}"/>
              </a:ext>
            </a:extLst>
          </p:cNvPr>
          <p:cNvSpPr txBox="1"/>
          <p:nvPr/>
        </p:nvSpPr>
        <p:spPr>
          <a:xfrm>
            <a:off x="8610241" y="5736516"/>
            <a:ext cx="1114408" cy="369332"/>
          </a:xfrm>
          <a:prstGeom prst="rect">
            <a:avLst/>
          </a:prstGeom>
          <a:noFill/>
        </p:spPr>
        <p:txBody>
          <a:bodyPr wrap="none" rtlCol="0">
            <a:spAutoFit/>
          </a:bodyPr>
          <a:lstStyle/>
          <a:p>
            <a:r>
              <a:rPr kumimoji="1" lang="ja-JP" altLang="en-US" b="1" dirty="0">
                <a:solidFill>
                  <a:schemeClr val="bg1"/>
                </a:solidFill>
                <a:latin typeface="ＭＳ Ｐゴシック" panose="020B0600070205080204" pitchFamily="50" charset="-128"/>
                <a:ea typeface="ＭＳ Ｐゴシック" panose="020B0600070205080204" pitchFamily="50" charset="-128"/>
              </a:rPr>
              <a:t>次の競技</a:t>
            </a:r>
          </a:p>
        </p:txBody>
      </p:sp>
      <p:sp>
        <p:nvSpPr>
          <p:cNvPr id="27" name="正方形/長方形 26">
            <a:extLst>
              <a:ext uri="{FF2B5EF4-FFF2-40B4-BE49-F238E27FC236}">
                <a16:creationId xmlns:a16="http://schemas.microsoft.com/office/drawing/2014/main" id="{E7814E70-572C-48F5-8D7D-D44A4C7DF102}"/>
              </a:ext>
            </a:extLst>
          </p:cNvPr>
          <p:cNvSpPr/>
          <p:nvPr/>
        </p:nvSpPr>
        <p:spPr>
          <a:xfrm>
            <a:off x="8378092" y="6119157"/>
            <a:ext cx="3419537" cy="527124"/>
          </a:xfrm>
          <a:prstGeom prst="rect">
            <a:avLst/>
          </a:prstGeom>
          <a:gradFill>
            <a:gsLst>
              <a:gs pos="8000">
                <a:srgbClr val="006666"/>
              </a:gs>
              <a:gs pos="48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28" name="テキスト ボックス 27">
            <a:extLst>
              <a:ext uri="{FF2B5EF4-FFF2-40B4-BE49-F238E27FC236}">
                <a16:creationId xmlns:a16="http://schemas.microsoft.com/office/drawing/2014/main" id="{091DF4BA-5C44-5DFD-64AC-5BAD1DDEEF3E}"/>
              </a:ext>
            </a:extLst>
          </p:cNvPr>
          <p:cNvSpPr txBox="1"/>
          <p:nvPr/>
        </p:nvSpPr>
        <p:spPr>
          <a:xfrm>
            <a:off x="8378092" y="6198053"/>
            <a:ext cx="3590868" cy="369332"/>
          </a:xfrm>
          <a:prstGeom prst="rect">
            <a:avLst/>
          </a:prstGeom>
          <a:noFill/>
        </p:spPr>
        <p:txBody>
          <a:bodyPr wrap="square" rtlCol="0">
            <a:spAutoFit/>
          </a:bodyPr>
          <a:lstStyle/>
          <a:p>
            <a:r>
              <a:rPr lang="en-US" altLang="ja-JP" b="1" dirty="0">
                <a:solidFill>
                  <a:schemeClr val="bg1"/>
                </a:solidFill>
                <a:latin typeface="ＭＳ Ｐゴシック" panose="020B0600070205080204" pitchFamily="50" charset="-128"/>
                <a:ea typeface="ＭＳ Ｐゴシック" panose="020B0600070205080204" pitchFamily="50" charset="-128"/>
              </a:rPr>
              <a:t>002</a:t>
            </a:r>
            <a:r>
              <a:rPr lang="ja-JP" altLang="en-US" b="1" dirty="0">
                <a:solidFill>
                  <a:schemeClr val="bg1"/>
                </a:solidFill>
                <a:latin typeface="ＭＳ Ｐゴシック" panose="020B0600070205080204" pitchFamily="50" charset="-128"/>
                <a:ea typeface="ＭＳ Ｐゴシック" panose="020B0600070205080204" pitchFamily="50" charset="-128"/>
              </a:rPr>
              <a:t>  </a:t>
            </a:r>
            <a:r>
              <a:rPr lang="en-US" altLang="ja-JP" b="1" dirty="0">
                <a:solidFill>
                  <a:schemeClr val="bg1"/>
                </a:solidFill>
                <a:latin typeface="ＭＳ Ｐゴシック" panose="020B0600070205080204" pitchFamily="50" charset="-128"/>
                <a:ea typeface="ＭＳ Ｐゴシック" panose="020B0600070205080204" pitchFamily="50" charset="-128"/>
              </a:rPr>
              <a:t>C</a:t>
            </a:r>
            <a:r>
              <a:rPr lang="ja-JP" altLang="en-US" b="1" dirty="0">
                <a:solidFill>
                  <a:schemeClr val="bg1"/>
                </a:solidFill>
                <a:latin typeface="ＭＳ Ｐゴシック" panose="020B0600070205080204" pitchFamily="50" charset="-128"/>
                <a:ea typeface="ＭＳ Ｐゴシック" panose="020B0600070205080204" pitchFamily="50" charset="-128"/>
              </a:rPr>
              <a:t>級戦スタンダード　</a:t>
            </a:r>
            <a:r>
              <a:rPr lang="en-US" altLang="ja-JP" b="1" dirty="0">
                <a:solidFill>
                  <a:schemeClr val="bg1"/>
                </a:solidFill>
                <a:latin typeface="ＭＳ Ｐゴシック" panose="020B0600070205080204" pitchFamily="50" charset="-128"/>
                <a:ea typeface="ＭＳ Ｐゴシック" panose="020B0600070205080204" pitchFamily="50" charset="-128"/>
              </a:rPr>
              <a:t>1</a:t>
            </a:r>
            <a:r>
              <a:rPr lang="ja-JP" altLang="en-US" b="1" dirty="0">
                <a:solidFill>
                  <a:schemeClr val="bg1"/>
                </a:solidFill>
                <a:latin typeface="ＭＳ Ｐゴシック" panose="020B0600070205080204" pitchFamily="50" charset="-128"/>
                <a:ea typeface="ＭＳ Ｐゴシック" panose="020B0600070205080204" pitchFamily="50" charset="-128"/>
              </a:rPr>
              <a:t>次予選</a:t>
            </a:r>
            <a:endParaRPr kumimoji="1" lang="ja-JP" altLang="en-US" b="1" dirty="0">
              <a:solidFill>
                <a:schemeClr val="bg1"/>
              </a:solidFill>
              <a:latin typeface="ＭＳ Ｐゴシック" panose="020B0600070205080204" pitchFamily="50" charset="-128"/>
              <a:ea typeface="ＭＳ Ｐゴシック" panose="020B0600070205080204" pitchFamily="50" charset="-128"/>
            </a:endParaRPr>
          </a:p>
        </p:txBody>
      </p:sp>
      <p:sp>
        <p:nvSpPr>
          <p:cNvPr id="13" name="テキスト ボックス 12">
            <a:extLst>
              <a:ext uri="{FF2B5EF4-FFF2-40B4-BE49-F238E27FC236}">
                <a16:creationId xmlns:a16="http://schemas.microsoft.com/office/drawing/2014/main" id="{C3DCC942-4A75-881D-A476-DA431B7569E8}"/>
              </a:ext>
            </a:extLst>
          </p:cNvPr>
          <p:cNvSpPr txBox="1"/>
          <p:nvPr/>
        </p:nvSpPr>
        <p:spPr>
          <a:xfrm>
            <a:off x="541073" y="480998"/>
            <a:ext cx="3344185" cy="369332"/>
          </a:xfrm>
          <a:prstGeom prst="rect">
            <a:avLst/>
          </a:prstGeom>
          <a:noFill/>
        </p:spPr>
        <p:txBody>
          <a:bodyPr wrap="none" rtlCol="0">
            <a:spAutoFit/>
          </a:bodyPr>
          <a:lstStyle/>
          <a:p>
            <a:r>
              <a:rPr lang="en-US" altLang="ja-JP" b="1" dirty="0">
                <a:solidFill>
                  <a:srgbClr val="FFFF00"/>
                </a:solidFill>
              </a:rPr>
              <a:t>A</a:t>
            </a:r>
            <a:r>
              <a:rPr lang="ja-JP" altLang="en-US" b="1" dirty="0">
                <a:solidFill>
                  <a:srgbClr val="FFFF00"/>
                </a:solidFill>
              </a:rPr>
              <a:t>級戦スタンダード　１次予選</a:t>
            </a:r>
            <a:endParaRPr kumimoji="1" lang="ja-JP" altLang="en-US" b="1" dirty="0">
              <a:solidFill>
                <a:srgbClr val="FFFF00"/>
              </a:solidFill>
            </a:endParaRPr>
          </a:p>
        </p:txBody>
      </p:sp>
      <p:sp>
        <p:nvSpPr>
          <p:cNvPr id="14" name="テキスト ボックス 13">
            <a:extLst>
              <a:ext uri="{FF2B5EF4-FFF2-40B4-BE49-F238E27FC236}">
                <a16:creationId xmlns:a16="http://schemas.microsoft.com/office/drawing/2014/main" id="{B3EF1F29-2236-EFA8-F95D-C981F1496ABB}"/>
              </a:ext>
            </a:extLst>
          </p:cNvPr>
          <p:cNvSpPr txBox="1"/>
          <p:nvPr/>
        </p:nvSpPr>
        <p:spPr>
          <a:xfrm>
            <a:off x="8783473" y="189240"/>
            <a:ext cx="3185487" cy="369332"/>
          </a:xfrm>
          <a:prstGeom prst="rect">
            <a:avLst/>
          </a:prstGeom>
          <a:noFill/>
        </p:spPr>
        <p:txBody>
          <a:bodyPr wrap="none" rtlCol="0">
            <a:spAutoFit/>
          </a:bodyPr>
          <a:lstStyle/>
          <a:p>
            <a:r>
              <a:rPr kumimoji="1" lang="ja-JP" altLang="en-US" b="1" dirty="0">
                <a:solidFill>
                  <a:srgbClr val="FFFF00"/>
                </a:solidFill>
              </a:rPr>
              <a:t>１種目目　</a:t>
            </a:r>
            <a:r>
              <a:rPr lang="ja-JP" altLang="en-US" b="1" dirty="0">
                <a:solidFill>
                  <a:srgbClr val="FFFF00"/>
                </a:solidFill>
              </a:rPr>
              <a:t>ソロ競技</a:t>
            </a:r>
            <a:r>
              <a:rPr kumimoji="1" lang="ja-JP" altLang="en-US" b="1" dirty="0">
                <a:solidFill>
                  <a:srgbClr val="FFFF00"/>
                </a:solidFill>
              </a:rPr>
              <a:t>　ワルツ</a:t>
            </a:r>
          </a:p>
        </p:txBody>
      </p:sp>
      <p:sp>
        <p:nvSpPr>
          <p:cNvPr id="15" name="テキスト ボックス 14">
            <a:extLst>
              <a:ext uri="{FF2B5EF4-FFF2-40B4-BE49-F238E27FC236}">
                <a16:creationId xmlns:a16="http://schemas.microsoft.com/office/drawing/2014/main" id="{AA8F8DE4-0B20-8112-71A4-E8A3AA2BC6AD}"/>
              </a:ext>
            </a:extLst>
          </p:cNvPr>
          <p:cNvSpPr txBox="1"/>
          <p:nvPr/>
        </p:nvSpPr>
        <p:spPr>
          <a:xfrm>
            <a:off x="10630132" y="554268"/>
            <a:ext cx="1338828" cy="369332"/>
          </a:xfrm>
          <a:prstGeom prst="rect">
            <a:avLst/>
          </a:prstGeom>
          <a:noFill/>
        </p:spPr>
        <p:txBody>
          <a:bodyPr wrap="none" rtlCol="0">
            <a:spAutoFit/>
          </a:bodyPr>
          <a:lstStyle/>
          <a:p>
            <a:r>
              <a:rPr kumimoji="1" lang="ja-JP" altLang="en-US" b="1" dirty="0">
                <a:solidFill>
                  <a:srgbClr val="FFFF00"/>
                </a:solidFill>
              </a:rPr>
              <a:t>第１ヒート</a:t>
            </a:r>
          </a:p>
        </p:txBody>
      </p:sp>
    </p:spTree>
    <p:extLst>
      <p:ext uri="{BB962C8B-B14F-4D97-AF65-F5344CB8AC3E}">
        <p14:creationId xmlns:p14="http://schemas.microsoft.com/office/powerpoint/2010/main" val="3853935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60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1+#ppt_w/2"/>
                                          </p:val>
                                        </p:tav>
                                        <p:tav tm="100000">
                                          <p:val>
                                            <p:strVal val="#ppt_x"/>
                                          </p:val>
                                        </p:tav>
                                      </p:tavLst>
                                    </p:anim>
                                    <p:anim calcmode="lin" valueType="num">
                                      <p:cBhvr additive="base">
                                        <p:cTn id="8" dur="500" fill="hold"/>
                                        <p:tgtEl>
                                          <p:spTgt spid="25"/>
                                        </p:tgtEl>
                                        <p:attrNameLst>
                                          <p:attrName>ppt_y</p:attrName>
                                        </p:attrNameLst>
                                      </p:cBhvr>
                                      <p:tavLst>
                                        <p:tav tm="0">
                                          <p:val>
                                            <p:strVal val="#ppt_y"/>
                                          </p:val>
                                        </p:tav>
                                        <p:tav tm="100000">
                                          <p:val>
                                            <p:strVal val="#ppt_y"/>
                                          </p:val>
                                        </p:tav>
                                      </p:tavLst>
                                    </p:anim>
                                  </p:childTnLst>
                                </p:cTn>
                              </p:par>
                              <p:par>
                                <p:cTn id="9" presetID="10" presetClass="exit" presetSubtype="0" fill="hold" grpId="1" nodeType="withEffect">
                                  <p:stCondLst>
                                    <p:cond delay="0"/>
                                  </p:stCondLst>
                                  <p:childTnLst>
                                    <p:animEffect transition="out" filter="fade">
                                      <p:cBhvr>
                                        <p:cTn id="10" dur="500"/>
                                        <p:tgtEl>
                                          <p:spTgt spid="25"/>
                                        </p:tgtEl>
                                      </p:cBhvr>
                                    </p:animEffect>
                                    <p:set>
                                      <p:cBhvr>
                                        <p:cTn id="11" dur="1" fill="hold">
                                          <p:stCondLst>
                                            <p:cond delay="499"/>
                                          </p:stCondLst>
                                        </p:cTn>
                                        <p:tgtEl>
                                          <p:spTgt spid="25"/>
                                        </p:tgtEl>
                                        <p:attrNameLst>
                                          <p:attrName>style.visibility</p:attrName>
                                        </p:attrNameLst>
                                      </p:cBhvr>
                                      <p:to>
                                        <p:strVal val="hidden"/>
                                      </p:to>
                                    </p:set>
                                  </p:childTnLst>
                                </p:cTn>
                              </p:par>
                              <p:par>
                                <p:cTn id="12" presetID="2" presetClass="entr" presetSubtype="2" fill="hold" grpId="0" nodeType="withEffect">
                                  <p:stCondLst>
                                    <p:cond delay="600"/>
                                  </p:stCondLst>
                                  <p:childTnLst>
                                    <p:set>
                                      <p:cBhvr>
                                        <p:cTn id="13" dur="1" fill="hold">
                                          <p:stCondLst>
                                            <p:cond delay="0"/>
                                          </p:stCondLst>
                                        </p:cTn>
                                        <p:tgtEl>
                                          <p:spTgt spid="27"/>
                                        </p:tgtEl>
                                        <p:attrNameLst>
                                          <p:attrName>style.visibility</p:attrName>
                                        </p:attrNameLst>
                                      </p:cBhvr>
                                      <p:to>
                                        <p:strVal val="visible"/>
                                      </p:to>
                                    </p:set>
                                    <p:anim calcmode="lin" valueType="num">
                                      <p:cBhvr additive="base">
                                        <p:cTn id="14" dur="500" fill="hold"/>
                                        <p:tgtEl>
                                          <p:spTgt spid="27"/>
                                        </p:tgtEl>
                                        <p:attrNameLst>
                                          <p:attrName>ppt_x</p:attrName>
                                        </p:attrNameLst>
                                      </p:cBhvr>
                                      <p:tavLst>
                                        <p:tav tm="0">
                                          <p:val>
                                            <p:strVal val="1+#ppt_w/2"/>
                                          </p:val>
                                        </p:tav>
                                        <p:tav tm="100000">
                                          <p:val>
                                            <p:strVal val="#ppt_x"/>
                                          </p:val>
                                        </p:tav>
                                      </p:tavLst>
                                    </p:anim>
                                    <p:anim calcmode="lin" valueType="num">
                                      <p:cBhvr additive="base">
                                        <p:cTn id="15" dur="500" fill="hold"/>
                                        <p:tgtEl>
                                          <p:spTgt spid="27"/>
                                        </p:tgtEl>
                                        <p:attrNameLst>
                                          <p:attrName>ppt_y</p:attrName>
                                        </p:attrNameLst>
                                      </p:cBhvr>
                                      <p:tavLst>
                                        <p:tav tm="0">
                                          <p:val>
                                            <p:strVal val="#ppt_y"/>
                                          </p:val>
                                        </p:tav>
                                        <p:tav tm="100000">
                                          <p:val>
                                            <p:strVal val="#ppt_y"/>
                                          </p:val>
                                        </p:tav>
                                      </p:tavLst>
                                    </p:anim>
                                  </p:childTnLst>
                                </p:cTn>
                              </p:par>
                              <p:par>
                                <p:cTn id="16" presetID="10" presetClass="exit" presetSubtype="0" fill="hold" grpId="1" nodeType="withEffect">
                                  <p:stCondLst>
                                    <p:cond delay="0"/>
                                  </p:stCondLst>
                                  <p:childTnLst>
                                    <p:animEffect transition="out" filter="fade">
                                      <p:cBhvr>
                                        <p:cTn id="17" dur="500"/>
                                        <p:tgtEl>
                                          <p:spTgt spid="27"/>
                                        </p:tgtEl>
                                      </p:cBhvr>
                                    </p:animEffect>
                                    <p:set>
                                      <p:cBhvr>
                                        <p:cTn id="18" dur="1" fill="hold">
                                          <p:stCondLst>
                                            <p:cond delay="499"/>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P spid="27" grpId="0" animBg="1"/>
      <p:bldP spid="27"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8000"/>
        </a:solidFill>
        <a:effectLst/>
      </p:bgPr>
    </p:bg>
    <p:spTree>
      <p:nvGrpSpPr>
        <p:cNvPr id="1" name=""/>
        <p:cNvGrpSpPr/>
        <p:nvPr/>
      </p:nvGrpSpPr>
      <p:grpSpPr>
        <a:xfrm>
          <a:off x="0" y="0"/>
          <a:ext cx="0" cy="0"/>
          <a:chOff x="0" y="0"/>
          <a:chExt cx="0" cy="0"/>
        </a:xfrm>
      </p:grpSpPr>
      <p:pic>
        <p:nvPicPr>
          <p:cNvPr id="19" name="図 18">
            <a:extLst>
              <a:ext uri="{FF2B5EF4-FFF2-40B4-BE49-F238E27FC236}">
                <a16:creationId xmlns:a16="http://schemas.microsoft.com/office/drawing/2014/main" id="{556278A7-1B8B-4296-07B0-351D6A96A508}"/>
              </a:ext>
            </a:extLst>
          </p:cNvPr>
          <p:cNvPicPr>
            <a:picLocks noChangeAspect="1"/>
          </p:cNvPicPr>
          <p:nvPr/>
        </p:nvPicPr>
        <p:blipFill>
          <a:blip r:embed="rId2"/>
          <a:stretch>
            <a:fillRect/>
          </a:stretch>
        </p:blipFill>
        <p:spPr>
          <a:xfrm>
            <a:off x="0" y="0"/>
            <a:ext cx="617273" cy="739204"/>
          </a:xfrm>
          <a:prstGeom prst="rect">
            <a:avLst/>
          </a:prstGeom>
        </p:spPr>
      </p:pic>
      <p:sp>
        <p:nvSpPr>
          <p:cNvPr id="22" name="テキスト ボックス 21">
            <a:extLst>
              <a:ext uri="{FF2B5EF4-FFF2-40B4-BE49-F238E27FC236}">
                <a16:creationId xmlns:a16="http://schemas.microsoft.com/office/drawing/2014/main" id="{695708AE-8DAF-BC8C-BDB7-833AD880BC14}"/>
              </a:ext>
            </a:extLst>
          </p:cNvPr>
          <p:cNvSpPr txBox="1"/>
          <p:nvPr/>
        </p:nvSpPr>
        <p:spPr>
          <a:xfrm>
            <a:off x="541073" y="131820"/>
            <a:ext cx="4826962" cy="369332"/>
          </a:xfrm>
          <a:prstGeom prst="rect">
            <a:avLst/>
          </a:prstGeom>
          <a:noFill/>
        </p:spPr>
        <p:txBody>
          <a:bodyPr wrap="none" rtlCol="0">
            <a:spAutoFit/>
          </a:bodyPr>
          <a:lstStyle/>
          <a:p>
            <a:r>
              <a:rPr kumimoji="1" lang="ja-JP" altLang="en-US" b="1" dirty="0">
                <a:solidFill>
                  <a:srgbClr val="FFFF00"/>
                </a:solidFill>
              </a:rPr>
              <a:t>第</a:t>
            </a:r>
            <a:r>
              <a:rPr kumimoji="1" lang="en-US" altLang="ja-JP" b="1" dirty="0">
                <a:solidFill>
                  <a:srgbClr val="FFFF00"/>
                </a:solidFill>
              </a:rPr>
              <a:t>44</a:t>
            </a:r>
            <a:r>
              <a:rPr kumimoji="1" lang="ja-JP" altLang="en-US" b="1" dirty="0">
                <a:solidFill>
                  <a:srgbClr val="FFFF00"/>
                </a:solidFill>
              </a:rPr>
              <a:t>回三笠宮杯全日本ダンススポーツ選手権</a:t>
            </a:r>
          </a:p>
        </p:txBody>
      </p:sp>
      <p:sp>
        <p:nvSpPr>
          <p:cNvPr id="27" name="正方形/長方形 26">
            <a:extLst>
              <a:ext uri="{FF2B5EF4-FFF2-40B4-BE49-F238E27FC236}">
                <a16:creationId xmlns:a16="http://schemas.microsoft.com/office/drawing/2014/main" id="{E7814E70-572C-48F5-8D7D-D44A4C7DF102}"/>
              </a:ext>
            </a:extLst>
          </p:cNvPr>
          <p:cNvSpPr/>
          <p:nvPr/>
        </p:nvSpPr>
        <p:spPr>
          <a:xfrm>
            <a:off x="1566984" y="2148940"/>
            <a:ext cx="9331569" cy="2165151"/>
          </a:xfrm>
          <a:prstGeom prst="rect">
            <a:avLst/>
          </a:prstGeom>
          <a:gradFill>
            <a:gsLst>
              <a:gs pos="8000">
                <a:srgbClr val="006666"/>
              </a:gs>
              <a:gs pos="48000">
                <a:srgbClr val="006666"/>
              </a:gs>
            </a:gsLst>
            <a:lin ang="16200000" scaled="1"/>
          </a:gradFill>
          <a:ln w="19050">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2" name="正方形/長方形 1">
            <a:extLst>
              <a:ext uri="{FF2B5EF4-FFF2-40B4-BE49-F238E27FC236}">
                <a16:creationId xmlns:a16="http://schemas.microsoft.com/office/drawing/2014/main" id="{86D82EFF-45FD-0B0B-52DE-39CF55F789B4}"/>
              </a:ext>
            </a:extLst>
          </p:cNvPr>
          <p:cNvSpPr/>
          <p:nvPr/>
        </p:nvSpPr>
        <p:spPr>
          <a:xfrm>
            <a:off x="1461475" y="2035700"/>
            <a:ext cx="9331569" cy="2165151"/>
          </a:xfrm>
          <a:prstGeom prst="rect">
            <a:avLst/>
          </a:prstGeom>
          <a:gradFill>
            <a:gsLst>
              <a:gs pos="8000">
                <a:srgbClr val="006666"/>
              </a:gs>
              <a:gs pos="48000">
                <a:srgbClr val="006666"/>
              </a:gs>
            </a:gsLst>
            <a:lin ang="16200000" scaled="1"/>
          </a:gradFill>
          <a:ln w="19050">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28" name="テキスト ボックス 27">
            <a:extLst>
              <a:ext uri="{FF2B5EF4-FFF2-40B4-BE49-F238E27FC236}">
                <a16:creationId xmlns:a16="http://schemas.microsoft.com/office/drawing/2014/main" id="{091DF4BA-5C44-5DFD-64AC-5BAD1DDEEF3E}"/>
              </a:ext>
            </a:extLst>
          </p:cNvPr>
          <p:cNvSpPr txBox="1"/>
          <p:nvPr/>
        </p:nvSpPr>
        <p:spPr>
          <a:xfrm>
            <a:off x="2430584" y="2433789"/>
            <a:ext cx="7518401" cy="584775"/>
          </a:xfrm>
          <a:prstGeom prst="rect">
            <a:avLst/>
          </a:prstGeom>
          <a:noFill/>
        </p:spPr>
        <p:txBody>
          <a:bodyPr wrap="square" rtlCol="0">
            <a:spAutoFit/>
          </a:bodyPr>
          <a:lstStyle/>
          <a:p>
            <a:r>
              <a:rPr kumimoji="1" lang="ja-JP" altLang="en-US" sz="3200" b="1" dirty="0">
                <a:solidFill>
                  <a:schemeClr val="bg1"/>
                </a:solidFill>
                <a:latin typeface="ＭＳ Ｐゴシック" panose="020B0600070205080204" pitchFamily="50" charset="-128"/>
                <a:ea typeface="ＭＳ Ｐゴシック" panose="020B0600070205080204" pitchFamily="50" charset="-128"/>
              </a:rPr>
              <a:t>三笠宮杯全日本ダンススポーツ選手権</a:t>
            </a:r>
            <a:endParaRPr kumimoji="1" lang="en-US" altLang="ja-JP" sz="3200" b="1" dirty="0">
              <a:solidFill>
                <a:schemeClr val="bg1"/>
              </a:solidFill>
              <a:latin typeface="ＭＳ Ｐゴシック" panose="020B0600070205080204" pitchFamily="50" charset="-128"/>
              <a:ea typeface="ＭＳ Ｐゴシック" panose="020B0600070205080204" pitchFamily="50" charset="-128"/>
            </a:endParaRPr>
          </a:p>
        </p:txBody>
      </p:sp>
      <p:sp>
        <p:nvSpPr>
          <p:cNvPr id="3" name="テキスト ボックス 2">
            <a:extLst>
              <a:ext uri="{FF2B5EF4-FFF2-40B4-BE49-F238E27FC236}">
                <a16:creationId xmlns:a16="http://schemas.microsoft.com/office/drawing/2014/main" id="{6089656E-25D1-A72D-CE2A-F610D6D67DA3}"/>
              </a:ext>
            </a:extLst>
          </p:cNvPr>
          <p:cNvSpPr txBox="1"/>
          <p:nvPr/>
        </p:nvSpPr>
        <p:spPr>
          <a:xfrm>
            <a:off x="2430584" y="3118275"/>
            <a:ext cx="7518401" cy="584775"/>
          </a:xfrm>
          <a:prstGeom prst="rect">
            <a:avLst/>
          </a:prstGeom>
          <a:noFill/>
        </p:spPr>
        <p:txBody>
          <a:bodyPr wrap="square" rtlCol="0">
            <a:spAutoFit/>
          </a:bodyPr>
          <a:lstStyle/>
          <a:p>
            <a:pPr algn="ctr"/>
            <a:r>
              <a:rPr lang="ja-JP" altLang="en-US" sz="3200" b="1" dirty="0">
                <a:solidFill>
                  <a:schemeClr val="bg1"/>
                </a:solidFill>
                <a:latin typeface="ＭＳ Ｐゴシック" panose="020B0600070205080204" pitchFamily="50" charset="-128"/>
                <a:ea typeface="ＭＳ Ｐゴシック" panose="020B0600070205080204" pitchFamily="50" charset="-128"/>
              </a:rPr>
              <a:t>スタンダード　決勝</a:t>
            </a:r>
            <a:endParaRPr kumimoji="1" lang="en-US" altLang="ja-JP" sz="3200" b="1" dirty="0">
              <a:solidFill>
                <a:schemeClr val="bg1"/>
              </a:solidFill>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3479718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60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1+#ppt_w/2"/>
                                          </p:val>
                                        </p:tav>
                                        <p:tav tm="100000">
                                          <p:val>
                                            <p:strVal val="#ppt_x"/>
                                          </p:val>
                                        </p:tav>
                                      </p:tavLst>
                                    </p:anim>
                                    <p:anim calcmode="lin" valueType="num">
                                      <p:cBhvr additive="base">
                                        <p:cTn id="8" dur="500" fill="hold"/>
                                        <p:tgtEl>
                                          <p:spTgt spid="27"/>
                                        </p:tgtEl>
                                        <p:attrNameLst>
                                          <p:attrName>ppt_y</p:attrName>
                                        </p:attrNameLst>
                                      </p:cBhvr>
                                      <p:tavLst>
                                        <p:tav tm="0">
                                          <p:val>
                                            <p:strVal val="#ppt_y"/>
                                          </p:val>
                                        </p:tav>
                                        <p:tav tm="100000">
                                          <p:val>
                                            <p:strVal val="#ppt_y"/>
                                          </p:val>
                                        </p:tav>
                                      </p:tavLst>
                                    </p:anim>
                                  </p:childTnLst>
                                </p:cTn>
                              </p:par>
                              <p:par>
                                <p:cTn id="9" presetID="10" presetClass="exit" presetSubtype="0" fill="hold" grpId="1" nodeType="withEffect">
                                  <p:stCondLst>
                                    <p:cond delay="0"/>
                                  </p:stCondLst>
                                  <p:childTnLst>
                                    <p:animEffect transition="out" filter="fade">
                                      <p:cBhvr>
                                        <p:cTn id="10" dur="500"/>
                                        <p:tgtEl>
                                          <p:spTgt spid="27"/>
                                        </p:tgtEl>
                                      </p:cBhvr>
                                    </p:animEffect>
                                    <p:set>
                                      <p:cBhvr>
                                        <p:cTn id="11" dur="1" fill="hold">
                                          <p:stCondLst>
                                            <p:cond delay="499"/>
                                          </p:stCondLst>
                                        </p:cTn>
                                        <p:tgtEl>
                                          <p:spTgt spid="27"/>
                                        </p:tgtEl>
                                        <p:attrNameLst>
                                          <p:attrName>style.visibility</p:attrName>
                                        </p:attrNameLst>
                                      </p:cBhvr>
                                      <p:to>
                                        <p:strVal val="hidden"/>
                                      </p:to>
                                    </p:set>
                                  </p:childTnLst>
                                </p:cTn>
                              </p:par>
                              <p:par>
                                <p:cTn id="12" presetID="2" presetClass="entr" presetSubtype="2" fill="hold" grpId="0" nodeType="withEffect">
                                  <p:stCondLst>
                                    <p:cond delay="60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1+#ppt_w/2"/>
                                          </p:val>
                                        </p:tav>
                                        <p:tav tm="100000">
                                          <p:val>
                                            <p:strVal val="#ppt_x"/>
                                          </p:val>
                                        </p:tav>
                                      </p:tavLst>
                                    </p:anim>
                                    <p:anim calcmode="lin" valueType="num">
                                      <p:cBhvr additive="base">
                                        <p:cTn id="15" dur="500" fill="hold"/>
                                        <p:tgtEl>
                                          <p:spTgt spid="2"/>
                                        </p:tgtEl>
                                        <p:attrNameLst>
                                          <p:attrName>ppt_y</p:attrName>
                                        </p:attrNameLst>
                                      </p:cBhvr>
                                      <p:tavLst>
                                        <p:tav tm="0">
                                          <p:val>
                                            <p:strVal val="#ppt_y"/>
                                          </p:val>
                                        </p:tav>
                                        <p:tav tm="100000">
                                          <p:val>
                                            <p:strVal val="#ppt_y"/>
                                          </p:val>
                                        </p:tav>
                                      </p:tavLst>
                                    </p:anim>
                                  </p:childTnLst>
                                </p:cTn>
                              </p:par>
                              <p:par>
                                <p:cTn id="16" presetID="10" presetClass="exit" presetSubtype="0" fill="hold" grpId="1" nodeType="withEffect">
                                  <p:stCondLst>
                                    <p:cond delay="0"/>
                                  </p:stCondLst>
                                  <p:childTnLst>
                                    <p:animEffect transition="out" filter="fade">
                                      <p:cBhvr>
                                        <p:cTn id="17" dur="500"/>
                                        <p:tgtEl>
                                          <p:spTgt spid="2"/>
                                        </p:tgtEl>
                                      </p:cBhvr>
                                    </p:animEffect>
                                    <p:set>
                                      <p:cBhvr>
                                        <p:cTn id="18"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7" grpId="1" animBg="1"/>
      <p:bldP spid="2" grpId="0" animBg="1"/>
      <p:bldP spid="2"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8000"/>
        </a:solidFill>
        <a:effectLst/>
      </p:bgPr>
    </p:bg>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C24F020C-197E-69DE-169A-FD2DA9771874}"/>
              </a:ext>
            </a:extLst>
          </p:cNvPr>
          <p:cNvSpPr/>
          <p:nvPr/>
        </p:nvSpPr>
        <p:spPr>
          <a:xfrm>
            <a:off x="1836615" y="6057738"/>
            <a:ext cx="8850922" cy="584775"/>
          </a:xfrm>
          <a:prstGeom prst="rect">
            <a:avLst/>
          </a:prstGeom>
          <a:gradFill>
            <a:gsLst>
              <a:gs pos="8000">
                <a:srgbClr val="006666"/>
              </a:gs>
              <a:gs pos="48000">
                <a:srgbClr val="006666"/>
              </a:gs>
            </a:gsLst>
            <a:lin ang="16200000" scaled="1"/>
          </a:gradFill>
          <a:ln w="19050">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pic>
        <p:nvPicPr>
          <p:cNvPr id="19" name="図 18">
            <a:extLst>
              <a:ext uri="{FF2B5EF4-FFF2-40B4-BE49-F238E27FC236}">
                <a16:creationId xmlns:a16="http://schemas.microsoft.com/office/drawing/2014/main" id="{556278A7-1B8B-4296-07B0-351D6A96A508}"/>
              </a:ext>
            </a:extLst>
          </p:cNvPr>
          <p:cNvPicPr>
            <a:picLocks noChangeAspect="1"/>
          </p:cNvPicPr>
          <p:nvPr/>
        </p:nvPicPr>
        <p:blipFill>
          <a:blip r:embed="rId2"/>
          <a:stretch>
            <a:fillRect/>
          </a:stretch>
        </p:blipFill>
        <p:spPr>
          <a:xfrm>
            <a:off x="0" y="0"/>
            <a:ext cx="617273" cy="739204"/>
          </a:xfrm>
          <a:prstGeom prst="rect">
            <a:avLst/>
          </a:prstGeom>
        </p:spPr>
      </p:pic>
      <p:sp>
        <p:nvSpPr>
          <p:cNvPr id="22" name="テキスト ボックス 21">
            <a:extLst>
              <a:ext uri="{FF2B5EF4-FFF2-40B4-BE49-F238E27FC236}">
                <a16:creationId xmlns:a16="http://schemas.microsoft.com/office/drawing/2014/main" id="{695708AE-8DAF-BC8C-BDB7-833AD880BC14}"/>
              </a:ext>
            </a:extLst>
          </p:cNvPr>
          <p:cNvSpPr txBox="1"/>
          <p:nvPr/>
        </p:nvSpPr>
        <p:spPr>
          <a:xfrm>
            <a:off x="541073" y="131820"/>
            <a:ext cx="4826962" cy="369332"/>
          </a:xfrm>
          <a:prstGeom prst="rect">
            <a:avLst/>
          </a:prstGeom>
          <a:noFill/>
        </p:spPr>
        <p:txBody>
          <a:bodyPr wrap="none" rtlCol="0">
            <a:spAutoFit/>
          </a:bodyPr>
          <a:lstStyle/>
          <a:p>
            <a:r>
              <a:rPr kumimoji="1" lang="ja-JP" altLang="en-US" b="1" dirty="0">
                <a:solidFill>
                  <a:srgbClr val="FFFF00"/>
                </a:solidFill>
              </a:rPr>
              <a:t>第</a:t>
            </a:r>
            <a:r>
              <a:rPr kumimoji="1" lang="en-US" altLang="ja-JP" b="1" dirty="0">
                <a:solidFill>
                  <a:srgbClr val="FFFF00"/>
                </a:solidFill>
              </a:rPr>
              <a:t>44</a:t>
            </a:r>
            <a:r>
              <a:rPr kumimoji="1" lang="ja-JP" altLang="en-US" b="1" dirty="0">
                <a:solidFill>
                  <a:srgbClr val="FFFF00"/>
                </a:solidFill>
              </a:rPr>
              <a:t>回三笠宮杯全日本ダンススポーツ選手権</a:t>
            </a:r>
          </a:p>
        </p:txBody>
      </p:sp>
      <p:sp>
        <p:nvSpPr>
          <p:cNvPr id="27" name="正方形/長方形 26">
            <a:extLst>
              <a:ext uri="{FF2B5EF4-FFF2-40B4-BE49-F238E27FC236}">
                <a16:creationId xmlns:a16="http://schemas.microsoft.com/office/drawing/2014/main" id="{E7814E70-572C-48F5-8D7D-D44A4C7DF102}"/>
              </a:ext>
            </a:extLst>
          </p:cNvPr>
          <p:cNvSpPr/>
          <p:nvPr/>
        </p:nvSpPr>
        <p:spPr>
          <a:xfrm>
            <a:off x="1758462" y="5964516"/>
            <a:ext cx="8850922" cy="584775"/>
          </a:xfrm>
          <a:prstGeom prst="rect">
            <a:avLst/>
          </a:prstGeom>
          <a:gradFill>
            <a:gsLst>
              <a:gs pos="8000">
                <a:srgbClr val="006666"/>
              </a:gs>
              <a:gs pos="48000">
                <a:srgbClr val="006666"/>
              </a:gs>
            </a:gsLst>
            <a:lin ang="16200000" scaled="1"/>
          </a:gradFill>
          <a:ln w="19050">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28" name="テキスト ボックス 27">
            <a:extLst>
              <a:ext uri="{FF2B5EF4-FFF2-40B4-BE49-F238E27FC236}">
                <a16:creationId xmlns:a16="http://schemas.microsoft.com/office/drawing/2014/main" id="{091DF4BA-5C44-5DFD-64AC-5BAD1DDEEF3E}"/>
              </a:ext>
            </a:extLst>
          </p:cNvPr>
          <p:cNvSpPr txBox="1"/>
          <p:nvPr/>
        </p:nvSpPr>
        <p:spPr>
          <a:xfrm>
            <a:off x="1836615" y="6026070"/>
            <a:ext cx="7518401" cy="461665"/>
          </a:xfrm>
          <a:prstGeom prst="rect">
            <a:avLst/>
          </a:prstGeom>
          <a:noFill/>
        </p:spPr>
        <p:txBody>
          <a:bodyPr wrap="square" rtlCol="0">
            <a:spAutoFit/>
          </a:bodyPr>
          <a:lstStyle/>
          <a:p>
            <a:r>
              <a:rPr kumimoji="1" lang="ja-JP" altLang="en-US" sz="2400" b="1" dirty="0">
                <a:solidFill>
                  <a:schemeClr val="bg1"/>
                </a:solidFill>
                <a:latin typeface="ＭＳ Ｐゴシック" panose="020B0600070205080204" pitchFamily="50" charset="-128"/>
                <a:ea typeface="ＭＳ Ｐゴシック" panose="020B0600070205080204" pitchFamily="50" charset="-128"/>
              </a:rPr>
              <a:t>三笠宮杯全日本ダンススポーツ選手権</a:t>
            </a:r>
            <a:endParaRPr kumimoji="1" lang="en-US" altLang="ja-JP" sz="2400" b="1" dirty="0">
              <a:solidFill>
                <a:schemeClr val="bg1"/>
              </a:solidFill>
              <a:latin typeface="ＭＳ Ｐゴシック" panose="020B0600070205080204" pitchFamily="50" charset="-128"/>
              <a:ea typeface="ＭＳ Ｐゴシック" panose="020B0600070205080204" pitchFamily="50" charset="-128"/>
            </a:endParaRPr>
          </a:p>
        </p:txBody>
      </p:sp>
      <p:sp>
        <p:nvSpPr>
          <p:cNvPr id="3" name="テキスト ボックス 2">
            <a:extLst>
              <a:ext uri="{FF2B5EF4-FFF2-40B4-BE49-F238E27FC236}">
                <a16:creationId xmlns:a16="http://schemas.microsoft.com/office/drawing/2014/main" id="{6089656E-25D1-A72D-CE2A-F610D6D67DA3}"/>
              </a:ext>
            </a:extLst>
          </p:cNvPr>
          <p:cNvSpPr txBox="1"/>
          <p:nvPr/>
        </p:nvSpPr>
        <p:spPr>
          <a:xfrm>
            <a:off x="7315201" y="6026069"/>
            <a:ext cx="3665416" cy="461665"/>
          </a:xfrm>
          <a:prstGeom prst="rect">
            <a:avLst/>
          </a:prstGeom>
          <a:noFill/>
        </p:spPr>
        <p:txBody>
          <a:bodyPr wrap="square" rtlCol="0">
            <a:spAutoFit/>
          </a:bodyPr>
          <a:lstStyle/>
          <a:p>
            <a:pPr algn="ctr"/>
            <a:r>
              <a:rPr lang="ja-JP" altLang="en-US" sz="2400" b="1" dirty="0">
                <a:solidFill>
                  <a:schemeClr val="bg1"/>
                </a:solidFill>
                <a:latin typeface="ＭＳ Ｐゴシック" panose="020B0600070205080204" pitchFamily="50" charset="-128"/>
                <a:ea typeface="ＭＳ Ｐゴシック" panose="020B0600070205080204" pitchFamily="50" charset="-128"/>
              </a:rPr>
              <a:t>スタンダード　決勝</a:t>
            </a:r>
            <a:endParaRPr kumimoji="1" lang="en-US" altLang="ja-JP" sz="2400" b="1" dirty="0">
              <a:solidFill>
                <a:schemeClr val="bg1"/>
              </a:solidFill>
              <a:latin typeface="ＭＳ Ｐゴシック" panose="020B0600070205080204" pitchFamily="50" charset="-128"/>
              <a:ea typeface="ＭＳ Ｐゴシック" panose="020B0600070205080204" pitchFamily="50" charset="-128"/>
            </a:endParaRPr>
          </a:p>
        </p:txBody>
      </p:sp>
      <p:sp>
        <p:nvSpPr>
          <p:cNvPr id="4" name="テキスト ボックス 3">
            <a:extLst>
              <a:ext uri="{FF2B5EF4-FFF2-40B4-BE49-F238E27FC236}">
                <a16:creationId xmlns:a16="http://schemas.microsoft.com/office/drawing/2014/main" id="{2A37145D-2DD0-75FB-62C9-865488F16C00}"/>
              </a:ext>
            </a:extLst>
          </p:cNvPr>
          <p:cNvSpPr txBox="1"/>
          <p:nvPr/>
        </p:nvSpPr>
        <p:spPr>
          <a:xfrm>
            <a:off x="1356961" y="5564407"/>
            <a:ext cx="4826962" cy="369332"/>
          </a:xfrm>
          <a:prstGeom prst="rect">
            <a:avLst/>
          </a:prstGeom>
          <a:noFill/>
        </p:spPr>
        <p:txBody>
          <a:bodyPr wrap="none" rtlCol="0">
            <a:spAutoFit/>
          </a:bodyPr>
          <a:lstStyle/>
          <a:p>
            <a:r>
              <a:rPr kumimoji="1" lang="ja-JP" altLang="en-US" b="1" dirty="0">
                <a:solidFill>
                  <a:srgbClr val="FFFF00"/>
                </a:solidFill>
              </a:rPr>
              <a:t>第</a:t>
            </a:r>
            <a:r>
              <a:rPr kumimoji="1" lang="en-US" altLang="ja-JP" b="1" dirty="0">
                <a:solidFill>
                  <a:srgbClr val="FFFF00"/>
                </a:solidFill>
              </a:rPr>
              <a:t>44</a:t>
            </a:r>
            <a:r>
              <a:rPr kumimoji="1" lang="ja-JP" altLang="en-US" b="1" dirty="0">
                <a:solidFill>
                  <a:srgbClr val="FFFF00"/>
                </a:solidFill>
              </a:rPr>
              <a:t>回三笠宮杯全日本ダンススポーツ選手権</a:t>
            </a:r>
          </a:p>
        </p:txBody>
      </p:sp>
    </p:spTree>
    <p:extLst>
      <p:ext uri="{BB962C8B-B14F-4D97-AF65-F5344CB8AC3E}">
        <p14:creationId xmlns:p14="http://schemas.microsoft.com/office/powerpoint/2010/main" val="1200913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60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1+#ppt_w/2"/>
                                          </p:val>
                                        </p:tav>
                                        <p:tav tm="100000">
                                          <p:val>
                                            <p:strVal val="#ppt_x"/>
                                          </p:val>
                                        </p:tav>
                                      </p:tavLst>
                                    </p:anim>
                                    <p:anim calcmode="lin" valueType="num">
                                      <p:cBhvr additive="base">
                                        <p:cTn id="8" dur="500" fill="hold"/>
                                        <p:tgtEl>
                                          <p:spTgt spid="27"/>
                                        </p:tgtEl>
                                        <p:attrNameLst>
                                          <p:attrName>ppt_y</p:attrName>
                                        </p:attrNameLst>
                                      </p:cBhvr>
                                      <p:tavLst>
                                        <p:tav tm="0">
                                          <p:val>
                                            <p:strVal val="#ppt_y"/>
                                          </p:val>
                                        </p:tav>
                                        <p:tav tm="100000">
                                          <p:val>
                                            <p:strVal val="#ppt_y"/>
                                          </p:val>
                                        </p:tav>
                                      </p:tavLst>
                                    </p:anim>
                                  </p:childTnLst>
                                </p:cTn>
                              </p:par>
                              <p:par>
                                <p:cTn id="9" presetID="10" presetClass="exit" presetSubtype="0" fill="hold" grpId="1" nodeType="withEffect">
                                  <p:stCondLst>
                                    <p:cond delay="0"/>
                                  </p:stCondLst>
                                  <p:childTnLst>
                                    <p:animEffect transition="out" filter="fade">
                                      <p:cBhvr>
                                        <p:cTn id="10" dur="500"/>
                                        <p:tgtEl>
                                          <p:spTgt spid="27"/>
                                        </p:tgtEl>
                                      </p:cBhvr>
                                    </p:animEffect>
                                    <p:set>
                                      <p:cBhvr>
                                        <p:cTn id="11" dur="1" fill="hold">
                                          <p:stCondLst>
                                            <p:cond delay="499"/>
                                          </p:stCondLst>
                                        </p:cTn>
                                        <p:tgtEl>
                                          <p:spTgt spid="27"/>
                                        </p:tgtEl>
                                        <p:attrNameLst>
                                          <p:attrName>style.visibility</p:attrName>
                                        </p:attrNameLst>
                                      </p:cBhvr>
                                      <p:to>
                                        <p:strVal val="hidden"/>
                                      </p:to>
                                    </p:set>
                                  </p:childTnLst>
                                </p:cTn>
                              </p:par>
                              <p:par>
                                <p:cTn id="12" presetID="2" presetClass="entr" presetSubtype="2" fill="hold" grpId="0" nodeType="withEffect">
                                  <p:stCondLst>
                                    <p:cond delay="60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1+#ppt_w/2"/>
                                          </p:val>
                                        </p:tav>
                                        <p:tav tm="100000">
                                          <p:val>
                                            <p:strVal val="#ppt_x"/>
                                          </p:val>
                                        </p:tav>
                                      </p:tavLst>
                                    </p:anim>
                                    <p:anim calcmode="lin" valueType="num">
                                      <p:cBhvr additive="base">
                                        <p:cTn id="15" dur="500" fill="hold"/>
                                        <p:tgtEl>
                                          <p:spTgt spid="5"/>
                                        </p:tgtEl>
                                        <p:attrNameLst>
                                          <p:attrName>ppt_y</p:attrName>
                                        </p:attrNameLst>
                                      </p:cBhvr>
                                      <p:tavLst>
                                        <p:tav tm="0">
                                          <p:val>
                                            <p:strVal val="#ppt_y"/>
                                          </p:val>
                                        </p:tav>
                                        <p:tav tm="100000">
                                          <p:val>
                                            <p:strVal val="#ppt_y"/>
                                          </p:val>
                                        </p:tav>
                                      </p:tavLst>
                                    </p:anim>
                                  </p:childTnLst>
                                </p:cTn>
                              </p:par>
                              <p:par>
                                <p:cTn id="16" presetID="10" presetClass="exit" presetSubtype="0" fill="hold" grpId="1" nodeType="withEffect">
                                  <p:stCondLst>
                                    <p:cond delay="0"/>
                                  </p:stCondLst>
                                  <p:childTnLst>
                                    <p:animEffect transition="out" filter="fade">
                                      <p:cBhvr>
                                        <p:cTn id="17" dur="500"/>
                                        <p:tgtEl>
                                          <p:spTgt spid="5"/>
                                        </p:tgtEl>
                                      </p:cBhvr>
                                    </p:animEffect>
                                    <p:set>
                                      <p:cBhvr>
                                        <p:cTn id="18"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27" grpId="0" animBg="1"/>
      <p:bldP spid="27"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8000"/>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888E68E1-64F4-C7DC-9D9B-1BFB0FA19BA1}"/>
              </a:ext>
            </a:extLst>
          </p:cNvPr>
          <p:cNvSpPr/>
          <p:nvPr/>
        </p:nvSpPr>
        <p:spPr>
          <a:xfrm>
            <a:off x="1145580" y="1373381"/>
            <a:ext cx="9655769" cy="1206025"/>
          </a:xfrm>
          <a:prstGeom prst="rect">
            <a:avLst/>
          </a:prstGeom>
          <a:solidFill>
            <a:schemeClr val="bg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21" name="正方形/長方形 20">
            <a:extLst>
              <a:ext uri="{FF2B5EF4-FFF2-40B4-BE49-F238E27FC236}">
                <a16:creationId xmlns:a16="http://schemas.microsoft.com/office/drawing/2014/main" id="{D8535294-CB8E-AC5B-33BB-8CC737D6EB1E}"/>
              </a:ext>
            </a:extLst>
          </p:cNvPr>
          <p:cNvSpPr/>
          <p:nvPr/>
        </p:nvSpPr>
        <p:spPr>
          <a:xfrm>
            <a:off x="1145581" y="792097"/>
            <a:ext cx="5145316" cy="527124"/>
          </a:xfrm>
          <a:prstGeom prst="rect">
            <a:avLst/>
          </a:prstGeom>
          <a:gradFill>
            <a:gsLst>
              <a:gs pos="86000">
                <a:srgbClr val="004846"/>
              </a:gs>
              <a:gs pos="100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a:solidFill>
                <a:schemeClr val="bg1"/>
              </a:solidFill>
            </a:endParaRPr>
          </a:p>
        </p:txBody>
      </p:sp>
      <p:sp>
        <p:nvSpPr>
          <p:cNvPr id="5" name="テキスト ボックス 4">
            <a:extLst>
              <a:ext uri="{FF2B5EF4-FFF2-40B4-BE49-F238E27FC236}">
                <a16:creationId xmlns:a16="http://schemas.microsoft.com/office/drawing/2014/main" id="{FF481A78-0663-808F-B26C-C4647510C417}"/>
              </a:ext>
            </a:extLst>
          </p:cNvPr>
          <p:cNvSpPr txBox="1"/>
          <p:nvPr/>
        </p:nvSpPr>
        <p:spPr>
          <a:xfrm>
            <a:off x="1317029" y="1319220"/>
            <a:ext cx="5292435" cy="461665"/>
          </a:xfrm>
          <a:prstGeom prst="rect">
            <a:avLst/>
          </a:prstGeom>
          <a:noFill/>
        </p:spPr>
        <p:txBody>
          <a:bodyPr wrap="square" rtlCol="0">
            <a:spAutoFit/>
          </a:bodyPr>
          <a:lstStyle/>
          <a:p>
            <a:endParaRPr kumimoji="1" lang="ja-JP" altLang="en-US" sz="2400" b="1" dirty="0">
              <a:solidFill>
                <a:schemeClr val="bg1"/>
              </a:solidFill>
              <a:latin typeface="ＭＳ Ｐゴシック" panose="020B0600070205080204" pitchFamily="50" charset="-128"/>
              <a:ea typeface="ＭＳ Ｐゴシック" panose="020B0600070205080204" pitchFamily="50" charset="-128"/>
            </a:endParaRPr>
          </a:p>
        </p:txBody>
      </p:sp>
      <p:sp>
        <p:nvSpPr>
          <p:cNvPr id="20" name="テキスト ボックス 19">
            <a:extLst>
              <a:ext uri="{FF2B5EF4-FFF2-40B4-BE49-F238E27FC236}">
                <a16:creationId xmlns:a16="http://schemas.microsoft.com/office/drawing/2014/main" id="{613F965B-1200-EB06-96A1-C0B5A9AA3FFF}"/>
              </a:ext>
            </a:extLst>
          </p:cNvPr>
          <p:cNvSpPr txBox="1"/>
          <p:nvPr/>
        </p:nvSpPr>
        <p:spPr>
          <a:xfrm>
            <a:off x="1145580" y="862146"/>
            <a:ext cx="1346844" cy="369332"/>
          </a:xfrm>
          <a:prstGeom prst="rect">
            <a:avLst/>
          </a:prstGeom>
          <a:noFill/>
        </p:spPr>
        <p:txBody>
          <a:bodyPr wrap="none" rtlCol="0">
            <a:spAutoFit/>
          </a:bodyPr>
          <a:lstStyle/>
          <a:p>
            <a:r>
              <a:rPr kumimoji="1" lang="ja-JP" altLang="en-US" b="1" dirty="0">
                <a:solidFill>
                  <a:schemeClr val="bg1"/>
                </a:solidFill>
                <a:latin typeface="ＭＳ Ｐゴシック" panose="020B0600070205080204" pitchFamily="50" charset="-128"/>
                <a:ea typeface="ＭＳ Ｐゴシック" panose="020B0600070205080204" pitchFamily="50" charset="-128"/>
              </a:rPr>
              <a:t>現在の競技</a:t>
            </a:r>
          </a:p>
        </p:txBody>
      </p:sp>
      <p:pic>
        <p:nvPicPr>
          <p:cNvPr id="19" name="図 18">
            <a:extLst>
              <a:ext uri="{FF2B5EF4-FFF2-40B4-BE49-F238E27FC236}">
                <a16:creationId xmlns:a16="http://schemas.microsoft.com/office/drawing/2014/main" id="{556278A7-1B8B-4296-07B0-351D6A96A508}"/>
              </a:ext>
            </a:extLst>
          </p:cNvPr>
          <p:cNvPicPr>
            <a:picLocks noChangeAspect="1"/>
          </p:cNvPicPr>
          <p:nvPr/>
        </p:nvPicPr>
        <p:blipFill>
          <a:blip r:embed="rId2"/>
          <a:stretch>
            <a:fillRect/>
          </a:stretch>
        </p:blipFill>
        <p:spPr>
          <a:xfrm>
            <a:off x="0" y="0"/>
            <a:ext cx="617273" cy="739204"/>
          </a:xfrm>
          <a:prstGeom prst="rect">
            <a:avLst/>
          </a:prstGeom>
        </p:spPr>
      </p:pic>
      <p:sp>
        <p:nvSpPr>
          <p:cNvPr id="22" name="テキスト ボックス 21">
            <a:extLst>
              <a:ext uri="{FF2B5EF4-FFF2-40B4-BE49-F238E27FC236}">
                <a16:creationId xmlns:a16="http://schemas.microsoft.com/office/drawing/2014/main" id="{695708AE-8DAF-BC8C-BDB7-833AD880BC14}"/>
              </a:ext>
            </a:extLst>
          </p:cNvPr>
          <p:cNvSpPr txBox="1"/>
          <p:nvPr/>
        </p:nvSpPr>
        <p:spPr>
          <a:xfrm>
            <a:off x="541073" y="131820"/>
            <a:ext cx="4826962" cy="369332"/>
          </a:xfrm>
          <a:prstGeom prst="rect">
            <a:avLst/>
          </a:prstGeom>
          <a:noFill/>
        </p:spPr>
        <p:txBody>
          <a:bodyPr wrap="none" rtlCol="0">
            <a:spAutoFit/>
          </a:bodyPr>
          <a:lstStyle/>
          <a:p>
            <a:r>
              <a:rPr kumimoji="1" lang="ja-JP" altLang="en-US" b="1" dirty="0">
                <a:solidFill>
                  <a:srgbClr val="FFFF00"/>
                </a:solidFill>
              </a:rPr>
              <a:t>第</a:t>
            </a:r>
            <a:r>
              <a:rPr kumimoji="1" lang="en-US" altLang="ja-JP" b="1" dirty="0">
                <a:solidFill>
                  <a:srgbClr val="FFFF00"/>
                </a:solidFill>
              </a:rPr>
              <a:t>44</a:t>
            </a:r>
            <a:r>
              <a:rPr kumimoji="1" lang="ja-JP" altLang="en-US" b="1" dirty="0">
                <a:solidFill>
                  <a:srgbClr val="FFFF00"/>
                </a:solidFill>
              </a:rPr>
              <a:t>回三笠宮杯全日本ダンススポーツ選手権</a:t>
            </a:r>
          </a:p>
        </p:txBody>
      </p:sp>
      <p:sp>
        <p:nvSpPr>
          <p:cNvPr id="23" name="テキスト ボックス 22">
            <a:extLst>
              <a:ext uri="{FF2B5EF4-FFF2-40B4-BE49-F238E27FC236}">
                <a16:creationId xmlns:a16="http://schemas.microsoft.com/office/drawing/2014/main" id="{FAFC1C0A-5D4A-8FB5-E2E2-F498AC773736}"/>
              </a:ext>
            </a:extLst>
          </p:cNvPr>
          <p:cNvSpPr txBox="1"/>
          <p:nvPr/>
        </p:nvSpPr>
        <p:spPr>
          <a:xfrm>
            <a:off x="1218837" y="1668058"/>
            <a:ext cx="8155622" cy="523220"/>
          </a:xfrm>
          <a:prstGeom prst="rect">
            <a:avLst/>
          </a:prstGeom>
          <a:noFill/>
        </p:spPr>
        <p:txBody>
          <a:bodyPr wrap="square" rtlCol="0">
            <a:spAutoFit/>
          </a:bodyPr>
          <a:lstStyle>
            <a:defPPr>
              <a:defRPr lang="ja-JP"/>
            </a:defPPr>
            <a:lvl1pPr>
              <a:defRPr sz="2800" b="1">
                <a:solidFill>
                  <a:srgbClr val="000066"/>
                </a:solidFill>
                <a:latin typeface="ＭＳ Ｐゴシック" panose="020B0600070205080204" pitchFamily="50" charset="-128"/>
                <a:ea typeface="ＭＳ Ｐゴシック" panose="020B0600070205080204" pitchFamily="50" charset="-128"/>
              </a:defRPr>
            </a:lvl1pPr>
          </a:lstStyle>
          <a:p>
            <a:r>
              <a:rPr lang="en-US" altLang="ja-JP"/>
              <a:t>001</a:t>
            </a:r>
            <a:r>
              <a:rPr lang="ja-JP" altLang="en-US"/>
              <a:t>  </a:t>
            </a:r>
            <a:r>
              <a:rPr lang="en-US" altLang="ja-JP" dirty="0"/>
              <a:t>D</a:t>
            </a:r>
            <a:r>
              <a:rPr lang="ja-JP" altLang="en-US" dirty="0"/>
              <a:t>級戦</a:t>
            </a:r>
            <a:r>
              <a:rPr lang="ja-JP" altLang="en-US"/>
              <a:t>スタンダード　</a:t>
            </a:r>
            <a:r>
              <a:rPr lang="en-US" altLang="ja-JP" dirty="0"/>
              <a:t>1</a:t>
            </a:r>
            <a:r>
              <a:rPr lang="ja-JP" altLang="en-US" dirty="0"/>
              <a:t>次予選</a:t>
            </a:r>
          </a:p>
        </p:txBody>
      </p:sp>
      <p:sp>
        <p:nvSpPr>
          <p:cNvPr id="24" name="テキスト ボックス 23">
            <a:extLst>
              <a:ext uri="{FF2B5EF4-FFF2-40B4-BE49-F238E27FC236}">
                <a16:creationId xmlns:a16="http://schemas.microsoft.com/office/drawing/2014/main" id="{25FFD4F4-F2FB-76EA-7088-ACE76918D0E0}"/>
              </a:ext>
            </a:extLst>
          </p:cNvPr>
          <p:cNvSpPr txBox="1"/>
          <p:nvPr/>
        </p:nvSpPr>
        <p:spPr>
          <a:xfrm>
            <a:off x="10970948" y="131820"/>
            <a:ext cx="1035861" cy="369332"/>
          </a:xfrm>
          <a:prstGeom prst="rect">
            <a:avLst/>
          </a:prstGeom>
          <a:noFill/>
        </p:spPr>
        <p:txBody>
          <a:bodyPr wrap="none" rtlCol="0">
            <a:spAutoFit/>
          </a:bodyPr>
          <a:lstStyle/>
          <a:p>
            <a:r>
              <a:rPr lang="en-US" altLang="ja-JP" b="1" dirty="0">
                <a:solidFill>
                  <a:srgbClr val="FFFF00"/>
                </a:solidFill>
              </a:rPr>
              <a:t>A</a:t>
            </a:r>
            <a:r>
              <a:rPr lang="ja-JP" altLang="en-US" b="1" dirty="0">
                <a:solidFill>
                  <a:srgbClr val="FFFF00"/>
                </a:solidFill>
              </a:rPr>
              <a:t>フロア</a:t>
            </a:r>
            <a:endParaRPr kumimoji="1" lang="ja-JP" altLang="en-US" b="1" dirty="0">
              <a:solidFill>
                <a:srgbClr val="FFFF00"/>
              </a:solidFill>
            </a:endParaRPr>
          </a:p>
        </p:txBody>
      </p:sp>
      <p:sp>
        <p:nvSpPr>
          <p:cNvPr id="25" name="正方形/長方形 24">
            <a:extLst>
              <a:ext uri="{FF2B5EF4-FFF2-40B4-BE49-F238E27FC236}">
                <a16:creationId xmlns:a16="http://schemas.microsoft.com/office/drawing/2014/main" id="{C4D477C1-C29D-28F9-DC60-580B4F2C9BF4}"/>
              </a:ext>
            </a:extLst>
          </p:cNvPr>
          <p:cNvSpPr/>
          <p:nvPr/>
        </p:nvSpPr>
        <p:spPr>
          <a:xfrm>
            <a:off x="1145581" y="3758296"/>
            <a:ext cx="5145316" cy="527124"/>
          </a:xfrm>
          <a:prstGeom prst="rect">
            <a:avLst/>
          </a:prstGeom>
          <a:gradFill>
            <a:gsLst>
              <a:gs pos="86000">
                <a:srgbClr val="004846"/>
              </a:gs>
              <a:gs pos="100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a:solidFill>
                <a:schemeClr val="bg1"/>
              </a:solidFill>
            </a:endParaRPr>
          </a:p>
        </p:txBody>
      </p:sp>
      <p:sp>
        <p:nvSpPr>
          <p:cNvPr id="26" name="テキスト ボックス 25">
            <a:extLst>
              <a:ext uri="{FF2B5EF4-FFF2-40B4-BE49-F238E27FC236}">
                <a16:creationId xmlns:a16="http://schemas.microsoft.com/office/drawing/2014/main" id="{814411DF-F1E7-6586-29BC-08932988D50B}"/>
              </a:ext>
            </a:extLst>
          </p:cNvPr>
          <p:cNvSpPr txBox="1"/>
          <p:nvPr/>
        </p:nvSpPr>
        <p:spPr>
          <a:xfrm>
            <a:off x="1145580" y="3828345"/>
            <a:ext cx="1114408" cy="369332"/>
          </a:xfrm>
          <a:prstGeom prst="rect">
            <a:avLst/>
          </a:prstGeom>
          <a:noFill/>
        </p:spPr>
        <p:txBody>
          <a:bodyPr wrap="none" rtlCol="0">
            <a:spAutoFit/>
          </a:bodyPr>
          <a:lstStyle/>
          <a:p>
            <a:r>
              <a:rPr kumimoji="1" lang="ja-JP" altLang="en-US" b="1" dirty="0">
                <a:solidFill>
                  <a:schemeClr val="bg1"/>
                </a:solidFill>
                <a:latin typeface="ＭＳ Ｐゴシック" panose="020B0600070205080204" pitchFamily="50" charset="-128"/>
                <a:ea typeface="ＭＳ Ｐゴシック" panose="020B0600070205080204" pitchFamily="50" charset="-128"/>
              </a:rPr>
              <a:t>次の競技</a:t>
            </a:r>
          </a:p>
        </p:txBody>
      </p:sp>
      <p:sp>
        <p:nvSpPr>
          <p:cNvPr id="27" name="正方形/長方形 26">
            <a:extLst>
              <a:ext uri="{FF2B5EF4-FFF2-40B4-BE49-F238E27FC236}">
                <a16:creationId xmlns:a16="http://schemas.microsoft.com/office/drawing/2014/main" id="{E7814E70-572C-48F5-8D7D-D44A4C7DF102}"/>
              </a:ext>
            </a:extLst>
          </p:cNvPr>
          <p:cNvSpPr/>
          <p:nvPr/>
        </p:nvSpPr>
        <p:spPr>
          <a:xfrm>
            <a:off x="1145580" y="4332755"/>
            <a:ext cx="9655769" cy="625403"/>
          </a:xfrm>
          <a:prstGeom prst="rect">
            <a:avLst/>
          </a:prstGeom>
          <a:solidFill>
            <a:schemeClr val="bg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28" name="テキスト ボックス 27">
            <a:extLst>
              <a:ext uri="{FF2B5EF4-FFF2-40B4-BE49-F238E27FC236}">
                <a16:creationId xmlns:a16="http://schemas.microsoft.com/office/drawing/2014/main" id="{091DF4BA-5C44-5DFD-64AC-5BAD1DDEEF3E}"/>
              </a:ext>
            </a:extLst>
          </p:cNvPr>
          <p:cNvSpPr txBox="1"/>
          <p:nvPr/>
        </p:nvSpPr>
        <p:spPr>
          <a:xfrm>
            <a:off x="1218837" y="4443881"/>
            <a:ext cx="5292435" cy="523220"/>
          </a:xfrm>
          <a:prstGeom prst="rect">
            <a:avLst/>
          </a:prstGeom>
          <a:noFill/>
        </p:spPr>
        <p:txBody>
          <a:bodyPr wrap="square" rtlCol="0">
            <a:spAutoFit/>
          </a:bodyPr>
          <a:lstStyle>
            <a:defPPr>
              <a:defRPr lang="ja-JP"/>
            </a:defPPr>
            <a:lvl1pPr>
              <a:defRPr sz="2800" b="1">
                <a:solidFill>
                  <a:srgbClr val="000066"/>
                </a:solidFill>
                <a:latin typeface="ＭＳ Ｐゴシック" panose="020B0600070205080204" pitchFamily="50" charset="-128"/>
                <a:ea typeface="ＭＳ Ｐゴシック" panose="020B0600070205080204" pitchFamily="50" charset="-128"/>
              </a:defRPr>
            </a:lvl1pPr>
          </a:lstStyle>
          <a:p>
            <a:r>
              <a:rPr lang="en-US" altLang="ja-JP"/>
              <a:t>002</a:t>
            </a:r>
            <a:r>
              <a:rPr lang="ja-JP" altLang="en-US"/>
              <a:t>  </a:t>
            </a:r>
            <a:r>
              <a:rPr lang="en-US" altLang="ja-JP" dirty="0"/>
              <a:t>C</a:t>
            </a:r>
            <a:r>
              <a:rPr lang="ja-JP" altLang="en-US" dirty="0"/>
              <a:t>級戦</a:t>
            </a:r>
            <a:r>
              <a:rPr lang="ja-JP" altLang="en-US"/>
              <a:t>スタンダード　</a:t>
            </a:r>
            <a:r>
              <a:rPr lang="en-US" altLang="ja-JP" dirty="0"/>
              <a:t>1</a:t>
            </a:r>
            <a:r>
              <a:rPr lang="ja-JP" altLang="en-US" dirty="0"/>
              <a:t>次予選</a:t>
            </a:r>
          </a:p>
        </p:txBody>
      </p:sp>
      <p:sp>
        <p:nvSpPr>
          <p:cNvPr id="29" name="正方形/長方形 28">
            <a:extLst>
              <a:ext uri="{FF2B5EF4-FFF2-40B4-BE49-F238E27FC236}">
                <a16:creationId xmlns:a16="http://schemas.microsoft.com/office/drawing/2014/main" id="{1065CB7C-338A-DCF3-9039-E1771959ED04}"/>
              </a:ext>
            </a:extLst>
          </p:cNvPr>
          <p:cNvSpPr/>
          <p:nvPr/>
        </p:nvSpPr>
        <p:spPr>
          <a:xfrm>
            <a:off x="1145580" y="5069284"/>
            <a:ext cx="9655769" cy="625403"/>
          </a:xfrm>
          <a:prstGeom prst="rect">
            <a:avLst/>
          </a:prstGeom>
          <a:solidFill>
            <a:schemeClr val="bg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30" name="テキスト ボックス 29">
            <a:extLst>
              <a:ext uri="{FF2B5EF4-FFF2-40B4-BE49-F238E27FC236}">
                <a16:creationId xmlns:a16="http://schemas.microsoft.com/office/drawing/2014/main" id="{250AFA6F-7DAD-4D9C-051C-774EF5875425}"/>
              </a:ext>
            </a:extLst>
          </p:cNvPr>
          <p:cNvSpPr txBox="1"/>
          <p:nvPr/>
        </p:nvSpPr>
        <p:spPr>
          <a:xfrm>
            <a:off x="1218837" y="5180410"/>
            <a:ext cx="5292435" cy="523220"/>
          </a:xfrm>
          <a:prstGeom prst="rect">
            <a:avLst/>
          </a:prstGeom>
          <a:noFill/>
        </p:spPr>
        <p:txBody>
          <a:bodyPr wrap="square" rtlCol="0">
            <a:spAutoFit/>
          </a:bodyPr>
          <a:lstStyle>
            <a:defPPr>
              <a:defRPr lang="ja-JP"/>
            </a:defPPr>
            <a:lvl1pPr>
              <a:defRPr sz="2800" b="1">
                <a:solidFill>
                  <a:srgbClr val="000066"/>
                </a:solidFill>
                <a:latin typeface="ＭＳ Ｐゴシック" panose="020B0600070205080204" pitchFamily="50" charset="-128"/>
                <a:ea typeface="ＭＳ Ｐゴシック" panose="020B0600070205080204" pitchFamily="50" charset="-128"/>
              </a:defRPr>
            </a:lvl1pPr>
          </a:lstStyle>
          <a:p>
            <a:r>
              <a:rPr lang="en-US" altLang="ja-JP"/>
              <a:t>003</a:t>
            </a:r>
            <a:r>
              <a:rPr lang="ja-JP" altLang="en-US"/>
              <a:t>  </a:t>
            </a:r>
            <a:r>
              <a:rPr lang="en-US" altLang="ja-JP" dirty="0"/>
              <a:t>B</a:t>
            </a:r>
            <a:r>
              <a:rPr lang="ja-JP" altLang="en-US" dirty="0"/>
              <a:t>級戦</a:t>
            </a:r>
            <a:r>
              <a:rPr lang="ja-JP" altLang="en-US"/>
              <a:t>スタンダード　</a:t>
            </a:r>
            <a:r>
              <a:rPr lang="en-US" altLang="ja-JP" dirty="0"/>
              <a:t>1</a:t>
            </a:r>
            <a:r>
              <a:rPr lang="ja-JP" altLang="en-US" dirty="0"/>
              <a:t>次予選</a:t>
            </a:r>
          </a:p>
        </p:txBody>
      </p:sp>
      <p:sp>
        <p:nvSpPr>
          <p:cNvPr id="31" name="正方形/長方形 30">
            <a:extLst>
              <a:ext uri="{FF2B5EF4-FFF2-40B4-BE49-F238E27FC236}">
                <a16:creationId xmlns:a16="http://schemas.microsoft.com/office/drawing/2014/main" id="{8BC091C4-2630-F41E-2AC7-30987FBE9286}"/>
              </a:ext>
            </a:extLst>
          </p:cNvPr>
          <p:cNvSpPr/>
          <p:nvPr/>
        </p:nvSpPr>
        <p:spPr>
          <a:xfrm>
            <a:off x="1145580" y="5753201"/>
            <a:ext cx="9655769" cy="625403"/>
          </a:xfrm>
          <a:prstGeom prst="rect">
            <a:avLst/>
          </a:prstGeom>
          <a:solidFill>
            <a:schemeClr val="bg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32" name="テキスト ボックス 31">
            <a:extLst>
              <a:ext uri="{FF2B5EF4-FFF2-40B4-BE49-F238E27FC236}">
                <a16:creationId xmlns:a16="http://schemas.microsoft.com/office/drawing/2014/main" id="{3BD7BC7D-9733-3C59-47EF-31CA682C437F}"/>
              </a:ext>
            </a:extLst>
          </p:cNvPr>
          <p:cNvSpPr txBox="1"/>
          <p:nvPr/>
        </p:nvSpPr>
        <p:spPr>
          <a:xfrm>
            <a:off x="1218837" y="5864327"/>
            <a:ext cx="5292435" cy="461665"/>
          </a:xfrm>
          <a:prstGeom prst="rect">
            <a:avLst/>
          </a:prstGeom>
          <a:noFill/>
        </p:spPr>
        <p:txBody>
          <a:bodyPr wrap="square" rtlCol="0">
            <a:spAutoFit/>
          </a:bodyPr>
          <a:lstStyle>
            <a:defPPr>
              <a:defRPr lang="ja-JP"/>
            </a:defPPr>
            <a:lvl1pPr>
              <a:defRPr sz="2800" b="1">
                <a:solidFill>
                  <a:srgbClr val="000066"/>
                </a:solidFill>
                <a:latin typeface="ＭＳ Ｐゴシック" panose="020B0600070205080204" pitchFamily="50" charset="-128"/>
                <a:ea typeface="ＭＳ Ｐゴシック" panose="020B0600070205080204" pitchFamily="50" charset="-128"/>
              </a:defRPr>
            </a:lvl1pPr>
          </a:lstStyle>
          <a:p>
            <a:r>
              <a:rPr lang="en-US" altLang="ja-JP"/>
              <a:t>004</a:t>
            </a:r>
            <a:r>
              <a:rPr lang="ja-JP" altLang="en-US"/>
              <a:t>  </a:t>
            </a:r>
            <a:r>
              <a:rPr lang="en-US" altLang="ja-JP" dirty="0"/>
              <a:t>A</a:t>
            </a:r>
            <a:r>
              <a:rPr lang="ja-JP" altLang="en-US" dirty="0"/>
              <a:t>級戦</a:t>
            </a:r>
            <a:r>
              <a:rPr lang="ja-JP" altLang="en-US"/>
              <a:t>スタンダード　</a:t>
            </a:r>
            <a:r>
              <a:rPr lang="en-US" altLang="ja-JP" dirty="0"/>
              <a:t>1</a:t>
            </a:r>
            <a:r>
              <a:rPr lang="ja-JP" altLang="en-US" dirty="0"/>
              <a:t>次予選</a:t>
            </a:r>
          </a:p>
        </p:txBody>
      </p:sp>
      <p:sp>
        <p:nvSpPr>
          <p:cNvPr id="33" name="テキスト ボックス 32">
            <a:extLst>
              <a:ext uri="{FF2B5EF4-FFF2-40B4-BE49-F238E27FC236}">
                <a16:creationId xmlns:a16="http://schemas.microsoft.com/office/drawing/2014/main" id="{1C525459-840D-12FF-7195-2FADF9626646}"/>
              </a:ext>
            </a:extLst>
          </p:cNvPr>
          <p:cNvSpPr txBox="1"/>
          <p:nvPr/>
        </p:nvSpPr>
        <p:spPr>
          <a:xfrm>
            <a:off x="8815818" y="4474658"/>
            <a:ext cx="1985531" cy="400110"/>
          </a:xfrm>
          <a:prstGeom prst="rect">
            <a:avLst/>
          </a:prstGeom>
          <a:noFill/>
        </p:spPr>
        <p:txBody>
          <a:bodyPr wrap="square" rtlCol="0">
            <a:spAutoFit/>
          </a:bodyPr>
          <a:lstStyle>
            <a:defPPr>
              <a:defRPr lang="ja-JP"/>
            </a:defPPr>
            <a:lvl1pPr>
              <a:defRPr sz="2000" b="1">
                <a:solidFill>
                  <a:srgbClr val="000066"/>
                </a:solidFill>
                <a:latin typeface="ＭＳ Ｐゴシック" panose="020B0600070205080204" pitchFamily="50" charset="-128"/>
                <a:ea typeface="ＭＳ Ｐゴシック" panose="020B0600070205080204" pitchFamily="50" charset="-128"/>
              </a:defRPr>
            </a:lvl1pPr>
          </a:lstStyle>
          <a:p>
            <a:r>
              <a:rPr lang="ja-JP" altLang="en-US" dirty="0"/>
              <a:t>開始予定 </a:t>
            </a:r>
            <a:r>
              <a:rPr lang="en-US" altLang="ja-JP" dirty="0"/>
              <a:t>11:50</a:t>
            </a:r>
            <a:endParaRPr lang="ja-JP" altLang="en-US" dirty="0"/>
          </a:p>
        </p:txBody>
      </p:sp>
      <p:sp>
        <p:nvSpPr>
          <p:cNvPr id="34" name="テキスト ボックス 33">
            <a:extLst>
              <a:ext uri="{FF2B5EF4-FFF2-40B4-BE49-F238E27FC236}">
                <a16:creationId xmlns:a16="http://schemas.microsoft.com/office/drawing/2014/main" id="{0D990F42-9FBA-A32C-C522-5C51A0EC6006}"/>
              </a:ext>
            </a:extLst>
          </p:cNvPr>
          <p:cNvSpPr txBox="1"/>
          <p:nvPr/>
        </p:nvSpPr>
        <p:spPr>
          <a:xfrm>
            <a:off x="8815818" y="5190936"/>
            <a:ext cx="1985531" cy="400110"/>
          </a:xfrm>
          <a:prstGeom prst="rect">
            <a:avLst/>
          </a:prstGeom>
          <a:noFill/>
        </p:spPr>
        <p:txBody>
          <a:bodyPr wrap="square" rtlCol="0">
            <a:spAutoFit/>
          </a:bodyPr>
          <a:lstStyle>
            <a:defPPr>
              <a:defRPr lang="ja-JP"/>
            </a:defPPr>
            <a:lvl1pPr>
              <a:defRPr sz="2000" b="1">
                <a:solidFill>
                  <a:srgbClr val="000066"/>
                </a:solidFill>
                <a:latin typeface="ＭＳ Ｐゴシック" panose="020B0600070205080204" pitchFamily="50" charset="-128"/>
                <a:ea typeface="ＭＳ Ｐゴシック" panose="020B0600070205080204" pitchFamily="50" charset="-128"/>
              </a:defRPr>
            </a:lvl1pPr>
          </a:lstStyle>
          <a:p>
            <a:r>
              <a:rPr lang="ja-JP" altLang="en-US" dirty="0"/>
              <a:t>開始</a:t>
            </a:r>
            <a:r>
              <a:rPr lang="ja-JP" altLang="en-US"/>
              <a:t>予定 </a:t>
            </a:r>
            <a:r>
              <a:rPr lang="en-US" altLang="ja-JP" dirty="0"/>
              <a:t>12:20</a:t>
            </a:r>
            <a:endParaRPr lang="ja-JP" altLang="en-US" dirty="0"/>
          </a:p>
        </p:txBody>
      </p:sp>
      <p:sp>
        <p:nvSpPr>
          <p:cNvPr id="35" name="テキスト ボックス 34">
            <a:extLst>
              <a:ext uri="{FF2B5EF4-FFF2-40B4-BE49-F238E27FC236}">
                <a16:creationId xmlns:a16="http://schemas.microsoft.com/office/drawing/2014/main" id="{260A1BD9-EA20-E928-9FD8-5839C6E2D3C0}"/>
              </a:ext>
            </a:extLst>
          </p:cNvPr>
          <p:cNvSpPr txBox="1"/>
          <p:nvPr/>
        </p:nvSpPr>
        <p:spPr>
          <a:xfrm>
            <a:off x="8815818" y="5855140"/>
            <a:ext cx="1985531" cy="400110"/>
          </a:xfrm>
          <a:prstGeom prst="rect">
            <a:avLst/>
          </a:prstGeom>
          <a:noFill/>
        </p:spPr>
        <p:txBody>
          <a:bodyPr wrap="square" rtlCol="0">
            <a:spAutoFit/>
          </a:bodyPr>
          <a:lstStyle>
            <a:defPPr>
              <a:defRPr lang="ja-JP"/>
            </a:defPPr>
            <a:lvl1pPr>
              <a:defRPr sz="2000" b="1">
                <a:solidFill>
                  <a:srgbClr val="000066"/>
                </a:solidFill>
                <a:latin typeface="ＭＳ Ｐゴシック" panose="020B0600070205080204" pitchFamily="50" charset="-128"/>
                <a:ea typeface="ＭＳ Ｐゴシック" panose="020B0600070205080204" pitchFamily="50" charset="-128"/>
              </a:defRPr>
            </a:lvl1pPr>
          </a:lstStyle>
          <a:p>
            <a:r>
              <a:rPr lang="ja-JP" altLang="en-US" dirty="0"/>
              <a:t>開始</a:t>
            </a:r>
            <a:r>
              <a:rPr lang="ja-JP" altLang="en-US"/>
              <a:t>予定 </a:t>
            </a:r>
            <a:r>
              <a:rPr lang="en-US" altLang="ja-JP" dirty="0"/>
              <a:t>13:30</a:t>
            </a:r>
            <a:endParaRPr lang="ja-JP" altLang="en-US" dirty="0"/>
          </a:p>
        </p:txBody>
      </p:sp>
      <p:sp>
        <p:nvSpPr>
          <p:cNvPr id="3" name="テキスト ボックス 2">
            <a:extLst>
              <a:ext uri="{FF2B5EF4-FFF2-40B4-BE49-F238E27FC236}">
                <a16:creationId xmlns:a16="http://schemas.microsoft.com/office/drawing/2014/main" id="{4B4AEB0F-6253-8E8C-4227-C264A8C4B7A7}"/>
              </a:ext>
            </a:extLst>
          </p:cNvPr>
          <p:cNvSpPr txBox="1"/>
          <p:nvPr/>
        </p:nvSpPr>
        <p:spPr>
          <a:xfrm>
            <a:off x="10080218" y="470335"/>
            <a:ext cx="1941557" cy="369332"/>
          </a:xfrm>
          <a:prstGeom prst="rect">
            <a:avLst/>
          </a:prstGeom>
          <a:noFill/>
        </p:spPr>
        <p:txBody>
          <a:bodyPr wrap="none" rtlCol="0">
            <a:spAutoFit/>
          </a:bodyPr>
          <a:lstStyle/>
          <a:p>
            <a:r>
              <a:rPr kumimoji="1" lang="ja-JP" altLang="en-US" b="1" dirty="0">
                <a:solidFill>
                  <a:srgbClr val="FFFF00"/>
                </a:solidFill>
              </a:rPr>
              <a:t>現在時刻　</a:t>
            </a:r>
            <a:r>
              <a:rPr kumimoji="1" lang="en-US" altLang="ja-JP" b="1" dirty="0">
                <a:solidFill>
                  <a:srgbClr val="FFFF00"/>
                </a:solidFill>
              </a:rPr>
              <a:t>10:38</a:t>
            </a:r>
            <a:endParaRPr kumimoji="1" lang="ja-JP" altLang="en-US" b="1" dirty="0">
              <a:solidFill>
                <a:srgbClr val="FFFF00"/>
              </a:solidFill>
            </a:endParaRPr>
          </a:p>
        </p:txBody>
      </p:sp>
      <p:sp>
        <p:nvSpPr>
          <p:cNvPr id="4" name="テキスト ボックス 3">
            <a:extLst>
              <a:ext uri="{FF2B5EF4-FFF2-40B4-BE49-F238E27FC236}">
                <a16:creationId xmlns:a16="http://schemas.microsoft.com/office/drawing/2014/main" id="{10B0C624-74D2-0E83-26A3-74E5A6C3A4C7}"/>
              </a:ext>
            </a:extLst>
          </p:cNvPr>
          <p:cNvSpPr txBox="1"/>
          <p:nvPr/>
        </p:nvSpPr>
        <p:spPr>
          <a:xfrm>
            <a:off x="8553141" y="1668058"/>
            <a:ext cx="1985531" cy="400110"/>
          </a:xfrm>
          <a:prstGeom prst="rect">
            <a:avLst/>
          </a:prstGeom>
          <a:noFill/>
        </p:spPr>
        <p:txBody>
          <a:bodyPr wrap="square" rtlCol="0">
            <a:spAutoFit/>
          </a:bodyPr>
          <a:lstStyle/>
          <a:p>
            <a:pPr algn="r"/>
            <a:r>
              <a:rPr kumimoji="1" lang="en-US" altLang="ja-JP" sz="2000" b="1" dirty="0">
                <a:solidFill>
                  <a:srgbClr val="FF0000"/>
                </a:solidFill>
                <a:latin typeface="ＭＳ Ｐゴシック" panose="020B0600070205080204" pitchFamily="50" charset="-128"/>
                <a:ea typeface="ＭＳ Ｐゴシック" panose="020B0600070205080204" pitchFamily="50" charset="-128"/>
              </a:rPr>
              <a:t>W</a:t>
            </a:r>
            <a:r>
              <a:rPr kumimoji="1" lang="en-US" altLang="ja-JP" sz="2000" b="1" dirty="0">
                <a:solidFill>
                  <a:schemeClr val="bg1"/>
                </a:solidFill>
                <a:latin typeface="ＭＳ Ｐゴシック" panose="020B0600070205080204" pitchFamily="50" charset="-128"/>
                <a:ea typeface="ＭＳ Ｐゴシック" panose="020B0600070205080204" pitchFamily="50" charset="-128"/>
              </a:rPr>
              <a:t> </a:t>
            </a:r>
            <a:r>
              <a:rPr kumimoji="1" lang="en-US" altLang="ja-JP" sz="2000" b="1" dirty="0">
                <a:solidFill>
                  <a:srgbClr val="3E5B8E"/>
                </a:solidFill>
                <a:latin typeface="ＭＳ Ｐゴシック" panose="020B0600070205080204" pitchFamily="50" charset="-128"/>
                <a:ea typeface="ＭＳ Ｐゴシック" panose="020B0600070205080204" pitchFamily="50" charset="-128"/>
              </a:rPr>
              <a:t>T V F Q</a:t>
            </a:r>
            <a:endParaRPr kumimoji="1" lang="ja-JP" altLang="en-US" sz="2000" b="1" dirty="0">
              <a:solidFill>
                <a:srgbClr val="3E5B8E"/>
              </a:solidFill>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2119978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60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1+#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10" presetClass="exit" presetSubtype="0" fill="hold" grpId="1" nodeType="withEffect">
                                  <p:stCondLst>
                                    <p:cond delay="0"/>
                                  </p:stCondLst>
                                  <p:childTnLst>
                                    <p:animEffect transition="out" filter="fade">
                                      <p:cBhvr>
                                        <p:cTn id="10" dur="500"/>
                                        <p:tgtEl>
                                          <p:spTgt spid="21"/>
                                        </p:tgtEl>
                                      </p:cBhvr>
                                    </p:animEffect>
                                    <p:set>
                                      <p:cBhvr>
                                        <p:cTn id="11" dur="1" fill="hold">
                                          <p:stCondLst>
                                            <p:cond delay="499"/>
                                          </p:stCondLst>
                                        </p:cTn>
                                        <p:tgtEl>
                                          <p:spTgt spid="21"/>
                                        </p:tgtEl>
                                        <p:attrNameLst>
                                          <p:attrName>style.visibility</p:attrName>
                                        </p:attrNameLst>
                                      </p:cBhvr>
                                      <p:to>
                                        <p:strVal val="hidden"/>
                                      </p:to>
                                    </p:set>
                                  </p:childTnLst>
                                </p:cTn>
                              </p:par>
                              <p:par>
                                <p:cTn id="12" presetID="2" presetClass="entr" presetSubtype="2" fill="hold" grpId="0" nodeType="withEffect">
                                  <p:stCondLst>
                                    <p:cond delay="60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1+#ppt_w/2"/>
                                          </p:val>
                                        </p:tav>
                                        <p:tav tm="100000">
                                          <p:val>
                                            <p:strVal val="#ppt_x"/>
                                          </p:val>
                                        </p:tav>
                                      </p:tavLst>
                                    </p:anim>
                                    <p:anim calcmode="lin" valueType="num">
                                      <p:cBhvr additive="base">
                                        <p:cTn id="15" dur="500" fill="hold"/>
                                        <p:tgtEl>
                                          <p:spTgt spid="2"/>
                                        </p:tgtEl>
                                        <p:attrNameLst>
                                          <p:attrName>ppt_y</p:attrName>
                                        </p:attrNameLst>
                                      </p:cBhvr>
                                      <p:tavLst>
                                        <p:tav tm="0">
                                          <p:val>
                                            <p:strVal val="#ppt_y"/>
                                          </p:val>
                                        </p:tav>
                                        <p:tav tm="100000">
                                          <p:val>
                                            <p:strVal val="#ppt_y"/>
                                          </p:val>
                                        </p:tav>
                                      </p:tavLst>
                                    </p:anim>
                                  </p:childTnLst>
                                </p:cTn>
                              </p:par>
                              <p:par>
                                <p:cTn id="16" presetID="10" presetClass="exit" presetSubtype="0" fill="hold" grpId="1" nodeType="withEffect">
                                  <p:stCondLst>
                                    <p:cond delay="0"/>
                                  </p:stCondLst>
                                  <p:childTnLst>
                                    <p:animEffect transition="out" filter="fade">
                                      <p:cBhvr>
                                        <p:cTn id="17" dur="500"/>
                                        <p:tgtEl>
                                          <p:spTgt spid="2"/>
                                        </p:tgtEl>
                                      </p:cBhvr>
                                    </p:animEffect>
                                    <p:set>
                                      <p:cBhvr>
                                        <p:cTn id="18" dur="1" fill="hold">
                                          <p:stCondLst>
                                            <p:cond delay="499"/>
                                          </p:stCondLst>
                                        </p:cTn>
                                        <p:tgtEl>
                                          <p:spTgt spid="2"/>
                                        </p:tgtEl>
                                        <p:attrNameLst>
                                          <p:attrName>style.visibility</p:attrName>
                                        </p:attrNameLst>
                                      </p:cBhvr>
                                      <p:to>
                                        <p:strVal val="hidden"/>
                                      </p:to>
                                    </p:set>
                                  </p:childTnLst>
                                </p:cTn>
                              </p:par>
                              <p:par>
                                <p:cTn id="19" presetID="2" presetClass="entr" presetSubtype="2" fill="hold" grpId="0" nodeType="withEffect">
                                  <p:stCondLst>
                                    <p:cond delay="600"/>
                                  </p:stCondLst>
                                  <p:childTnLst>
                                    <p:set>
                                      <p:cBhvr>
                                        <p:cTn id="20" dur="1" fill="hold">
                                          <p:stCondLst>
                                            <p:cond delay="0"/>
                                          </p:stCondLst>
                                        </p:cTn>
                                        <p:tgtEl>
                                          <p:spTgt spid="25"/>
                                        </p:tgtEl>
                                        <p:attrNameLst>
                                          <p:attrName>style.visibility</p:attrName>
                                        </p:attrNameLst>
                                      </p:cBhvr>
                                      <p:to>
                                        <p:strVal val="visible"/>
                                      </p:to>
                                    </p:set>
                                    <p:anim calcmode="lin" valueType="num">
                                      <p:cBhvr additive="base">
                                        <p:cTn id="21" dur="500" fill="hold"/>
                                        <p:tgtEl>
                                          <p:spTgt spid="25"/>
                                        </p:tgtEl>
                                        <p:attrNameLst>
                                          <p:attrName>ppt_x</p:attrName>
                                        </p:attrNameLst>
                                      </p:cBhvr>
                                      <p:tavLst>
                                        <p:tav tm="0">
                                          <p:val>
                                            <p:strVal val="1+#ppt_w/2"/>
                                          </p:val>
                                        </p:tav>
                                        <p:tav tm="100000">
                                          <p:val>
                                            <p:strVal val="#ppt_x"/>
                                          </p:val>
                                        </p:tav>
                                      </p:tavLst>
                                    </p:anim>
                                    <p:anim calcmode="lin" valueType="num">
                                      <p:cBhvr additive="base">
                                        <p:cTn id="22" dur="500" fill="hold"/>
                                        <p:tgtEl>
                                          <p:spTgt spid="25"/>
                                        </p:tgtEl>
                                        <p:attrNameLst>
                                          <p:attrName>ppt_y</p:attrName>
                                        </p:attrNameLst>
                                      </p:cBhvr>
                                      <p:tavLst>
                                        <p:tav tm="0">
                                          <p:val>
                                            <p:strVal val="#ppt_y"/>
                                          </p:val>
                                        </p:tav>
                                        <p:tav tm="100000">
                                          <p:val>
                                            <p:strVal val="#ppt_y"/>
                                          </p:val>
                                        </p:tav>
                                      </p:tavLst>
                                    </p:anim>
                                  </p:childTnLst>
                                </p:cTn>
                              </p:par>
                              <p:par>
                                <p:cTn id="23" presetID="10" presetClass="exit" presetSubtype="0" fill="hold" grpId="1" nodeType="withEffect">
                                  <p:stCondLst>
                                    <p:cond delay="0"/>
                                  </p:stCondLst>
                                  <p:childTnLst>
                                    <p:animEffect transition="out" filter="fade">
                                      <p:cBhvr>
                                        <p:cTn id="24" dur="500"/>
                                        <p:tgtEl>
                                          <p:spTgt spid="25"/>
                                        </p:tgtEl>
                                      </p:cBhvr>
                                    </p:animEffect>
                                    <p:set>
                                      <p:cBhvr>
                                        <p:cTn id="25" dur="1" fill="hold">
                                          <p:stCondLst>
                                            <p:cond delay="499"/>
                                          </p:stCondLst>
                                        </p:cTn>
                                        <p:tgtEl>
                                          <p:spTgt spid="25"/>
                                        </p:tgtEl>
                                        <p:attrNameLst>
                                          <p:attrName>style.visibility</p:attrName>
                                        </p:attrNameLst>
                                      </p:cBhvr>
                                      <p:to>
                                        <p:strVal val="hidden"/>
                                      </p:to>
                                    </p:set>
                                  </p:childTnLst>
                                </p:cTn>
                              </p:par>
                              <p:par>
                                <p:cTn id="26" presetID="2" presetClass="entr" presetSubtype="2" fill="hold" grpId="0" nodeType="withEffect">
                                  <p:stCondLst>
                                    <p:cond delay="600"/>
                                  </p:stCondLst>
                                  <p:childTnLst>
                                    <p:set>
                                      <p:cBhvr>
                                        <p:cTn id="27" dur="1" fill="hold">
                                          <p:stCondLst>
                                            <p:cond delay="0"/>
                                          </p:stCondLst>
                                        </p:cTn>
                                        <p:tgtEl>
                                          <p:spTgt spid="27"/>
                                        </p:tgtEl>
                                        <p:attrNameLst>
                                          <p:attrName>style.visibility</p:attrName>
                                        </p:attrNameLst>
                                      </p:cBhvr>
                                      <p:to>
                                        <p:strVal val="visible"/>
                                      </p:to>
                                    </p:set>
                                    <p:anim calcmode="lin" valueType="num">
                                      <p:cBhvr additive="base">
                                        <p:cTn id="28" dur="500" fill="hold"/>
                                        <p:tgtEl>
                                          <p:spTgt spid="27"/>
                                        </p:tgtEl>
                                        <p:attrNameLst>
                                          <p:attrName>ppt_x</p:attrName>
                                        </p:attrNameLst>
                                      </p:cBhvr>
                                      <p:tavLst>
                                        <p:tav tm="0">
                                          <p:val>
                                            <p:strVal val="1+#ppt_w/2"/>
                                          </p:val>
                                        </p:tav>
                                        <p:tav tm="100000">
                                          <p:val>
                                            <p:strVal val="#ppt_x"/>
                                          </p:val>
                                        </p:tav>
                                      </p:tavLst>
                                    </p:anim>
                                    <p:anim calcmode="lin" valueType="num">
                                      <p:cBhvr additive="base">
                                        <p:cTn id="29" dur="500" fill="hold"/>
                                        <p:tgtEl>
                                          <p:spTgt spid="27"/>
                                        </p:tgtEl>
                                        <p:attrNameLst>
                                          <p:attrName>ppt_y</p:attrName>
                                        </p:attrNameLst>
                                      </p:cBhvr>
                                      <p:tavLst>
                                        <p:tav tm="0">
                                          <p:val>
                                            <p:strVal val="#ppt_y"/>
                                          </p:val>
                                        </p:tav>
                                        <p:tav tm="100000">
                                          <p:val>
                                            <p:strVal val="#ppt_y"/>
                                          </p:val>
                                        </p:tav>
                                      </p:tavLst>
                                    </p:anim>
                                  </p:childTnLst>
                                </p:cTn>
                              </p:par>
                              <p:par>
                                <p:cTn id="30" presetID="10" presetClass="exit" presetSubtype="0" fill="hold" grpId="1" nodeType="withEffect">
                                  <p:stCondLst>
                                    <p:cond delay="0"/>
                                  </p:stCondLst>
                                  <p:childTnLst>
                                    <p:animEffect transition="out" filter="fade">
                                      <p:cBhvr>
                                        <p:cTn id="31" dur="500"/>
                                        <p:tgtEl>
                                          <p:spTgt spid="27"/>
                                        </p:tgtEl>
                                      </p:cBhvr>
                                    </p:animEffect>
                                    <p:set>
                                      <p:cBhvr>
                                        <p:cTn id="32" dur="1" fill="hold">
                                          <p:stCondLst>
                                            <p:cond delay="499"/>
                                          </p:stCondLst>
                                        </p:cTn>
                                        <p:tgtEl>
                                          <p:spTgt spid="27"/>
                                        </p:tgtEl>
                                        <p:attrNameLst>
                                          <p:attrName>style.visibility</p:attrName>
                                        </p:attrNameLst>
                                      </p:cBhvr>
                                      <p:to>
                                        <p:strVal val="hidden"/>
                                      </p:to>
                                    </p:set>
                                  </p:childTnLst>
                                </p:cTn>
                              </p:par>
                              <p:par>
                                <p:cTn id="33" presetID="2" presetClass="entr" presetSubtype="2" fill="hold" grpId="0" nodeType="withEffect">
                                  <p:stCondLst>
                                    <p:cond delay="600"/>
                                  </p:stCondLst>
                                  <p:childTnLst>
                                    <p:set>
                                      <p:cBhvr>
                                        <p:cTn id="34" dur="1" fill="hold">
                                          <p:stCondLst>
                                            <p:cond delay="0"/>
                                          </p:stCondLst>
                                        </p:cTn>
                                        <p:tgtEl>
                                          <p:spTgt spid="29"/>
                                        </p:tgtEl>
                                        <p:attrNameLst>
                                          <p:attrName>style.visibility</p:attrName>
                                        </p:attrNameLst>
                                      </p:cBhvr>
                                      <p:to>
                                        <p:strVal val="visible"/>
                                      </p:to>
                                    </p:set>
                                    <p:anim calcmode="lin" valueType="num">
                                      <p:cBhvr additive="base">
                                        <p:cTn id="35" dur="500" fill="hold"/>
                                        <p:tgtEl>
                                          <p:spTgt spid="29"/>
                                        </p:tgtEl>
                                        <p:attrNameLst>
                                          <p:attrName>ppt_x</p:attrName>
                                        </p:attrNameLst>
                                      </p:cBhvr>
                                      <p:tavLst>
                                        <p:tav tm="0">
                                          <p:val>
                                            <p:strVal val="1+#ppt_w/2"/>
                                          </p:val>
                                        </p:tav>
                                        <p:tav tm="100000">
                                          <p:val>
                                            <p:strVal val="#ppt_x"/>
                                          </p:val>
                                        </p:tav>
                                      </p:tavLst>
                                    </p:anim>
                                    <p:anim calcmode="lin" valueType="num">
                                      <p:cBhvr additive="base">
                                        <p:cTn id="36" dur="500" fill="hold"/>
                                        <p:tgtEl>
                                          <p:spTgt spid="29"/>
                                        </p:tgtEl>
                                        <p:attrNameLst>
                                          <p:attrName>ppt_y</p:attrName>
                                        </p:attrNameLst>
                                      </p:cBhvr>
                                      <p:tavLst>
                                        <p:tav tm="0">
                                          <p:val>
                                            <p:strVal val="#ppt_y"/>
                                          </p:val>
                                        </p:tav>
                                        <p:tav tm="100000">
                                          <p:val>
                                            <p:strVal val="#ppt_y"/>
                                          </p:val>
                                        </p:tav>
                                      </p:tavLst>
                                    </p:anim>
                                  </p:childTnLst>
                                </p:cTn>
                              </p:par>
                              <p:par>
                                <p:cTn id="37" presetID="10" presetClass="exit" presetSubtype="0" fill="hold" grpId="1" nodeType="withEffect">
                                  <p:stCondLst>
                                    <p:cond delay="0"/>
                                  </p:stCondLst>
                                  <p:childTnLst>
                                    <p:animEffect transition="out" filter="fade">
                                      <p:cBhvr>
                                        <p:cTn id="38" dur="500"/>
                                        <p:tgtEl>
                                          <p:spTgt spid="29"/>
                                        </p:tgtEl>
                                      </p:cBhvr>
                                    </p:animEffect>
                                    <p:set>
                                      <p:cBhvr>
                                        <p:cTn id="39" dur="1" fill="hold">
                                          <p:stCondLst>
                                            <p:cond delay="499"/>
                                          </p:stCondLst>
                                        </p:cTn>
                                        <p:tgtEl>
                                          <p:spTgt spid="29"/>
                                        </p:tgtEl>
                                        <p:attrNameLst>
                                          <p:attrName>style.visibility</p:attrName>
                                        </p:attrNameLst>
                                      </p:cBhvr>
                                      <p:to>
                                        <p:strVal val="hidden"/>
                                      </p:to>
                                    </p:set>
                                  </p:childTnLst>
                                </p:cTn>
                              </p:par>
                              <p:par>
                                <p:cTn id="40" presetID="2" presetClass="entr" presetSubtype="2" fill="hold" grpId="0" nodeType="withEffect">
                                  <p:stCondLst>
                                    <p:cond delay="600"/>
                                  </p:stCondLst>
                                  <p:childTnLst>
                                    <p:set>
                                      <p:cBhvr>
                                        <p:cTn id="41" dur="1" fill="hold">
                                          <p:stCondLst>
                                            <p:cond delay="0"/>
                                          </p:stCondLst>
                                        </p:cTn>
                                        <p:tgtEl>
                                          <p:spTgt spid="31"/>
                                        </p:tgtEl>
                                        <p:attrNameLst>
                                          <p:attrName>style.visibility</p:attrName>
                                        </p:attrNameLst>
                                      </p:cBhvr>
                                      <p:to>
                                        <p:strVal val="visible"/>
                                      </p:to>
                                    </p:set>
                                    <p:anim calcmode="lin" valueType="num">
                                      <p:cBhvr additive="base">
                                        <p:cTn id="42" dur="500" fill="hold"/>
                                        <p:tgtEl>
                                          <p:spTgt spid="31"/>
                                        </p:tgtEl>
                                        <p:attrNameLst>
                                          <p:attrName>ppt_x</p:attrName>
                                        </p:attrNameLst>
                                      </p:cBhvr>
                                      <p:tavLst>
                                        <p:tav tm="0">
                                          <p:val>
                                            <p:strVal val="1+#ppt_w/2"/>
                                          </p:val>
                                        </p:tav>
                                        <p:tav tm="100000">
                                          <p:val>
                                            <p:strVal val="#ppt_x"/>
                                          </p:val>
                                        </p:tav>
                                      </p:tavLst>
                                    </p:anim>
                                    <p:anim calcmode="lin" valueType="num">
                                      <p:cBhvr additive="base">
                                        <p:cTn id="43" dur="500" fill="hold"/>
                                        <p:tgtEl>
                                          <p:spTgt spid="31"/>
                                        </p:tgtEl>
                                        <p:attrNameLst>
                                          <p:attrName>ppt_y</p:attrName>
                                        </p:attrNameLst>
                                      </p:cBhvr>
                                      <p:tavLst>
                                        <p:tav tm="0">
                                          <p:val>
                                            <p:strVal val="#ppt_y"/>
                                          </p:val>
                                        </p:tav>
                                        <p:tav tm="100000">
                                          <p:val>
                                            <p:strVal val="#ppt_y"/>
                                          </p:val>
                                        </p:tav>
                                      </p:tavLst>
                                    </p:anim>
                                  </p:childTnLst>
                                </p:cTn>
                              </p:par>
                              <p:par>
                                <p:cTn id="44" presetID="10" presetClass="exit" presetSubtype="0" fill="hold" grpId="1" nodeType="withEffect">
                                  <p:stCondLst>
                                    <p:cond delay="0"/>
                                  </p:stCondLst>
                                  <p:childTnLst>
                                    <p:animEffect transition="out" filter="fade">
                                      <p:cBhvr>
                                        <p:cTn id="45" dur="500"/>
                                        <p:tgtEl>
                                          <p:spTgt spid="31"/>
                                        </p:tgtEl>
                                      </p:cBhvr>
                                    </p:animEffect>
                                    <p:set>
                                      <p:cBhvr>
                                        <p:cTn id="46" dur="1" fill="hold">
                                          <p:stCondLst>
                                            <p:cond delay="499"/>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1" grpId="0" animBg="1"/>
      <p:bldP spid="21" grpId="1" animBg="1"/>
      <p:bldP spid="25" grpId="0" animBg="1"/>
      <p:bldP spid="25" grpId="1" animBg="1"/>
      <p:bldP spid="27" grpId="0" animBg="1"/>
      <p:bldP spid="27" grpId="1" animBg="1"/>
      <p:bldP spid="29" grpId="0" animBg="1"/>
      <p:bldP spid="29" grpId="1" animBg="1"/>
      <p:bldP spid="31" grpId="0" animBg="1"/>
      <p:bldP spid="31"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8000"/>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888E68E1-64F4-C7DC-9D9B-1BFB0FA19BA1}"/>
              </a:ext>
            </a:extLst>
          </p:cNvPr>
          <p:cNvSpPr/>
          <p:nvPr/>
        </p:nvSpPr>
        <p:spPr>
          <a:xfrm>
            <a:off x="1145581" y="1881538"/>
            <a:ext cx="5102024" cy="1206025"/>
          </a:xfrm>
          <a:prstGeom prst="rect">
            <a:avLst/>
          </a:prstGeom>
          <a:gradFill>
            <a:gsLst>
              <a:gs pos="8000">
                <a:srgbClr val="006666"/>
              </a:gs>
              <a:gs pos="48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21" name="正方形/長方形 20">
            <a:extLst>
              <a:ext uri="{FF2B5EF4-FFF2-40B4-BE49-F238E27FC236}">
                <a16:creationId xmlns:a16="http://schemas.microsoft.com/office/drawing/2014/main" id="{D8535294-CB8E-AC5B-33BB-8CC737D6EB1E}"/>
              </a:ext>
            </a:extLst>
          </p:cNvPr>
          <p:cNvSpPr/>
          <p:nvPr/>
        </p:nvSpPr>
        <p:spPr>
          <a:xfrm>
            <a:off x="1102288" y="1234293"/>
            <a:ext cx="10652049" cy="527124"/>
          </a:xfrm>
          <a:prstGeom prst="rect">
            <a:avLst/>
          </a:prstGeom>
          <a:gradFill>
            <a:gsLst>
              <a:gs pos="86000">
                <a:srgbClr val="004846"/>
              </a:gs>
              <a:gs pos="100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a:solidFill>
                <a:schemeClr val="bg1"/>
              </a:solidFill>
            </a:endParaRPr>
          </a:p>
        </p:txBody>
      </p:sp>
      <p:sp>
        <p:nvSpPr>
          <p:cNvPr id="5" name="テキスト ボックス 4">
            <a:extLst>
              <a:ext uri="{FF2B5EF4-FFF2-40B4-BE49-F238E27FC236}">
                <a16:creationId xmlns:a16="http://schemas.microsoft.com/office/drawing/2014/main" id="{FF481A78-0663-808F-B26C-C4647510C417}"/>
              </a:ext>
            </a:extLst>
          </p:cNvPr>
          <p:cNvSpPr txBox="1"/>
          <p:nvPr/>
        </p:nvSpPr>
        <p:spPr>
          <a:xfrm>
            <a:off x="1317029" y="1319220"/>
            <a:ext cx="5292435" cy="461665"/>
          </a:xfrm>
          <a:prstGeom prst="rect">
            <a:avLst/>
          </a:prstGeom>
          <a:noFill/>
        </p:spPr>
        <p:txBody>
          <a:bodyPr wrap="square" rtlCol="0">
            <a:spAutoFit/>
          </a:bodyPr>
          <a:lstStyle/>
          <a:p>
            <a:endParaRPr kumimoji="1" lang="ja-JP" altLang="en-US" sz="2400" b="1" dirty="0">
              <a:solidFill>
                <a:schemeClr val="bg1"/>
              </a:solidFill>
              <a:latin typeface="ＭＳ Ｐゴシック" panose="020B0600070205080204" pitchFamily="50" charset="-128"/>
              <a:ea typeface="ＭＳ Ｐゴシック" panose="020B0600070205080204" pitchFamily="50" charset="-128"/>
            </a:endParaRPr>
          </a:p>
        </p:txBody>
      </p:sp>
      <p:sp>
        <p:nvSpPr>
          <p:cNvPr id="20" name="テキスト ボックス 19">
            <a:extLst>
              <a:ext uri="{FF2B5EF4-FFF2-40B4-BE49-F238E27FC236}">
                <a16:creationId xmlns:a16="http://schemas.microsoft.com/office/drawing/2014/main" id="{613F965B-1200-EB06-96A1-C0B5A9AA3FFF}"/>
              </a:ext>
            </a:extLst>
          </p:cNvPr>
          <p:cNvSpPr txBox="1"/>
          <p:nvPr/>
        </p:nvSpPr>
        <p:spPr>
          <a:xfrm>
            <a:off x="1145580" y="1268570"/>
            <a:ext cx="1346844" cy="369332"/>
          </a:xfrm>
          <a:prstGeom prst="rect">
            <a:avLst/>
          </a:prstGeom>
          <a:noFill/>
        </p:spPr>
        <p:txBody>
          <a:bodyPr wrap="none" rtlCol="0">
            <a:spAutoFit/>
          </a:bodyPr>
          <a:lstStyle/>
          <a:p>
            <a:r>
              <a:rPr kumimoji="1" lang="ja-JP" altLang="en-US" b="1" dirty="0">
                <a:solidFill>
                  <a:schemeClr val="bg1"/>
                </a:solidFill>
                <a:latin typeface="ＭＳ Ｐゴシック" panose="020B0600070205080204" pitchFamily="50" charset="-128"/>
                <a:ea typeface="ＭＳ Ｐゴシック" panose="020B0600070205080204" pitchFamily="50" charset="-128"/>
              </a:rPr>
              <a:t>現在の競技</a:t>
            </a:r>
          </a:p>
        </p:txBody>
      </p:sp>
      <p:pic>
        <p:nvPicPr>
          <p:cNvPr id="19" name="図 18">
            <a:extLst>
              <a:ext uri="{FF2B5EF4-FFF2-40B4-BE49-F238E27FC236}">
                <a16:creationId xmlns:a16="http://schemas.microsoft.com/office/drawing/2014/main" id="{556278A7-1B8B-4296-07B0-351D6A96A508}"/>
              </a:ext>
            </a:extLst>
          </p:cNvPr>
          <p:cNvPicPr>
            <a:picLocks noChangeAspect="1"/>
          </p:cNvPicPr>
          <p:nvPr/>
        </p:nvPicPr>
        <p:blipFill>
          <a:blip r:embed="rId2"/>
          <a:stretch>
            <a:fillRect/>
          </a:stretch>
        </p:blipFill>
        <p:spPr>
          <a:xfrm>
            <a:off x="0" y="0"/>
            <a:ext cx="617273" cy="739204"/>
          </a:xfrm>
          <a:prstGeom prst="rect">
            <a:avLst/>
          </a:prstGeom>
        </p:spPr>
      </p:pic>
      <p:sp>
        <p:nvSpPr>
          <p:cNvPr id="22" name="テキスト ボックス 21">
            <a:extLst>
              <a:ext uri="{FF2B5EF4-FFF2-40B4-BE49-F238E27FC236}">
                <a16:creationId xmlns:a16="http://schemas.microsoft.com/office/drawing/2014/main" id="{695708AE-8DAF-BC8C-BDB7-833AD880BC14}"/>
              </a:ext>
            </a:extLst>
          </p:cNvPr>
          <p:cNvSpPr txBox="1"/>
          <p:nvPr/>
        </p:nvSpPr>
        <p:spPr>
          <a:xfrm>
            <a:off x="541073" y="131820"/>
            <a:ext cx="4826962" cy="369332"/>
          </a:xfrm>
          <a:prstGeom prst="rect">
            <a:avLst/>
          </a:prstGeom>
          <a:noFill/>
        </p:spPr>
        <p:txBody>
          <a:bodyPr wrap="none" rtlCol="0">
            <a:spAutoFit/>
          </a:bodyPr>
          <a:lstStyle/>
          <a:p>
            <a:r>
              <a:rPr kumimoji="1" lang="ja-JP" altLang="en-US" b="1" dirty="0">
                <a:solidFill>
                  <a:srgbClr val="FFFF00"/>
                </a:solidFill>
              </a:rPr>
              <a:t>第</a:t>
            </a:r>
            <a:r>
              <a:rPr kumimoji="1" lang="en-US" altLang="ja-JP" b="1" dirty="0">
                <a:solidFill>
                  <a:srgbClr val="FFFF00"/>
                </a:solidFill>
              </a:rPr>
              <a:t>44</a:t>
            </a:r>
            <a:r>
              <a:rPr kumimoji="1" lang="ja-JP" altLang="en-US" b="1" dirty="0">
                <a:solidFill>
                  <a:srgbClr val="FFFF00"/>
                </a:solidFill>
              </a:rPr>
              <a:t>回三笠宮杯全日本ダンススポーツ選手権</a:t>
            </a:r>
          </a:p>
        </p:txBody>
      </p:sp>
      <p:sp>
        <p:nvSpPr>
          <p:cNvPr id="23" name="テキスト ボックス 22">
            <a:extLst>
              <a:ext uri="{FF2B5EF4-FFF2-40B4-BE49-F238E27FC236}">
                <a16:creationId xmlns:a16="http://schemas.microsoft.com/office/drawing/2014/main" id="{FAFC1C0A-5D4A-8FB5-E2E2-F498AC773736}"/>
              </a:ext>
            </a:extLst>
          </p:cNvPr>
          <p:cNvSpPr txBox="1"/>
          <p:nvPr/>
        </p:nvSpPr>
        <p:spPr>
          <a:xfrm>
            <a:off x="1145580" y="2013891"/>
            <a:ext cx="5292435" cy="461665"/>
          </a:xfrm>
          <a:prstGeom prst="rect">
            <a:avLst/>
          </a:prstGeom>
          <a:noFill/>
        </p:spPr>
        <p:txBody>
          <a:bodyPr wrap="square" rtlCol="0">
            <a:spAutoFit/>
          </a:bodyPr>
          <a:lstStyle/>
          <a:p>
            <a:r>
              <a:rPr lang="en-US" altLang="ja-JP" sz="2400" b="1" dirty="0">
                <a:solidFill>
                  <a:schemeClr val="bg1"/>
                </a:solidFill>
                <a:latin typeface="ＭＳ Ｐゴシック" panose="020B0600070205080204" pitchFamily="50" charset="-128"/>
                <a:ea typeface="ＭＳ Ｐゴシック" panose="020B0600070205080204" pitchFamily="50" charset="-128"/>
              </a:rPr>
              <a:t>001</a:t>
            </a:r>
            <a:r>
              <a:rPr lang="ja-JP" altLang="en-US" sz="2400" b="1" dirty="0">
                <a:solidFill>
                  <a:schemeClr val="bg1"/>
                </a:solidFill>
                <a:latin typeface="ＭＳ Ｐゴシック" panose="020B0600070205080204" pitchFamily="50" charset="-128"/>
                <a:ea typeface="ＭＳ Ｐゴシック" panose="020B0600070205080204" pitchFamily="50" charset="-128"/>
              </a:rPr>
              <a:t>  </a:t>
            </a:r>
            <a:r>
              <a:rPr lang="en-US" altLang="ja-JP" sz="2400" b="1" dirty="0">
                <a:solidFill>
                  <a:schemeClr val="bg1"/>
                </a:solidFill>
                <a:latin typeface="ＭＳ Ｐゴシック" panose="020B0600070205080204" pitchFamily="50" charset="-128"/>
                <a:ea typeface="ＭＳ Ｐゴシック" panose="020B0600070205080204" pitchFamily="50" charset="-128"/>
              </a:rPr>
              <a:t>D</a:t>
            </a:r>
            <a:r>
              <a:rPr lang="ja-JP" altLang="en-US" sz="2400" b="1" dirty="0">
                <a:solidFill>
                  <a:schemeClr val="bg1"/>
                </a:solidFill>
                <a:latin typeface="ＭＳ Ｐゴシック" panose="020B0600070205080204" pitchFamily="50" charset="-128"/>
                <a:ea typeface="ＭＳ Ｐゴシック" panose="020B0600070205080204" pitchFamily="50" charset="-128"/>
              </a:rPr>
              <a:t>級戦スタンダード　</a:t>
            </a:r>
            <a:r>
              <a:rPr lang="en-US" altLang="ja-JP" sz="2400" b="1" dirty="0">
                <a:solidFill>
                  <a:schemeClr val="bg1"/>
                </a:solidFill>
                <a:latin typeface="ＭＳ Ｐゴシック" panose="020B0600070205080204" pitchFamily="50" charset="-128"/>
                <a:ea typeface="ＭＳ Ｐゴシック" panose="020B0600070205080204" pitchFamily="50" charset="-128"/>
              </a:rPr>
              <a:t>1</a:t>
            </a:r>
            <a:r>
              <a:rPr lang="ja-JP" altLang="en-US" sz="2400" b="1" dirty="0">
                <a:solidFill>
                  <a:schemeClr val="bg1"/>
                </a:solidFill>
                <a:latin typeface="ＭＳ Ｐゴシック" panose="020B0600070205080204" pitchFamily="50" charset="-128"/>
                <a:ea typeface="ＭＳ Ｐゴシック" panose="020B0600070205080204" pitchFamily="50" charset="-128"/>
              </a:rPr>
              <a:t>次予選</a:t>
            </a:r>
            <a:endParaRPr kumimoji="1" lang="ja-JP" altLang="en-US" sz="2400" b="1" dirty="0">
              <a:solidFill>
                <a:schemeClr val="bg1"/>
              </a:solidFill>
              <a:latin typeface="ＭＳ Ｐゴシック" panose="020B0600070205080204" pitchFamily="50" charset="-128"/>
              <a:ea typeface="ＭＳ Ｐゴシック" panose="020B0600070205080204" pitchFamily="50" charset="-128"/>
            </a:endParaRPr>
          </a:p>
        </p:txBody>
      </p:sp>
      <p:sp>
        <p:nvSpPr>
          <p:cNvPr id="24" name="テキスト ボックス 23">
            <a:extLst>
              <a:ext uri="{FF2B5EF4-FFF2-40B4-BE49-F238E27FC236}">
                <a16:creationId xmlns:a16="http://schemas.microsoft.com/office/drawing/2014/main" id="{25FFD4F4-F2FB-76EA-7088-ACE76918D0E0}"/>
              </a:ext>
            </a:extLst>
          </p:cNvPr>
          <p:cNvSpPr txBox="1"/>
          <p:nvPr/>
        </p:nvSpPr>
        <p:spPr>
          <a:xfrm>
            <a:off x="3015801" y="797415"/>
            <a:ext cx="1035861" cy="369332"/>
          </a:xfrm>
          <a:prstGeom prst="rect">
            <a:avLst/>
          </a:prstGeom>
          <a:noFill/>
        </p:spPr>
        <p:txBody>
          <a:bodyPr wrap="none" rtlCol="0">
            <a:spAutoFit/>
          </a:bodyPr>
          <a:lstStyle/>
          <a:p>
            <a:r>
              <a:rPr lang="en-US" altLang="ja-JP" b="1" dirty="0">
                <a:solidFill>
                  <a:srgbClr val="FFFF00"/>
                </a:solidFill>
              </a:rPr>
              <a:t>A</a:t>
            </a:r>
            <a:r>
              <a:rPr lang="ja-JP" altLang="en-US" b="1" dirty="0">
                <a:solidFill>
                  <a:srgbClr val="FFFF00"/>
                </a:solidFill>
              </a:rPr>
              <a:t>フロア</a:t>
            </a:r>
            <a:endParaRPr kumimoji="1" lang="ja-JP" altLang="en-US" b="1" dirty="0">
              <a:solidFill>
                <a:srgbClr val="FFFF00"/>
              </a:solidFill>
            </a:endParaRPr>
          </a:p>
        </p:txBody>
      </p:sp>
      <p:sp>
        <p:nvSpPr>
          <p:cNvPr id="25" name="正方形/長方形 24">
            <a:extLst>
              <a:ext uri="{FF2B5EF4-FFF2-40B4-BE49-F238E27FC236}">
                <a16:creationId xmlns:a16="http://schemas.microsoft.com/office/drawing/2014/main" id="{C4D477C1-C29D-28F9-DC60-580B4F2C9BF4}"/>
              </a:ext>
            </a:extLst>
          </p:cNvPr>
          <p:cNvSpPr/>
          <p:nvPr/>
        </p:nvSpPr>
        <p:spPr>
          <a:xfrm>
            <a:off x="1145581" y="3758296"/>
            <a:ext cx="10652048" cy="527124"/>
          </a:xfrm>
          <a:prstGeom prst="rect">
            <a:avLst/>
          </a:prstGeom>
          <a:gradFill>
            <a:gsLst>
              <a:gs pos="86000">
                <a:srgbClr val="004846"/>
              </a:gs>
              <a:gs pos="100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a:solidFill>
                <a:schemeClr val="bg1"/>
              </a:solidFill>
            </a:endParaRPr>
          </a:p>
        </p:txBody>
      </p:sp>
      <p:sp>
        <p:nvSpPr>
          <p:cNvPr id="26" name="テキスト ボックス 25">
            <a:extLst>
              <a:ext uri="{FF2B5EF4-FFF2-40B4-BE49-F238E27FC236}">
                <a16:creationId xmlns:a16="http://schemas.microsoft.com/office/drawing/2014/main" id="{814411DF-F1E7-6586-29BC-08932988D50B}"/>
              </a:ext>
            </a:extLst>
          </p:cNvPr>
          <p:cNvSpPr txBox="1"/>
          <p:nvPr/>
        </p:nvSpPr>
        <p:spPr>
          <a:xfrm>
            <a:off x="1145580" y="3828345"/>
            <a:ext cx="1114408" cy="369332"/>
          </a:xfrm>
          <a:prstGeom prst="rect">
            <a:avLst/>
          </a:prstGeom>
          <a:noFill/>
        </p:spPr>
        <p:txBody>
          <a:bodyPr wrap="none" rtlCol="0">
            <a:spAutoFit/>
          </a:bodyPr>
          <a:lstStyle/>
          <a:p>
            <a:r>
              <a:rPr kumimoji="1" lang="ja-JP" altLang="en-US" b="1" dirty="0">
                <a:solidFill>
                  <a:schemeClr val="bg1"/>
                </a:solidFill>
                <a:latin typeface="ＭＳ Ｐゴシック" panose="020B0600070205080204" pitchFamily="50" charset="-128"/>
                <a:ea typeface="ＭＳ Ｐゴシック" panose="020B0600070205080204" pitchFamily="50" charset="-128"/>
              </a:rPr>
              <a:t>次の競技</a:t>
            </a:r>
          </a:p>
        </p:txBody>
      </p:sp>
      <p:sp>
        <p:nvSpPr>
          <p:cNvPr id="27" name="正方形/長方形 26">
            <a:extLst>
              <a:ext uri="{FF2B5EF4-FFF2-40B4-BE49-F238E27FC236}">
                <a16:creationId xmlns:a16="http://schemas.microsoft.com/office/drawing/2014/main" id="{E7814E70-572C-48F5-8D7D-D44A4C7DF102}"/>
              </a:ext>
            </a:extLst>
          </p:cNvPr>
          <p:cNvSpPr/>
          <p:nvPr/>
        </p:nvSpPr>
        <p:spPr>
          <a:xfrm>
            <a:off x="1145580" y="4332755"/>
            <a:ext cx="5102025" cy="625403"/>
          </a:xfrm>
          <a:prstGeom prst="rect">
            <a:avLst/>
          </a:prstGeom>
          <a:gradFill>
            <a:gsLst>
              <a:gs pos="8000">
                <a:srgbClr val="006666"/>
              </a:gs>
              <a:gs pos="48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28" name="テキスト ボックス 27">
            <a:extLst>
              <a:ext uri="{FF2B5EF4-FFF2-40B4-BE49-F238E27FC236}">
                <a16:creationId xmlns:a16="http://schemas.microsoft.com/office/drawing/2014/main" id="{091DF4BA-5C44-5DFD-64AC-5BAD1DDEEF3E}"/>
              </a:ext>
            </a:extLst>
          </p:cNvPr>
          <p:cNvSpPr txBox="1"/>
          <p:nvPr/>
        </p:nvSpPr>
        <p:spPr>
          <a:xfrm>
            <a:off x="1218837" y="4443881"/>
            <a:ext cx="5292435" cy="461665"/>
          </a:xfrm>
          <a:prstGeom prst="rect">
            <a:avLst/>
          </a:prstGeom>
          <a:noFill/>
        </p:spPr>
        <p:txBody>
          <a:bodyPr wrap="square" rtlCol="0">
            <a:spAutoFit/>
          </a:bodyPr>
          <a:lstStyle/>
          <a:p>
            <a:r>
              <a:rPr lang="en-US" altLang="ja-JP" sz="2400" b="1" dirty="0">
                <a:solidFill>
                  <a:schemeClr val="bg1"/>
                </a:solidFill>
                <a:latin typeface="ＭＳ Ｐゴシック" panose="020B0600070205080204" pitchFamily="50" charset="-128"/>
                <a:ea typeface="ＭＳ Ｐゴシック" panose="020B0600070205080204" pitchFamily="50" charset="-128"/>
              </a:rPr>
              <a:t>002</a:t>
            </a:r>
            <a:r>
              <a:rPr lang="ja-JP" altLang="en-US" sz="2400" b="1" dirty="0">
                <a:solidFill>
                  <a:schemeClr val="bg1"/>
                </a:solidFill>
                <a:latin typeface="ＭＳ Ｐゴシック" panose="020B0600070205080204" pitchFamily="50" charset="-128"/>
                <a:ea typeface="ＭＳ Ｐゴシック" panose="020B0600070205080204" pitchFamily="50" charset="-128"/>
              </a:rPr>
              <a:t>  </a:t>
            </a:r>
            <a:r>
              <a:rPr lang="en-US" altLang="ja-JP" sz="2400" b="1" dirty="0">
                <a:solidFill>
                  <a:schemeClr val="bg1"/>
                </a:solidFill>
                <a:latin typeface="ＭＳ Ｐゴシック" panose="020B0600070205080204" pitchFamily="50" charset="-128"/>
                <a:ea typeface="ＭＳ Ｐゴシック" panose="020B0600070205080204" pitchFamily="50" charset="-128"/>
              </a:rPr>
              <a:t>C</a:t>
            </a:r>
            <a:r>
              <a:rPr lang="ja-JP" altLang="en-US" sz="2400" b="1" dirty="0">
                <a:solidFill>
                  <a:schemeClr val="bg1"/>
                </a:solidFill>
                <a:latin typeface="ＭＳ Ｐゴシック" panose="020B0600070205080204" pitchFamily="50" charset="-128"/>
                <a:ea typeface="ＭＳ Ｐゴシック" panose="020B0600070205080204" pitchFamily="50" charset="-128"/>
              </a:rPr>
              <a:t>級戦スタンダード　</a:t>
            </a:r>
            <a:r>
              <a:rPr lang="en-US" altLang="ja-JP" sz="2400" b="1" dirty="0">
                <a:solidFill>
                  <a:schemeClr val="bg1"/>
                </a:solidFill>
                <a:latin typeface="ＭＳ Ｐゴシック" panose="020B0600070205080204" pitchFamily="50" charset="-128"/>
                <a:ea typeface="ＭＳ Ｐゴシック" panose="020B0600070205080204" pitchFamily="50" charset="-128"/>
              </a:rPr>
              <a:t>1</a:t>
            </a:r>
            <a:r>
              <a:rPr lang="ja-JP" altLang="en-US" sz="2400" b="1" dirty="0">
                <a:solidFill>
                  <a:schemeClr val="bg1"/>
                </a:solidFill>
                <a:latin typeface="ＭＳ Ｐゴシック" panose="020B0600070205080204" pitchFamily="50" charset="-128"/>
                <a:ea typeface="ＭＳ Ｐゴシック" panose="020B0600070205080204" pitchFamily="50" charset="-128"/>
              </a:rPr>
              <a:t>次予選</a:t>
            </a:r>
            <a:endParaRPr kumimoji="1" lang="ja-JP" altLang="en-US" sz="2400" b="1" dirty="0">
              <a:solidFill>
                <a:schemeClr val="bg1"/>
              </a:solidFill>
              <a:latin typeface="ＭＳ Ｐゴシック" panose="020B0600070205080204" pitchFamily="50" charset="-128"/>
              <a:ea typeface="ＭＳ Ｐゴシック" panose="020B0600070205080204" pitchFamily="50" charset="-128"/>
            </a:endParaRPr>
          </a:p>
        </p:txBody>
      </p:sp>
      <p:sp>
        <p:nvSpPr>
          <p:cNvPr id="29" name="正方形/長方形 28">
            <a:extLst>
              <a:ext uri="{FF2B5EF4-FFF2-40B4-BE49-F238E27FC236}">
                <a16:creationId xmlns:a16="http://schemas.microsoft.com/office/drawing/2014/main" id="{1065CB7C-338A-DCF3-9039-E1771959ED04}"/>
              </a:ext>
            </a:extLst>
          </p:cNvPr>
          <p:cNvSpPr/>
          <p:nvPr/>
        </p:nvSpPr>
        <p:spPr>
          <a:xfrm>
            <a:off x="1145580" y="5069284"/>
            <a:ext cx="5102025" cy="625403"/>
          </a:xfrm>
          <a:prstGeom prst="rect">
            <a:avLst/>
          </a:prstGeom>
          <a:gradFill>
            <a:gsLst>
              <a:gs pos="8000">
                <a:srgbClr val="006666"/>
              </a:gs>
              <a:gs pos="48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30" name="テキスト ボックス 29">
            <a:extLst>
              <a:ext uri="{FF2B5EF4-FFF2-40B4-BE49-F238E27FC236}">
                <a16:creationId xmlns:a16="http://schemas.microsoft.com/office/drawing/2014/main" id="{250AFA6F-7DAD-4D9C-051C-774EF5875425}"/>
              </a:ext>
            </a:extLst>
          </p:cNvPr>
          <p:cNvSpPr txBox="1"/>
          <p:nvPr/>
        </p:nvSpPr>
        <p:spPr>
          <a:xfrm>
            <a:off x="1218837" y="5180410"/>
            <a:ext cx="5292435" cy="461665"/>
          </a:xfrm>
          <a:prstGeom prst="rect">
            <a:avLst/>
          </a:prstGeom>
          <a:noFill/>
        </p:spPr>
        <p:txBody>
          <a:bodyPr wrap="square" rtlCol="0">
            <a:spAutoFit/>
          </a:bodyPr>
          <a:lstStyle/>
          <a:p>
            <a:r>
              <a:rPr lang="en-US" altLang="ja-JP" sz="2400" b="1" dirty="0">
                <a:solidFill>
                  <a:schemeClr val="bg1"/>
                </a:solidFill>
                <a:latin typeface="ＭＳ Ｐゴシック" panose="020B0600070205080204" pitchFamily="50" charset="-128"/>
                <a:ea typeface="ＭＳ Ｐゴシック" panose="020B0600070205080204" pitchFamily="50" charset="-128"/>
              </a:rPr>
              <a:t>003</a:t>
            </a:r>
            <a:r>
              <a:rPr lang="ja-JP" altLang="en-US" sz="2400" b="1" dirty="0">
                <a:solidFill>
                  <a:schemeClr val="bg1"/>
                </a:solidFill>
                <a:latin typeface="ＭＳ Ｐゴシック" panose="020B0600070205080204" pitchFamily="50" charset="-128"/>
                <a:ea typeface="ＭＳ Ｐゴシック" panose="020B0600070205080204" pitchFamily="50" charset="-128"/>
              </a:rPr>
              <a:t>  </a:t>
            </a:r>
            <a:r>
              <a:rPr lang="en-US" altLang="ja-JP" sz="2400" b="1" dirty="0">
                <a:solidFill>
                  <a:schemeClr val="bg1"/>
                </a:solidFill>
                <a:latin typeface="ＭＳ Ｐゴシック" panose="020B0600070205080204" pitchFamily="50" charset="-128"/>
                <a:ea typeface="ＭＳ Ｐゴシック" panose="020B0600070205080204" pitchFamily="50" charset="-128"/>
              </a:rPr>
              <a:t>B</a:t>
            </a:r>
            <a:r>
              <a:rPr lang="ja-JP" altLang="en-US" sz="2400" b="1" dirty="0">
                <a:solidFill>
                  <a:schemeClr val="bg1"/>
                </a:solidFill>
                <a:latin typeface="ＭＳ Ｐゴシック" panose="020B0600070205080204" pitchFamily="50" charset="-128"/>
                <a:ea typeface="ＭＳ Ｐゴシック" panose="020B0600070205080204" pitchFamily="50" charset="-128"/>
              </a:rPr>
              <a:t>級戦スタンダード　</a:t>
            </a:r>
            <a:r>
              <a:rPr lang="en-US" altLang="ja-JP" sz="2400" b="1" dirty="0">
                <a:solidFill>
                  <a:schemeClr val="bg1"/>
                </a:solidFill>
                <a:latin typeface="ＭＳ Ｐゴシック" panose="020B0600070205080204" pitchFamily="50" charset="-128"/>
                <a:ea typeface="ＭＳ Ｐゴシック" panose="020B0600070205080204" pitchFamily="50" charset="-128"/>
              </a:rPr>
              <a:t>1</a:t>
            </a:r>
            <a:r>
              <a:rPr lang="ja-JP" altLang="en-US" sz="2400" b="1" dirty="0">
                <a:solidFill>
                  <a:schemeClr val="bg1"/>
                </a:solidFill>
                <a:latin typeface="ＭＳ Ｐゴシック" panose="020B0600070205080204" pitchFamily="50" charset="-128"/>
                <a:ea typeface="ＭＳ Ｐゴシック" panose="020B0600070205080204" pitchFamily="50" charset="-128"/>
              </a:rPr>
              <a:t>次予選</a:t>
            </a:r>
            <a:endParaRPr kumimoji="1" lang="ja-JP" altLang="en-US" sz="2400" b="1" dirty="0">
              <a:solidFill>
                <a:schemeClr val="bg1"/>
              </a:solidFill>
              <a:latin typeface="ＭＳ Ｐゴシック" panose="020B0600070205080204" pitchFamily="50" charset="-128"/>
              <a:ea typeface="ＭＳ Ｐゴシック" panose="020B0600070205080204" pitchFamily="50" charset="-128"/>
            </a:endParaRPr>
          </a:p>
        </p:txBody>
      </p:sp>
      <p:sp>
        <p:nvSpPr>
          <p:cNvPr id="31" name="正方形/長方形 30">
            <a:extLst>
              <a:ext uri="{FF2B5EF4-FFF2-40B4-BE49-F238E27FC236}">
                <a16:creationId xmlns:a16="http://schemas.microsoft.com/office/drawing/2014/main" id="{8BC091C4-2630-F41E-2AC7-30987FBE9286}"/>
              </a:ext>
            </a:extLst>
          </p:cNvPr>
          <p:cNvSpPr/>
          <p:nvPr/>
        </p:nvSpPr>
        <p:spPr>
          <a:xfrm>
            <a:off x="1145580" y="5753201"/>
            <a:ext cx="5102025" cy="625403"/>
          </a:xfrm>
          <a:prstGeom prst="rect">
            <a:avLst/>
          </a:prstGeom>
          <a:gradFill>
            <a:gsLst>
              <a:gs pos="8000">
                <a:srgbClr val="006666"/>
              </a:gs>
              <a:gs pos="48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32" name="テキスト ボックス 31">
            <a:extLst>
              <a:ext uri="{FF2B5EF4-FFF2-40B4-BE49-F238E27FC236}">
                <a16:creationId xmlns:a16="http://schemas.microsoft.com/office/drawing/2014/main" id="{3BD7BC7D-9733-3C59-47EF-31CA682C437F}"/>
              </a:ext>
            </a:extLst>
          </p:cNvPr>
          <p:cNvSpPr txBox="1"/>
          <p:nvPr/>
        </p:nvSpPr>
        <p:spPr>
          <a:xfrm>
            <a:off x="1218837" y="5864327"/>
            <a:ext cx="5292435" cy="461665"/>
          </a:xfrm>
          <a:prstGeom prst="rect">
            <a:avLst/>
          </a:prstGeom>
          <a:noFill/>
        </p:spPr>
        <p:txBody>
          <a:bodyPr wrap="square" rtlCol="0">
            <a:spAutoFit/>
          </a:bodyPr>
          <a:lstStyle/>
          <a:p>
            <a:r>
              <a:rPr lang="en-US" altLang="ja-JP" sz="2400" b="1" dirty="0">
                <a:solidFill>
                  <a:schemeClr val="bg1"/>
                </a:solidFill>
                <a:latin typeface="ＭＳ Ｐゴシック" panose="020B0600070205080204" pitchFamily="50" charset="-128"/>
                <a:ea typeface="ＭＳ Ｐゴシック" panose="020B0600070205080204" pitchFamily="50" charset="-128"/>
              </a:rPr>
              <a:t>004</a:t>
            </a:r>
            <a:r>
              <a:rPr lang="ja-JP" altLang="en-US" sz="2400" b="1" dirty="0">
                <a:solidFill>
                  <a:schemeClr val="bg1"/>
                </a:solidFill>
                <a:latin typeface="ＭＳ Ｐゴシック" panose="020B0600070205080204" pitchFamily="50" charset="-128"/>
                <a:ea typeface="ＭＳ Ｐゴシック" panose="020B0600070205080204" pitchFamily="50" charset="-128"/>
              </a:rPr>
              <a:t>  </a:t>
            </a:r>
            <a:r>
              <a:rPr lang="en-US" altLang="ja-JP" sz="2400" b="1" dirty="0">
                <a:solidFill>
                  <a:schemeClr val="bg1"/>
                </a:solidFill>
                <a:latin typeface="ＭＳ Ｐゴシック" panose="020B0600070205080204" pitchFamily="50" charset="-128"/>
                <a:ea typeface="ＭＳ Ｐゴシック" panose="020B0600070205080204" pitchFamily="50" charset="-128"/>
              </a:rPr>
              <a:t>A</a:t>
            </a:r>
            <a:r>
              <a:rPr lang="ja-JP" altLang="en-US" sz="2400" b="1" dirty="0">
                <a:solidFill>
                  <a:schemeClr val="bg1"/>
                </a:solidFill>
                <a:latin typeface="ＭＳ Ｐゴシック" panose="020B0600070205080204" pitchFamily="50" charset="-128"/>
                <a:ea typeface="ＭＳ Ｐゴシック" panose="020B0600070205080204" pitchFamily="50" charset="-128"/>
              </a:rPr>
              <a:t>級戦スタンダード　</a:t>
            </a:r>
            <a:r>
              <a:rPr lang="en-US" altLang="ja-JP" sz="2400" b="1" dirty="0">
                <a:solidFill>
                  <a:schemeClr val="bg1"/>
                </a:solidFill>
                <a:latin typeface="ＭＳ Ｐゴシック" panose="020B0600070205080204" pitchFamily="50" charset="-128"/>
                <a:ea typeface="ＭＳ Ｐゴシック" panose="020B0600070205080204" pitchFamily="50" charset="-128"/>
              </a:rPr>
              <a:t>1</a:t>
            </a:r>
            <a:r>
              <a:rPr lang="ja-JP" altLang="en-US" sz="2400" b="1" dirty="0">
                <a:solidFill>
                  <a:schemeClr val="bg1"/>
                </a:solidFill>
                <a:latin typeface="ＭＳ Ｐゴシック" panose="020B0600070205080204" pitchFamily="50" charset="-128"/>
                <a:ea typeface="ＭＳ Ｐゴシック" panose="020B0600070205080204" pitchFamily="50" charset="-128"/>
              </a:rPr>
              <a:t>次予選</a:t>
            </a:r>
            <a:endParaRPr kumimoji="1" lang="ja-JP" altLang="en-US" sz="2400" b="1" dirty="0">
              <a:solidFill>
                <a:schemeClr val="bg1"/>
              </a:solidFill>
              <a:latin typeface="ＭＳ Ｐゴシック" panose="020B0600070205080204" pitchFamily="50" charset="-128"/>
              <a:ea typeface="ＭＳ Ｐゴシック" panose="020B0600070205080204" pitchFamily="50" charset="-128"/>
            </a:endParaRPr>
          </a:p>
        </p:txBody>
      </p:sp>
      <p:sp>
        <p:nvSpPr>
          <p:cNvPr id="35" name="テキスト ボックス 34">
            <a:extLst>
              <a:ext uri="{FF2B5EF4-FFF2-40B4-BE49-F238E27FC236}">
                <a16:creationId xmlns:a16="http://schemas.microsoft.com/office/drawing/2014/main" id="{260A1BD9-EA20-E928-9FD8-5839C6E2D3C0}"/>
              </a:ext>
            </a:extLst>
          </p:cNvPr>
          <p:cNvSpPr txBox="1"/>
          <p:nvPr/>
        </p:nvSpPr>
        <p:spPr>
          <a:xfrm>
            <a:off x="9841269" y="3806889"/>
            <a:ext cx="1985531" cy="400110"/>
          </a:xfrm>
          <a:prstGeom prst="rect">
            <a:avLst/>
          </a:prstGeom>
          <a:noFill/>
        </p:spPr>
        <p:txBody>
          <a:bodyPr wrap="square" rtlCol="0">
            <a:spAutoFit/>
          </a:bodyPr>
          <a:lstStyle/>
          <a:p>
            <a:r>
              <a:rPr kumimoji="1" lang="ja-JP" altLang="en-US" sz="2000" b="1" dirty="0">
                <a:solidFill>
                  <a:schemeClr val="bg1"/>
                </a:solidFill>
                <a:latin typeface="ＭＳ Ｐゴシック" panose="020B0600070205080204" pitchFamily="50" charset="-128"/>
                <a:ea typeface="ＭＳ Ｐゴシック" panose="020B0600070205080204" pitchFamily="50" charset="-128"/>
              </a:rPr>
              <a:t>開始予定 </a:t>
            </a:r>
            <a:r>
              <a:rPr kumimoji="1" lang="en-US" altLang="ja-JP" sz="2000" b="1" dirty="0">
                <a:solidFill>
                  <a:schemeClr val="bg1"/>
                </a:solidFill>
                <a:latin typeface="ＭＳ Ｐゴシック" panose="020B0600070205080204" pitchFamily="50" charset="-128"/>
                <a:ea typeface="ＭＳ Ｐゴシック" panose="020B0600070205080204" pitchFamily="50" charset="-128"/>
              </a:rPr>
              <a:t>13:30</a:t>
            </a:r>
            <a:endParaRPr kumimoji="1" lang="ja-JP" altLang="en-US" sz="2000" b="1" dirty="0">
              <a:solidFill>
                <a:schemeClr val="bg1"/>
              </a:solidFill>
              <a:latin typeface="ＭＳ Ｐゴシック" panose="020B0600070205080204" pitchFamily="50" charset="-128"/>
              <a:ea typeface="ＭＳ Ｐゴシック" panose="020B0600070205080204" pitchFamily="50" charset="-128"/>
            </a:endParaRPr>
          </a:p>
        </p:txBody>
      </p:sp>
      <p:sp>
        <p:nvSpPr>
          <p:cNvPr id="3" name="正方形/長方形 2">
            <a:extLst>
              <a:ext uri="{FF2B5EF4-FFF2-40B4-BE49-F238E27FC236}">
                <a16:creationId xmlns:a16="http://schemas.microsoft.com/office/drawing/2014/main" id="{207A8C9B-104E-0D18-1FFF-9F57BAC37798}"/>
              </a:ext>
            </a:extLst>
          </p:cNvPr>
          <p:cNvSpPr/>
          <p:nvPr/>
        </p:nvSpPr>
        <p:spPr>
          <a:xfrm>
            <a:off x="6792959" y="1872543"/>
            <a:ext cx="5081577" cy="1206025"/>
          </a:xfrm>
          <a:prstGeom prst="rect">
            <a:avLst/>
          </a:prstGeom>
          <a:gradFill>
            <a:gsLst>
              <a:gs pos="8000">
                <a:srgbClr val="006666"/>
              </a:gs>
              <a:gs pos="48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4" name="テキスト ボックス 3">
            <a:extLst>
              <a:ext uri="{FF2B5EF4-FFF2-40B4-BE49-F238E27FC236}">
                <a16:creationId xmlns:a16="http://schemas.microsoft.com/office/drawing/2014/main" id="{9638C6A6-2741-BDAA-6968-4003285C8EF7}"/>
              </a:ext>
            </a:extLst>
          </p:cNvPr>
          <p:cNvSpPr txBox="1"/>
          <p:nvPr/>
        </p:nvSpPr>
        <p:spPr>
          <a:xfrm>
            <a:off x="7047900" y="2013891"/>
            <a:ext cx="5292435" cy="461665"/>
          </a:xfrm>
          <a:prstGeom prst="rect">
            <a:avLst/>
          </a:prstGeom>
          <a:noFill/>
        </p:spPr>
        <p:txBody>
          <a:bodyPr wrap="square" rtlCol="0">
            <a:spAutoFit/>
          </a:bodyPr>
          <a:lstStyle/>
          <a:p>
            <a:r>
              <a:rPr lang="en-US" altLang="ja-JP" sz="2400" b="1" dirty="0">
                <a:solidFill>
                  <a:schemeClr val="bg1"/>
                </a:solidFill>
                <a:latin typeface="ＭＳ Ｐゴシック" panose="020B0600070205080204" pitchFamily="50" charset="-128"/>
                <a:ea typeface="ＭＳ Ｐゴシック" panose="020B0600070205080204" pitchFamily="50" charset="-128"/>
              </a:rPr>
              <a:t>B01</a:t>
            </a:r>
            <a:r>
              <a:rPr lang="ja-JP" altLang="en-US" sz="2400" b="1" dirty="0">
                <a:solidFill>
                  <a:schemeClr val="bg1"/>
                </a:solidFill>
                <a:latin typeface="ＭＳ Ｐゴシック" panose="020B0600070205080204" pitchFamily="50" charset="-128"/>
                <a:ea typeface="ＭＳ Ｐゴシック" panose="020B0600070205080204" pitchFamily="50" charset="-128"/>
              </a:rPr>
              <a:t>  </a:t>
            </a:r>
            <a:r>
              <a:rPr lang="en-US" altLang="ja-JP" sz="2400" b="1" dirty="0">
                <a:solidFill>
                  <a:schemeClr val="bg1"/>
                </a:solidFill>
                <a:latin typeface="ＭＳ Ｐゴシック" panose="020B0600070205080204" pitchFamily="50" charset="-128"/>
                <a:ea typeface="ＭＳ Ｐゴシック" panose="020B0600070205080204" pitchFamily="50" charset="-128"/>
              </a:rPr>
              <a:t>3</a:t>
            </a:r>
            <a:r>
              <a:rPr lang="ja-JP" altLang="en-US" sz="2400" b="1" dirty="0">
                <a:solidFill>
                  <a:schemeClr val="bg1"/>
                </a:solidFill>
                <a:latin typeface="ＭＳ Ｐゴシック" panose="020B0600070205080204" pitchFamily="50" charset="-128"/>
                <a:ea typeface="ＭＳ Ｐゴシック" panose="020B0600070205080204" pitchFamily="50" charset="-128"/>
              </a:rPr>
              <a:t>級戦スタンダード　</a:t>
            </a:r>
            <a:r>
              <a:rPr lang="en-US" altLang="ja-JP" sz="2400" b="1" dirty="0">
                <a:solidFill>
                  <a:schemeClr val="bg1"/>
                </a:solidFill>
                <a:latin typeface="ＭＳ Ｐゴシック" panose="020B0600070205080204" pitchFamily="50" charset="-128"/>
                <a:ea typeface="ＭＳ Ｐゴシック" panose="020B0600070205080204" pitchFamily="50" charset="-128"/>
              </a:rPr>
              <a:t>1</a:t>
            </a:r>
            <a:r>
              <a:rPr lang="ja-JP" altLang="en-US" sz="2400" b="1" dirty="0">
                <a:solidFill>
                  <a:schemeClr val="bg1"/>
                </a:solidFill>
                <a:latin typeface="ＭＳ Ｐゴシック" panose="020B0600070205080204" pitchFamily="50" charset="-128"/>
                <a:ea typeface="ＭＳ Ｐゴシック" panose="020B0600070205080204" pitchFamily="50" charset="-128"/>
              </a:rPr>
              <a:t>次予選</a:t>
            </a:r>
            <a:endParaRPr kumimoji="1" lang="ja-JP" altLang="en-US" sz="2400" b="1" dirty="0">
              <a:solidFill>
                <a:schemeClr val="bg1"/>
              </a:solidFill>
              <a:latin typeface="ＭＳ Ｐゴシック" panose="020B0600070205080204" pitchFamily="50" charset="-128"/>
              <a:ea typeface="ＭＳ Ｐゴシック" panose="020B0600070205080204" pitchFamily="50" charset="-128"/>
            </a:endParaRPr>
          </a:p>
        </p:txBody>
      </p:sp>
      <p:sp>
        <p:nvSpPr>
          <p:cNvPr id="6" name="テキスト ボックス 5">
            <a:extLst>
              <a:ext uri="{FF2B5EF4-FFF2-40B4-BE49-F238E27FC236}">
                <a16:creationId xmlns:a16="http://schemas.microsoft.com/office/drawing/2014/main" id="{5916D9EF-95D6-1389-1BAC-A636AEAF2442}"/>
              </a:ext>
            </a:extLst>
          </p:cNvPr>
          <p:cNvSpPr txBox="1"/>
          <p:nvPr/>
        </p:nvSpPr>
        <p:spPr>
          <a:xfrm>
            <a:off x="8800599" y="820717"/>
            <a:ext cx="1040670" cy="369332"/>
          </a:xfrm>
          <a:prstGeom prst="rect">
            <a:avLst/>
          </a:prstGeom>
          <a:noFill/>
        </p:spPr>
        <p:txBody>
          <a:bodyPr wrap="none" rtlCol="0">
            <a:spAutoFit/>
          </a:bodyPr>
          <a:lstStyle/>
          <a:p>
            <a:r>
              <a:rPr lang="en-US" altLang="ja-JP" b="1" dirty="0">
                <a:solidFill>
                  <a:srgbClr val="FFFF00"/>
                </a:solidFill>
              </a:rPr>
              <a:t>B</a:t>
            </a:r>
            <a:r>
              <a:rPr lang="ja-JP" altLang="en-US" b="1" dirty="0">
                <a:solidFill>
                  <a:srgbClr val="FFFF00"/>
                </a:solidFill>
              </a:rPr>
              <a:t>フロア</a:t>
            </a:r>
            <a:endParaRPr kumimoji="1" lang="ja-JP" altLang="en-US" b="1" dirty="0">
              <a:solidFill>
                <a:srgbClr val="FFFF00"/>
              </a:solidFill>
            </a:endParaRPr>
          </a:p>
        </p:txBody>
      </p:sp>
      <p:sp>
        <p:nvSpPr>
          <p:cNvPr id="7" name="正方形/長方形 6">
            <a:extLst>
              <a:ext uri="{FF2B5EF4-FFF2-40B4-BE49-F238E27FC236}">
                <a16:creationId xmlns:a16="http://schemas.microsoft.com/office/drawing/2014/main" id="{FED538F2-A9C3-A833-C857-1715CE45E107}"/>
              </a:ext>
            </a:extLst>
          </p:cNvPr>
          <p:cNvSpPr/>
          <p:nvPr/>
        </p:nvSpPr>
        <p:spPr>
          <a:xfrm>
            <a:off x="6719702" y="4332755"/>
            <a:ext cx="5102025" cy="625403"/>
          </a:xfrm>
          <a:prstGeom prst="rect">
            <a:avLst/>
          </a:prstGeom>
          <a:gradFill>
            <a:gsLst>
              <a:gs pos="8000">
                <a:srgbClr val="006666"/>
              </a:gs>
              <a:gs pos="48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8" name="テキスト ボックス 7">
            <a:extLst>
              <a:ext uri="{FF2B5EF4-FFF2-40B4-BE49-F238E27FC236}">
                <a16:creationId xmlns:a16="http://schemas.microsoft.com/office/drawing/2014/main" id="{ED9D4A6E-1EEA-4B98-3356-BA33692CF0A6}"/>
              </a:ext>
            </a:extLst>
          </p:cNvPr>
          <p:cNvSpPr txBox="1"/>
          <p:nvPr/>
        </p:nvSpPr>
        <p:spPr>
          <a:xfrm>
            <a:off x="6792959" y="4443881"/>
            <a:ext cx="5292435" cy="461665"/>
          </a:xfrm>
          <a:prstGeom prst="rect">
            <a:avLst/>
          </a:prstGeom>
          <a:noFill/>
        </p:spPr>
        <p:txBody>
          <a:bodyPr wrap="square" rtlCol="0">
            <a:spAutoFit/>
          </a:bodyPr>
          <a:lstStyle/>
          <a:p>
            <a:r>
              <a:rPr lang="en-US" altLang="ja-JP" sz="2400" b="1" dirty="0">
                <a:solidFill>
                  <a:schemeClr val="bg1"/>
                </a:solidFill>
                <a:latin typeface="ＭＳ Ｐゴシック" panose="020B0600070205080204" pitchFamily="50" charset="-128"/>
                <a:ea typeface="ＭＳ Ｐゴシック" panose="020B0600070205080204" pitchFamily="50" charset="-128"/>
              </a:rPr>
              <a:t>B02</a:t>
            </a:r>
            <a:r>
              <a:rPr lang="ja-JP" altLang="en-US" sz="2400" b="1" dirty="0">
                <a:solidFill>
                  <a:schemeClr val="bg1"/>
                </a:solidFill>
                <a:latin typeface="ＭＳ Ｐゴシック" panose="020B0600070205080204" pitchFamily="50" charset="-128"/>
                <a:ea typeface="ＭＳ Ｐゴシック" panose="020B0600070205080204" pitchFamily="50" charset="-128"/>
              </a:rPr>
              <a:t>  </a:t>
            </a:r>
            <a:r>
              <a:rPr lang="en-US" altLang="ja-JP" sz="2400" b="1" dirty="0">
                <a:solidFill>
                  <a:schemeClr val="bg1"/>
                </a:solidFill>
                <a:latin typeface="ＭＳ Ｐゴシック" panose="020B0600070205080204" pitchFamily="50" charset="-128"/>
                <a:ea typeface="ＭＳ Ｐゴシック" panose="020B0600070205080204" pitchFamily="50" charset="-128"/>
              </a:rPr>
              <a:t>2</a:t>
            </a:r>
            <a:r>
              <a:rPr lang="ja-JP" altLang="en-US" sz="2400" b="1" dirty="0">
                <a:solidFill>
                  <a:schemeClr val="bg1"/>
                </a:solidFill>
                <a:latin typeface="ＭＳ Ｐゴシック" panose="020B0600070205080204" pitchFamily="50" charset="-128"/>
                <a:ea typeface="ＭＳ Ｐゴシック" panose="020B0600070205080204" pitchFamily="50" charset="-128"/>
              </a:rPr>
              <a:t>級戦スタンダード　</a:t>
            </a:r>
            <a:r>
              <a:rPr lang="en-US" altLang="ja-JP" sz="2400" b="1" dirty="0">
                <a:solidFill>
                  <a:schemeClr val="bg1"/>
                </a:solidFill>
                <a:latin typeface="ＭＳ Ｐゴシック" panose="020B0600070205080204" pitchFamily="50" charset="-128"/>
                <a:ea typeface="ＭＳ Ｐゴシック" panose="020B0600070205080204" pitchFamily="50" charset="-128"/>
              </a:rPr>
              <a:t>1</a:t>
            </a:r>
            <a:r>
              <a:rPr lang="ja-JP" altLang="en-US" sz="2400" b="1" dirty="0">
                <a:solidFill>
                  <a:schemeClr val="bg1"/>
                </a:solidFill>
                <a:latin typeface="ＭＳ Ｐゴシック" panose="020B0600070205080204" pitchFamily="50" charset="-128"/>
                <a:ea typeface="ＭＳ Ｐゴシック" panose="020B0600070205080204" pitchFamily="50" charset="-128"/>
              </a:rPr>
              <a:t>次予選</a:t>
            </a:r>
            <a:endParaRPr kumimoji="1" lang="ja-JP" altLang="en-US" sz="2400" b="1" dirty="0">
              <a:solidFill>
                <a:schemeClr val="bg1"/>
              </a:solidFill>
              <a:latin typeface="ＭＳ Ｐゴシック" panose="020B0600070205080204" pitchFamily="50" charset="-128"/>
              <a:ea typeface="ＭＳ Ｐゴシック" panose="020B0600070205080204" pitchFamily="50" charset="-128"/>
            </a:endParaRPr>
          </a:p>
        </p:txBody>
      </p:sp>
      <p:sp>
        <p:nvSpPr>
          <p:cNvPr id="9" name="正方形/長方形 8">
            <a:extLst>
              <a:ext uri="{FF2B5EF4-FFF2-40B4-BE49-F238E27FC236}">
                <a16:creationId xmlns:a16="http://schemas.microsoft.com/office/drawing/2014/main" id="{D21BF7D2-4401-C2D9-3491-939C75C7F251}"/>
              </a:ext>
            </a:extLst>
          </p:cNvPr>
          <p:cNvSpPr/>
          <p:nvPr/>
        </p:nvSpPr>
        <p:spPr>
          <a:xfrm>
            <a:off x="6719702" y="5069284"/>
            <a:ext cx="5102025" cy="625403"/>
          </a:xfrm>
          <a:prstGeom prst="rect">
            <a:avLst/>
          </a:prstGeom>
          <a:gradFill>
            <a:gsLst>
              <a:gs pos="8000">
                <a:srgbClr val="006666"/>
              </a:gs>
              <a:gs pos="48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10" name="テキスト ボックス 9">
            <a:extLst>
              <a:ext uri="{FF2B5EF4-FFF2-40B4-BE49-F238E27FC236}">
                <a16:creationId xmlns:a16="http://schemas.microsoft.com/office/drawing/2014/main" id="{C52FD32B-F6E1-4BAC-09B8-A8513E1F194F}"/>
              </a:ext>
            </a:extLst>
          </p:cNvPr>
          <p:cNvSpPr txBox="1"/>
          <p:nvPr/>
        </p:nvSpPr>
        <p:spPr>
          <a:xfrm>
            <a:off x="6792959" y="5180410"/>
            <a:ext cx="5292435" cy="461665"/>
          </a:xfrm>
          <a:prstGeom prst="rect">
            <a:avLst/>
          </a:prstGeom>
          <a:noFill/>
        </p:spPr>
        <p:txBody>
          <a:bodyPr wrap="square" rtlCol="0">
            <a:spAutoFit/>
          </a:bodyPr>
          <a:lstStyle/>
          <a:p>
            <a:r>
              <a:rPr lang="en-US" altLang="ja-JP" sz="2400" b="1" dirty="0">
                <a:solidFill>
                  <a:schemeClr val="bg1"/>
                </a:solidFill>
                <a:latin typeface="ＭＳ Ｐゴシック" panose="020B0600070205080204" pitchFamily="50" charset="-128"/>
                <a:ea typeface="ＭＳ Ｐゴシック" panose="020B0600070205080204" pitchFamily="50" charset="-128"/>
              </a:rPr>
              <a:t>B03</a:t>
            </a:r>
            <a:r>
              <a:rPr lang="ja-JP" altLang="en-US" sz="2400" b="1" dirty="0">
                <a:solidFill>
                  <a:schemeClr val="bg1"/>
                </a:solidFill>
                <a:latin typeface="ＭＳ Ｐゴシック" panose="020B0600070205080204" pitchFamily="50" charset="-128"/>
                <a:ea typeface="ＭＳ Ｐゴシック" panose="020B0600070205080204" pitchFamily="50" charset="-128"/>
              </a:rPr>
              <a:t>  </a:t>
            </a:r>
            <a:r>
              <a:rPr lang="en-US" altLang="ja-JP" sz="2400" b="1" dirty="0">
                <a:solidFill>
                  <a:schemeClr val="bg1"/>
                </a:solidFill>
                <a:latin typeface="ＭＳ Ｐゴシック" panose="020B0600070205080204" pitchFamily="50" charset="-128"/>
                <a:ea typeface="ＭＳ Ｐゴシック" panose="020B0600070205080204" pitchFamily="50" charset="-128"/>
              </a:rPr>
              <a:t>1</a:t>
            </a:r>
            <a:r>
              <a:rPr lang="ja-JP" altLang="en-US" sz="2400" b="1" dirty="0">
                <a:solidFill>
                  <a:schemeClr val="bg1"/>
                </a:solidFill>
                <a:latin typeface="ＭＳ Ｐゴシック" panose="020B0600070205080204" pitchFamily="50" charset="-128"/>
                <a:ea typeface="ＭＳ Ｐゴシック" panose="020B0600070205080204" pitchFamily="50" charset="-128"/>
              </a:rPr>
              <a:t>級戦スタンダード　</a:t>
            </a:r>
            <a:r>
              <a:rPr lang="en-US" altLang="ja-JP" sz="2400" b="1" dirty="0">
                <a:solidFill>
                  <a:schemeClr val="bg1"/>
                </a:solidFill>
                <a:latin typeface="ＭＳ Ｐゴシック" panose="020B0600070205080204" pitchFamily="50" charset="-128"/>
                <a:ea typeface="ＭＳ Ｐゴシック" panose="020B0600070205080204" pitchFamily="50" charset="-128"/>
              </a:rPr>
              <a:t>1</a:t>
            </a:r>
            <a:r>
              <a:rPr lang="ja-JP" altLang="en-US" sz="2400" b="1" dirty="0">
                <a:solidFill>
                  <a:schemeClr val="bg1"/>
                </a:solidFill>
                <a:latin typeface="ＭＳ Ｐゴシック" panose="020B0600070205080204" pitchFamily="50" charset="-128"/>
                <a:ea typeface="ＭＳ Ｐゴシック" panose="020B0600070205080204" pitchFamily="50" charset="-128"/>
              </a:rPr>
              <a:t>次予選</a:t>
            </a:r>
            <a:endParaRPr kumimoji="1" lang="ja-JP" altLang="en-US" sz="2400" b="1" dirty="0">
              <a:solidFill>
                <a:schemeClr val="bg1"/>
              </a:solidFill>
              <a:latin typeface="ＭＳ Ｐゴシック" panose="020B0600070205080204" pitchFamily="50" charset="-128"/>
              <a:ea typeface="ＭＳ Ｐゴシック" panose="020B0600070205080204" pitchFamily="50" charset="-128"/>
            </a:endParaRPr>
          </a:p>
        </p:txBody>
      </p:sp>
      <p:sp>
        <p:nvSpPr>
          <p:cNvPr id="11" name="正方形/長方形 10">
            <a:extLst>
              <a:ext uri="{FF2B5EF4-FFF2-40B4-BE49-F238E27FC236}">
                <a16:creationId xmlns:a16="http://schemas.microsoft.com/office/drawing/2014/main" id="{D482835E-106D-E733-30D5-B3C6B3E573CD}"/>
              </a:ext>
            </a:extLst>
          </p:cNvPr>
          <p:cNvSpPr/>
          <p:nvPr/>
        </p:nvSpPr>
        <p:spPr>
          <a:xfrm>
            <a:off x="6719702" y="5753201"/>
            <a:ext cx="5102025" cy="625403"/>
          </a:xfrm>
          <a:prstGeom prst="rect">
            <a:avLst/>
          </a:prstGeom>
          <a:gradFill>
            <a:gsLst>
              <a:gs pos="8000">
                <a:srgbClr val="006666"/>
              </a:gs>
              <a:gs pos="48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12" name="テキスト ボックス 11">
            <a:extLst>
              <a:ext uri="{FF2B5EF4-FFF2-40B4-BE49-F238E27FC236}">
                <a16:creationId xmlns:a16="http://schemas.microsoft.com/office/drawing/2014/main" id="{CB0E6480-3B86-41E8-76D8-61668EE91344}"/>
              </a:ext>
            </a:extLst>
          </p:cNvPr>
          <p:cNvSpPr txBox="1"/>
          <p:nvPr/>
        </p:nvSpPr>
        <p:spPr>
          <a:xfrm>
            <a:off x="6792959" y="5864327"/>
            <a:ext cx="5292435" cy="461665"/>
          </a:xfrm>
          <a:prstGeom prst="rect">
            <a:avLst/>
          </a:prstGeom>
          <a:noFill/>
        </p:spPr>
        <p:txBody>
          <a:bodyPr wrap="square" rtlCol="0">
            <a:spAutoFit/>
          </a:bodyPr>
          <a:lstStyle/>
          <a:p>
            <a:r>
              <a:rPr lang="en-US" altLang="ja-JP" sz="2400" b="1" dirty="0">
                <a:solidFill>
                  <a:schemeClr val="bg1"/>
                </a:solidFill>
                <a:latin typeface="ＭＳ Ｐゴシック" panose="020B0600070205080204" pitchFamily="50" charset="-128"/>
                <a:ea typeface="ＭＳ Ｐゴシック" panose="020B0600070205080204" pitchFamily="50" charset="-128"/>
              </a:rPr>
              <a:t>B04</a:t>
            </a:r>
            <a:r>
              <a:rPr lang="ja-JP" altLang="en-US" sz="2400" b="1" dirty="0">
                <a:solidFill>
                  <a:schemeClr val="bg1"/>
                </a:solidFill>
                <a:latin typeface="ＭＳ Ｐゴシック" panose="020B0600070205080204" pitchFamily="50" charset="-128"/>
                <a:ea typeface="ＭＳ Ｐゴシック" panose="020B0600070205080204" pitchFamily="50" charset="-128"/>
              </a:rPr>
              <a:t>  シニア</a:t>
            </a:r>
            <a:r>
              <a:rPr lang="en-US" altLang="ja-JP" sz="2400" b="1" dirty="0">
                <a:solidFill>
                  <a:schemeClr val="bg1"/>
                </a:solidFill>
                <a:latin typeface="ＭＳ Ｐゴシック" panose="020B0600070205080204" pitchFamily="50" charset="-128"/>
                <a:ea typeface="ＭＳ Ｐゴシック" panose="020B0600070205080204" pitchFamily="50" charset="-128"/>
              </a:rPr>
              <a:t>Ⅱ</a:t>
            </a:r>
            <a:r>
              <a:rPr lang="ja-JP" altLang="en-US" sz="2400" b="1" dirty="0">
                <a:solidFill>
                  <a:schemeClr val="bg1"/>
                </a:solidFill>
                <a:latin typeface="ＭＳ Ｐゴシック" panose="020B0600070205080204" pitchFamily="50" charset="-128"/>
                <a:ea typeface="ＭＳ Ｐゴシック" panose="020B0600070205080204" pitchFamily="50" charset="-128"/>
              </a:rPr>
              <a:t>スタンダード　</a:t>
            </a:r>
            <a:r>
              <a:rPr lang="en-US" altLang="ja-JP" sz="2400" b="1" dirty="0">
                <a:solidFill>
                  <a:schemeClr val="bg1"/>
                </a:solidFill>
                <a:latin typeface="ＭＳ Ｐゴシック" panose="020B0600070205080204" pitchFamily="50" charset="-128"/>
                <a:ea typeface="ＭＳ Ｐゴシック" panose="020B0600070205080204" pitchFamily="50" charset="-128"/>
              </a:rPr>
              <a:t>1</a:t>
            </a:r>
            <a:r>
              <a:rPr lang="ja-JP" altLang="en-US" sz="2400" b="1" dirty="0">
                <a:solidFill>
                  <a:schemeClr val="bg1"/>
                </a:solidFill>
                <a:latin typeface="ＭＳ Ｐゴシック" panose="020B0600070205080204" pitchFamily="50" charset="-128"/>
                <a:ea typeface="ＭＳ Ｐゴシック" panose="020B0600070205080204" pitchFamily="50" charset="-128"/>
              </a:rPr>
              <a:t>次予選</a:t>
            </a:r>
            <a:endParaRPr kumimoji="1" lang="ja-JP" altLang="en-US" sz="2400" b="1" dirty="0">
              <a:solidFill>
                <a:schemeClr val="bg1"/>
              </a:solidFill>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1742187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60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1+#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10" presetClass="exit" presetSubtype="0" fill="hold" grpId="1" nodeType="withEffect">
                                  <p:stCondLst>
                                    <p:cond delay="0"/>
                                  </p:stCondLst>
                                  <p:childTnLst>
                                    <p:animEffect transition="out" filter="fade">
                                      <p:cBhvr>
                                        <p:cTn id="10" dur="500"/>
                                        <p:tgtEl>
                                          <p:spTgt spid="21"/>
                                        </p:tgtEl>
                                      </p:cBhvr>
                                    </p:animEffect>
                                    <p:set>
                                      <p:cBhvr>
                                        <p:cTn id="11" dur="1" fill="hold">
                                          <p:stCondLst>
                                            <p:cond delay="499"/>
                                          </p:stCondLst>
                                        </p:cTn>
                                        <p:tgtEl>
                                          <p:spTgt spid="21"/>
                                        </p:tgtEl>
                                        <p:attrNameLst>
                                          <p:attrName>style.visibility</p:attrName>
                                        </p:attrNameLst>
                                      </p:cBhvr>
                                      <p:to>
                                        <p:strVal val="hidden"/>
                                      </p:to>
                                    </p:set>
                                  </p:childTnLst>
                                </p:cTn>
                              </p:par>
                              <p:par>
                                <p:cTn id="12" presetID="2" presetClass="entr" presetSubtype="2" fill="hold" grpId="0" nodeType="withEffect">
                                  <p:stCondLst>
                                    <p:cond delay="60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1+#ppt_w/2"/>
                                          </p:val>
                                        </p:tav>
                                        <p:tav tm="100000">
                                          <p:val>
                                            <p:strVal val="#ppt_x"/>
                                          </p:val>
                                        </p:tav>
                                      </p:tavLst>
                                    </p:anim>
                                    <p:anim calcmode="lin" valueType="num">
                                      <p:cBhvr additive="base">
                                        <p:cTn id="15" dur="500" fill="hold"/>
                                        <p:tgtEl>
                                          <p:spTgt spid="2"/>
                                        </p:tgtEl>
                                        <p:attrNameLst>
                                          <p:attrName>ppt_y</p:attrName>
                                        </p:attrNameLst>
                                      </p:cBhvr>
                                      <p:tavLst>
                                        <p:tav tm="0">
                                          <p:val>
                                            <p:strVal val="#ppt_y"/>
                                          </p:val>
                                        </p:tav>
                                        <p:tav tm="100000">
                                          <p:val>
                                            <p:strVal val="#ppt_y"/>
                                          </p:val>
                                        </p:tav>
                                      </p:tavLst>
                                    </p:anim>
                                  </p:childTnLst>
                                </p:cTn>
                              </p:par>
                              <p:par>
                                <p:cTn id="16" presetID="10" presetClass="exit" presetSubtype="0" fill="hold" grpId="1" nodeType="withEffect">
                                  <p:stCondLst>
                                    <p:cond delay="0"/>
                                  </p:stCondLst>
                                  <p:childTnLst>
                                    <p:animEffect transition="out" filter="fade">
                                      <p:cBhvr>
                                        <p:cTn id="17" dur="500"/>
                                        <p:tgtEl>
                                          <p:spTgt spid="2"/>
                                        </p:tgtEl>
                                      </p:cBhvr>
                                    </p:animEffect>
                                    <p:set>
                                      <p:cBhvr>
                                        <p:cTn id="18" dur="1" fill="hold">
                                          <p:stCondLst>
                                            <p:cond delay="499"/>
                                          </p:stCondLst>
                                        </p:cTn>
                                        <p:tgtEl>
                                          <p:spTgt spid="2"/>
                                        </p:tgtEl>
                                        <p:attrNameLst>
                                          <p:attrName>style.visibility</p:attrName>
                                        </p:attrNameLst>
                                      </p:cBhvr>
                                      <p:to>
                                        <p:strVal val="hidden"/>
                                      </p:to>
                                    </p:set>
                                  </p:childTnLst>
                                </p:cTn>
                              </p:par>
                              <p:par>
                                <p:cTn id="19" presetID="2" presetClass="entr" presetSubtype="2" fill="hold" grpId="0" nodeType="withEffect">
                                  <p:stCondLst>
                                    <p:cond delay="600"/>
                                  </p:stCondLst>
                                  <p:childTnLst>
                                    <p:set>
                                      <p:cBhvr>
                                        <p:cTn id="20" dur="1" fill="hold">
                                          <p:stCondLst>
                                            <p:cond delay="0"/>
                                          </p:stCondLst>
                                        </p:cTn>
                                        <p:tgtEl>
                                          <p:spTgt spid="25"/>
                                        </p:tgtEl>
                                        <p:attrNameLst>
                                          <p:attrName>style.visibility</p:attrName>
                                        </p:attrNameLst>
                                      </p:cBhvr>
                                      <p:to>
                                        <p:strVal val="visible"/>
                                      </p:to>
                                    </p:set>
                                    <p:anim calcmode="lin" valueType="num">
                                      <p:cBhvr additive="base">
                                        <p:cTn id="21" dur="500" fill="hold"/>
                                        <p:tgtEl>
                                          <p:spTgt spid="25"/>
                                        </p:tgtEl>
                                        <p:attrNameLst>
                                          <p:attrName>ppt_x</p:attrName>
                                        </p:attrNameLst>
                                      </p:cBhvr>
                                      <p:tavLst>
                                        <p:tav tm="0">
                                          <p:val>
                                            <p:strVal val="1+#ppt_w/2"/>
                                          </p:val>
                                        </p:tav>
                                        <p:tav tm="100000">
                                          <p:val>
                                            <p:strVal val="#ppt_x"/>
                                          </p:val>
                                        </p:tav>
                                      </p:tavLst>
                                    </p:anim>
                                    <p:anim calcmode="lin" valueType="num">
                                      <p:cBhvr additive="base">
                                        <p:cTn id="22" dur="500" fill="hold"/>
                                        <p:tgtEl>
                                          <p:spTgt spid="25"/>
                                        </p:tgtEl>
                                        <p:attrNameLst>
                                          <p:attrName>ppt_y</p:attrName>
                                        </p:attrNameLst>
                                      </p:cBhvr>
                                      <p:tavLst>
                                        <p:tav tm="0">
                                          <p:val>
                                            <p:strVal val="#ppt_y"/>
                                          </p:val>
                                        </p:tav>
                                        <p:tav tm="100000">
                                          <p:val>
                                            <p:strVal val="#ppt_y"/>
                                          </p:val>
                                        </p:tav>
                                      </p:tavLst>
                                    </p:anim>
                                  </p:childTnLst>
                                </p:cTn>
                              </p:par>
                              <p:par>
                                <p:cTn id="23" presetID="10" presetClass="exit" presetSubtype="0" fill="hold" grpId="1" nodeType="withEffect">
                                  <p:stCondLst>
                                    <p:cond delay="0"/>
                                  </p:stCondLst>
                                  <p:childTnLst>
                                    <p:animEffect transition="out" filter="fade">
                                      <p:cBhvr>
                                        <p:cTn id="24" dur="500"/>
                                        <p:tgtEl>
                                          <p:spTgt spid="25"/>
                                        </p:tgtEl>
                                      </p:cBhvr>
                                    </p:animEffect>
                                    <p:set>
                                      <p:cBhvr>
                                        <p:cTn id="25" dur="1" fill="hold">
                                          <p:stCondLst>
                                            <p:cond delay="499"/>
                                          </p:stCondLst>
                                        </p:cTn>
                                        <p:tgtEl>
                                          <p:spTgt spid="25"/>
                                        </p:tgtEl>
                                        <p:attrNameLst>
                                          <p:attrName>style.visibility</p:attrName>
                                        </p:attrNameLst>
                                      </p:cBhvr>
                                      <p:to>
                                        <p:strVal val="hidden"/>
                                      </p:to>
                                    </p:set>
                                  </p:childTnLst>
                                </p:cTn>
                              </p:par>
                              <p:par>
                                <p:cTn id="26" presetID="2" presetClass="entr" presetSubtype="2" fill="hold" grpId="0" nodeType="withEffect">
                                  <p:stCondLst>
                                    <p:cond delay="600"/>
                                  </p:stCondLst>
                                  <p:childTnLst>
                                    <p:set>
                                      <p:cBhvr>
                                        <p:cTn id="27" dur="1" fill="hold">
                                          <p:stCondLst>
                                            <p:cond delay="0"/>
                                          </p:stCondLst>
                                        </p:cTn>
                                        <p:tgtEl>
                                          <p:spTgt spid="27"/>
                                        </p:tgtEl>
                                        <p:attrNameLst>
                                          <p:attrName>style.visibility</p:attrName>
                                        </p:attrNameLst>
                                      </p:cBhvr>
                                      <p:to>
                                        <p:strVal val="visible"/>
                                      </p:to>
                                    </p:set>
                                    <p:anim calcmode="lin" valueType="num">
                                      <p:cBhvr additive="base">
                                        <p:cTn id="28" dur="500" fill="hold"/>
                                        <p:tgtEl>
                                          <p:spTgt spid="27"/>
                                        </p:tgtEl>
                                        <p:attrNameLst>
                                          <p:attrName>ppt_x</p:attrName>
                                        </p:attrNameLst>
                                      </p:cBhvr>
                                      <p:tavLst>
                                        <p:tav tm="0">
                                          <p:val>
                                            <p:strVal val="1+#ppt_w/2"/>
                                          </p:val>
                                        </p:tav>
                                        <p:tav tm="100000">
                                          <p:val>
                                            <p:strVal val="#ppt_x"/>
                                          </p:val>
                                        </p:tav>
                                      </p:tavLst>
                                    </p:anim>
                                    <p:anim calcmode="lin" valueType="num">
                                      <p:cBhvr additive="base">
                                        <p:cTn id="29" dur="500" fill="hold"/>
                                        <p:tgtEl>
                                          <p:spTgt spid="27"/>
                                        </p:tgtEl>
                                        <p:attrNameLst>
                                          <p:attrName>ppt_y</p:attrName>
                                        </p:attrNameLst>
                                      </p:cBhvr>
                                      <p:tavLst>
                                        <p:tav tm="0">
                                          <p:val>
                                            <p:strVal val="#ppt_y"/>
                                          </p:val>
                                        </p:tav>
                                        <p:tav tm="100000">
                                          <p:val>
                                            <p:strVal val="#ppt_y"/>
                                          </p:val>
                                        </p:tav>
                                      </p:tavLst>
                                    </p:anim>
                                  </p:childTnLst>
                                </p:cTn>
                              </p:par>
                              <p:par>
                                <p:cTn id="30" presetID="10" presetClass="exit" presetSubtype="0" fill="hold" grpId="1" nodeType="withEffect">
                                  <p:stCondLst>
                                    <p:cond delay="0"/>
                                  </p:stCondLst>
                                  <p:childTnLst>
                                    <p:animEffect transition="out" filter="fade">
                                      <p:cBhvr>
                                        <p:cTn id="31" dur="500"/>
                                        <p:tgtEl>
                                          <p:spTgt spid="27"/>
                                        </p:tgtEl>
                                      </p:cBhvr>
                                    </p:animEffect>
                                    <p:set>
                                      <p:cBhvr>
                                        <p:cTn id="32" dur="1" fill="hold">
                                          <p:stCondLst>
                                            <p:cond delay="499"/>
                                          </p:stCondLst>
                                        </p:cTn>
                                        <p:tgtEl>
                                          <p:spTgt spid="27"/>
                                        </p:tgtEl>
                                        <p:attrNameLst>
                                          <p:attrName>style.visibility</p:attrName>
                                        </p:attrNameLst>
                                      </p:cBhvr>
                                      <p:to>
                                        <p:strVal val="hidden"/>
                                      </p:to>
                                    </p:set>
                                  </p:childTnLst>
                                </p:cTn>
                              </p:par>
                              <p:par>
                                <p:cTn id="33" presetID="2" presetClass="entr" presetSubtype="2" fill="hold" grpId="0" nodeType="withEffect">
                                  <p:stCondLst>
                                    <p:cond delay="600"/>
                                  </p:stCondLst>
                                  <p:childTnLst>
                                    <p:set>
                                      <p:cBhvr>
                                        <p:cTn id="34" dur="1" fill="hold">
                                          <p:stCondLst>
                                            <p:cond delay="0"/>
                                          </p:stCondLst>
                                        </p:cTn>
                                        <p:tgtEl>
                                          <p:spTgt spid="29"/>
                                        </p:tgtEl>
                                        <p:attrNameLst>
                                          <p:attrName>style.visibility</p:attrName>
                                        </p:attrNameLst>
                                      </p:cBhvr>
                                      <p:to>
                                        <p:strVal val="visible"/>
                                      </p:to>
                                    </p:set>
                                    <p:anim calcmode="lin" valueType="num">
                                      <p:cBhvr additive="base">
                                        <p:cTn id="35" dur="500" fill="hold"/>
                                        <p:tgtEl>
                                          <p:spTgt spid="29"/>
                                        </p:tgtEl>
                                        <p:attrNameLst>
                                          <p:attrName>ppt_x</p:attrName>
                                        </p:attrNameLst>
                                      </p:cBhvr>
                                      <p:tavLst>
                                        <p:tav tm="0">
                                          <p:val>
                                            <p:strVal val="1+#ppt_w/2"/>
                                          </p:val>
                                        </p:tav>
                                        <p:tav tm="100000">
                                          <p:val>
                                            <p:strVal val="#ppt_x"/>
                                          </p:val>
                                        </p:tav>
                                      </p:tavLst>
                                    </p:anim>
                                    <p:anim calcmode="lin" valueType="num">
                                      <p:cBhvr additive="base">
                                        <p:cTn id="36" dur="500" fill="hold"/>
                                        <p:tgtEl>
                                          <p:spTgt spid="29"/>
                                        </p:tgtEl>
                                        <p:attrNameLst>
                                          <p:attrName>ppt_y</p:attrName>
                                        </p:attrNameLst>
                                      </p:cBhvr>
                                      <p:tavLst>
                                        <p:tav tm="0">
                                          <p:val>
                                            <p:strVal val="#ppt_y"/>
                                          </p:val>
                                        </p:tav>
                                        <p:tav tm="100000">
                                          <p:val>
                                            <p:strVal val="#ppt_y"/>
                                          </p:val>
                                        </p:tav>
                                      </p:tavLst>
                                    </p:anim>
                                  </p:childTnLst>
                                </p:cTn>
                              </p:par>
                              <p:par>
                                <p:cTn id="37" presetID="10" presetClass="exit" presetSubtype="0" fill="hold" grpId="1" nodeType="withEffect">
                                  <p:stCondLst>
                                    <p:cond delay="0"/>
                                  </p:stCondLst>
                                  <p:childTnLst>
                                    <p:animEffect transition="out" filter="fade">
                                      <p:cBhvr>
                                        <p:cTn id="38" dur="500"/>
                                        <p:tgtEl>
                                          <p:spTgt spid="29"/>
                                        </p:tgtEl>
                                      </p:cBhvr>
                                    </p:animEffect>
                                    <p:set>
                                      <p:cBhvr>
                                        <p:cTn id="39" dur="1" fill="hold">
                                          <p:stCondLst>
                                            <p:cond delay="499"/>
                                          </p:stCondLst>
                                        </p:cTn>
                                        <p:tgtEl>
                                          <p:spTgt spid="29"/>
                                        </p:tgtEl>
                                        <p:attrNameLst>
                                          <p:attrName>style.visibility</p:attrName>
                                        </p:attrNameLst>
                                      </p:cBhvr>
                                      <p:to>
                                        <p:strVal val="hidden"/>
                                      </p:to>
                                    </p:set>
                                  </p:childTnLst>
                                </p:cTn>
                              </p:par>
                              <p:par>
                                <p:cTn id="40" presetID="2" presetClass="entr" presetSubtype="2" fill="hold" grpId="0" nodeType="withEffect">
                                  <p:stCondLst>
                                    <p:cond delay="600"/>
                                  </p:stCondLst>
                                  <p:childTnLst>
                                    <p:set>
                                      <p:cBhvr>
                                        <p:cTn id="41" dur="1" fill="hold">
                                          <p:stCondLst>
                                            <p:cond delay="0"/>
                                          </p:stCondLst>
                                        </p:cTn>
                                        <p:tgtEl>
                                          <p:spTgt spid="31"/>
                                        </p:tgtEl>
                                        <p:attrNameLst>
                                          <p:attrName>style.visibility</p:attrName>
                                        </p:attrNameLst>
                                      </p:cBhvr>
                                      <p:to>
                                        <p:strVal val="visible"/>
                                      </p:to>
                                    </p:set>
                                    <p:anim calcmode="lin" valueType="num">
                                      <p:cBhvr additive="base">
                                        <p:cTn id="42" dur="500" fill="hold"/>
                                        <p:tgtEl>
                                          <p:spTgt spid="31"/>
                                        </p:tgtEl>
                                        <p:attrNameLst>
                                          <p:attrName>ppt_x</p:attrName>
                                        </p:attrNameLst>
                                      </p:cBhvr>
                                      <p:tavLst>
                                        <p:tav tm="0">
                                          <p:val>
                                            <p:strVal val="1+#ppt_w/2"/>
                                          </p:val>
                                        </p:tav>
                                        <p:tav tm="100000">
                                          <p:val>
                                            <p:strVal val="#ppt_x"/>
                                          </p:val>
                                        </p:tav>
                                      </p:tavLst>
                                    </p:anim>
                                    <p:anim calcmode="lin" valueType="num">
                                      <p:cBhvr additive="base">
                                        <p:cTn id="43" dur="500" fill="hold"/>
                                        <p:tgtEl>
                                          <p:spTgt spid="31"/>
                                        </p:tgtEl>
                                        <p:attrNameLst>
                                          <p:attrName>ppt_y</p:attrName>
                                        </p:attrNameLst>
                                      </p:cBhvr>
                                      <p:tavLst>
                                        <p:tav tm="0">
                                          <p:val>
                                            <p:strVal val="#ppt_y"/>
                                          </p:val>
                                        </p:tav>
                                        <p:tav tm="100000">
                                          <p:val>
                                            <p:strVal val="#ppt_y"/>
                                          </p:val>
                                        </p:tav>
                                      </p:tavLst>
                                    </p:anim>
                                  </p:childTnLst>
                                </p:cTn>
                              </p:par>
                              <p:par>
                                <p:cTn id="44" presetID="10" presetClass="exit" presetSubtype="0" fill="hold" grpId="1" nodeType="withEffect">
                                  <p:stCondLst>
                                    <p:cond delay="0"/>
                                  </p:stCondLst>
                                  <p:childTnLst>
                                    <p:animEffect transition="out" filter="fade">
                                      <p:cBhvr>
                                        <p:cTn id="45" dur="500"/>
                                        <p:tgtEl>
                                          <p:spTgt spid="31"/>
                                        </p:tgtEl>
                                      </p:cBhvr>
                                    </p:animEffect>
                                    <p:set>
                                      <p:cBhvr>
                                        <p:cTn id="46" dur="1" fill="hold">
                                          <p:stCondLst>
                                            <p:cond delay="499"/>
                                          </p:stCondLst>
                                        </p:cTn>
                                        <p:tgtEl>
                                          <p:spTgt spid="31"/>
                                        </p:tgtEl>
                                        <p:attrNameLst>
                                          <p:attrName>style.visibility</p:attrName>
                                        </p:attrNameLst>
                                      </p:cBhvr>
                                      <p:to>
                                        <p:strVal val="hidden"/>
                                      </p:to>
                                    </p:set>
                                  </p:childTnLst>
                                </p:cTn>
                              </p:par>
                              <p:par>
                                <p:cTn id="47" presetID="2" presetClass="entr" presetSubtype="2" fill="hold" grpId="0" nodeType="withEffect">
                                  <p:stCondLst>
                                    <p:cond delay="600"/>
                                  </p:stCondLst>
                                  <p:childTnLst>
                                    <p:set>
                                      <p:cBhvr>
                                        <p:cTn id="48" dur="1" fill="hold">
                                          <p:stCondLst>
                                            <p:cond delay="0"/>
                                          </p:stCondLst>
                                        </p:cTn>
                                        <p:tgtEl>
                                          <p:spTgt spid="3"/>
                                        </p:tgtEl>
                                        <p:attrNameLst>
                                          <p:attrName>style.visibility</p:attrName>
                                        </p:attrNameLst>
                                      </p:cBhvr>
                                      <p:to>
                                        <p:strVal val="visible"/>
                                      </p:to>
                                    </p:set>
                                    <p:anim calcmode="lin" valueType="num">
                                      <p:cBhvr additive="base">
                                        <p:cTn id="49" dur="500" fill="hold"/>
                                        <p:tgtEl>
                                          <p:spTgt spid="3"/>
                                        </p:tgtEl>
                                        <p:attrNameLst>
                                          <p:attrName>ppt_x</p:attrName>
                                        </p:attrNameLst>
                                      </p:cBhvr>
                                      <p:tavLst>
                                        <p:tav tm="0">
                                          <p:val>
                                            <p:strVal val="1+#ppt_w/2"/>
                                          </p:val>
                                        </p:tav>
                                        <p:tav tm="100000">
                                          <p:val>
                                            <p:strVal val="#ppt_x"/>
                                          </p:val>
                                        </p:tav>
                                      </p:tavLst>
                                    </p:anim>
                                    <p:anim calcmode="lin" valueType="num">
                                      <p:cBhvr additive="base">
                                        <p:cTn id="50" dur="500" fill="hold"/>
                                        <p:tgtEl>
                                          <p:spTgt spid="3"/>
                                        </p:tgtEl>
                                        <p:attrNameLst>
                                          <p:attrName>ppt_y</p:attrName>
                                        </p:attrNameLst>
                                      </p:cBhvr>
                                      <p:tavLst>
                                        <p:tav tm="0">
                                          <p:val>
                                            <p:strVal val="#ppt_y"/>
                                          </p:val>
                                        </p:tav>
                                        <p:tav tm="100000">
                                          <p:val>
                                            <p:strVal val="#ppt_y"/>
                                          </p:val>
                                        </p:tav>
                                      </p:tavLst>
                                    </p:anim>
                                  </p:childTnLst>
                                </p:cTn>
                              </p:par>
                              <p:par>
                                <p:cTn id="51" presetID="10" presetClass="exit" presetSubtype="0" fill="hold" grpId="1" nodeType="withEffect">
                                  <p:stCondLst>
                                    <p:cond delay="0"/>
                                  </p:stCondLst>
                                  <p:childTnLst>
                                    <p:animEffect transition="out" filter="fade">
                                      <p:cBhvr>
                                        <p:cTn id="52" dur="500"/>
                                        <p:tgtEl>
                                          <p:spTgt spid="3"/>
                                        </p:tgtEl>
                                      </p:cBhvr>
                                    </p:animEffect>
                                    <p:set>
                                      <p:cBhvr>
                                        <p:cTn id="53" dur="1" fill="hold">
                                          <p:stCondLst>
                                            <p:cond delay="499"/>
                                          </p:stCondLst>
                                        </p:cTn>
                                        <p:tgtEl>
                                          <p:spTgt spid="3"/>
                                        </p:tgtEl>
                                        <p:attrNameLst>
                                          <p:attrName>style.visibility</p:attrName>
                                        </p:attrNameLst>
                                      </p:cBhvr>
                                      <p:to>
                                        <p:strVal val="hidden"/>
                                      </p:to>
                                    </p:set>
                                  </p:childTnLst>
                                </p:cTn>
                              </p:par>
                              <p:par>
                                <p:cTn id="54" presetID="2" presetClass="entr" presetSubtype="2" fill="hold" grpId="0" nodeType="withEffect">
                                  <p:stCondLst>
                                    <p:cond delay="600"/>
                                  </p:stCondLst>
                                  <p:childTnLst>
                                    <p:set>
                                      <p:cBhvr>
                                        <p:cTn id="55" dur="1" fill="hold">
                                          <p:stCondLst>
                                            <p:cond delay="0"/>
                                          </p:stCondLst>
                                        </p:cTn>
                                        <p:tgtEl>
                                          <p:spTgt spid="7"/>
                                        </p:tgtEl>
                                        <p:attrNameLst>
                                          <p:attrName>style.visibility</p:attrName>
                                        </p:attrNameLst>
                                      </p:cBhvr>
                                      <p:to>
                                        <p:strVal val="visible"/>
                                      </p:to>
                                    </p:set>
                                    <p:anim calcmode="lin" valueType="num">
                                      <p:cBhvr additive="base">
                                        <p:cTn id="56" dur="500" fill="hold"/>
                                        <p:tgtEl>
                                          <p:spTgt spid="7"/>
                                        </p:tgtEl>
                                        <p:attrNameLst>
                                          <p:attrName>ppt_x</p:attrName>
                                        </p:attrNameLst>
                                      </p:cBhvr>
                                      <p:tavLst>
                                        <p:tav tm="0">
                                          <p:val>
                                            <p:strVal val="1+#ppt_w/2"/>
                                          </p:val>
                                        </p:tav>
                                        <p:tav tm="100000">
                                          <p:val>
                                            <p:strVal val="#ppt_x"/>
                                          </p:val>
                                        </p:tav>
                                      </p:tavLst>
                                    </p:anim>
                                    <p:anim calcmode="lin" valueType="num">
                                      <p:cBhvr additive="base">
                                        <p:cTn id="57" dur="500" fill="hold"/>
                                        <p:tgtEl>
                                          <p:spTgt spid="7"/>
                                        </p:tgtEl>
                                        <p:attrNameLst>
                                          <p:attrName>ppt_y</p:attrName>
                                        </p:attrNameLst>
                                      </p:cBhvr>
                                      <p:tavLst>
                                        <p:tav tm="0">
                                          <p:val>
                                            <p:strVal val="#ppt_y"/>
                                          </p:val>
                                        </p:tav>
                                        <p:tav tm="100000">
                                          <p:val>
                                            <p:strVal val="#ppt_y"/>
                                          </p:val>
                                        </p:tav>
                                      </p:tavLst>
                                    </p:anim>
                                  </p:childTnLst>
                                </p:cTn>
                              </p:par>
                              <p:par>
                                <p:cTn id="58" presetID="10" presetClass="exit" presetSubtype="0" fill="hold" grpId="1" nodeType="withEffect">
                                  <p:stCondLst>
                                    <p:cond delay="0"/>
                                  </p:stCondLst>
                                  <p:childTnLst>
                                    <p:animEffect transition="out" filter="fade">
                                      <p:cBhvr>
                                        <p:cTn id="59" dur="500"/>
                                        <p:tgtEl>
                                          <p:spTgt spid="7"/>
                                        </p:tgtEl>
                                      </p:cBhvr>
                                    </p:animEffect>
                                    <p:set>
                                      <p:cBhvr>
                                        <p:cTn id="60" dur="1" fill="hold">
                                          <p:stCondLst>
                                            <p:cond delay="499"/>
                                          </p:stCondLst>
                                        </p:cTn>
                                        <p:tgtEl>
                                          <p:spTgt spid="7"/>
                                        </p:tgtEl>
                                        <p:attrNameLst>
                                          <p:attrName>style.visibility</p:attrName>
                                        </p:attrNameLst>
                                      </p:cBhvr>
                                      <p:to>
                                        <p:strVal val="hidden"/>
                                      </p:to>
                                    </p:set>
                                  </p:childTnLst>
                                </p:cTn>
                              </p:par>
                              <p:par>
                                <p:cTn id="61" presetID="2" presetClass="entr" presetSubtype="2" fill="hold" grpId="0" nodeType="withEffect">
                                  <p:stCondLst>
                                    <p:cond delay="600"/>
                                  </p:stCondLst>
                                  <p:childTnLst>
                                    <p:set>
                                      <p:cBhvr>
                                        <p:cTn id="62" dur="1" fill="hold">
                                          <p:stCondLst>
                                            <p:cond delay="0"/>
                                          </p:stCondLst>
                                        </p:cTn>
                                        <p:tgtEl>
                                          <p:spTgt spid="9"/>
                                        </p:tgtEl>
                                        <p:attrNameLst>
                                          <p:attrName>style.visibility</p:attrName>
                                        </p:attrNameLst>
                                      </p:cBhvr>
                                      <p:to>
                                        <p:strVal val="visible"/>
                                      </p:to>
                                    </p:set>
                                    <p:anim calcmode="lin" valueType="num">
                                      <p:cBhvr additive="base">
                                        <p:cTn id="63" dur="500" fill="hold"/>
                                        <p:tgtEl>
                                          <p:spTgt spid="9"/>
                                        </p:tgtEl>
                                        <p:attrNameLst>
                                          <p:attrName>ppt_x</p:attrName>
                                        </p:attrNameLst>
                                      </p:cBhvr>
                                      <p:tavLst>
                                        <p:tav tm="0">
                                          <p:val>
                                            <p:strVal val="1+#ppt_w/2"/>
                                          </p:val>
                                        </p:tav>
                                        <p:tav tm="100000">
                                          <p:val>
                                            <p:strVal val="#ppt_x"/>
                                          </p:val>
                                        </p:tav>
                                      </p:tavLst>
                                    </p:anim>
                                    <p:anim calcmode="lin" valueType="num">
                                      <p:cBhvr additive="base">
                                        <p:cTn id="64" dur="500" fill="hold"/>
                                        <p:tgtEl>
                                          <p:spTgt spid="9"/>
                                        </p:tgtEl>
                                        <p:attrNameLst>
                                          <p:attrName>ppt_y</p:attrName>
                                        </p:attrNameLst>
                                      </p:cBhvr>
                                      <p:tavLst>
                                        <p:tav tm="0">
                                          <p:val>
                                            <p:strVal val="#ppt_y"/>
                                          </p:val>
                                        </p:tav>
                                        <p:tav tm="100000">
                                          <p:val>
                                            <p:strVal val="#ppt_y"/>
                                          </p:val>
                                        </p:tav>
                                      </p:tavLst>
                                    </p:anim>
                                  </p:childTnLst>
                                </p:cTn>
                              </p:par>
                              <p:par>
                                <p:cTn id="65" presetID="10" presetClass="exit" presetSubtype="0" fill="hold" grpId="1" nodeType="withEffect">
                                  <p:stCondLst>
                                    <p:cond delay="0"/>
                                  </p:stCondLst>
                                  <p:childTnLst>
                                    <p:animEffect transition="out" filter="fade">
                                      <p:cBhvr>
                                        <p:cTn id="66" dur="500"/>
                                        <p:tgtEl>
                                          <p:spTgt spid="9"/>
                                        </p:tgtEl>
                                      </p:cBhvr>
                                    </p:animEffect>
                                    <p:set>
                                      <p:cBhvr>
                                        <p:cTn id="67" dur="1" fill="hold">
                                          <p:stCondLst>
                                            <p:cond delay="499"/>
                                          </p:stCondLst>
                                        </p:cTn>
                                        <p:tgtEl>
                                          <p:spTgt spid="9"/>
                                        </p:tgtEl>
                                        <p:attrNameLst>
                                          <p:attrName>style.visibility</p:attrName>
                                        </p:attrNameLst>
                                      </p:cBhvr>
                                      <p:to>
                                        <p:strVal val="hidden"/>
                                      </p:to>
                                    </p:set>
                                  </p:childTnLst>
                                </p:cTn>
                              </p:par>
                              <p:par>
                                <p:cTn id="68" presetID="2" presetClass="entr" presetSubtype="2" fill="hold" grpId="0" nodeType="withEffect">
                                  <p:stCondLst>
                                    <p:cond delay="600"/>
                                  </p:stCondLst>
                                  <p:childTnLst>
                                    <p:set>
                                      <p:cBhvr>
                                        <p:cTn id="69" dur="1" fill="hold">
                                          <p:stCondLst>
                                            <p:cond delay="0"/>
                                          </p:stCondLst>
                                        </p:cTn>
                                        <p:tgtEl>
                                          <p:spTgt spid="11"/>
                                        </p:tgtEl>
                                        <p:attrNameLst>
                                          <p:attrName>style.visibility</p:attrName>
                                        </p:attrNameLst>
                                      </p:cBhvr>
                                      <p:to>
                                        <p:strVal val="visible"/>
                                      </p:to>
                                    </p:set>
                                    <p:anim calcmode="lin" valueType="num">
                                      <p:cBhvr additive="base">
                                        <p:cTn id="70" dur="500" fill="hold"/>
                                        <p:tgtEl>
                                          <p:spTgt spid="11"/>
                                        </p:tgtEl>
                                        <p:attrNameLst>
                                          <p:attrName>ppt_x</p:attrName>
                                        </p:attrNameLst>
                                      </p:cBhvr>
                                      <p:tavLst>
                                        <p:tav tm="0">
                                          <p:val>
                                            <p:strVal val="1+#ppt_w/2"/>
                                          </p:val>
                                        </p:tav>
                                        <p:tav tm="100000">
                                          <p:val>
                                            <p:strVal val="#ppt_x"/>
                                          </p:val>
                                        </p:tav>
                                      </p:tavLst>
                                    </p:anim>
                                    <p:anim calcmode="lin" valueType="num">
                                      <p:cBhvr additive="base">
                                        <p:cTn id="71" dur="500" fill="hold"/>
                                        <p:tgtEl>
                                          <p:spTgt spid="11"/>
                                        </p:tgtEl>
                                        <p:attrNameLst>
                                          <p:attrName>ppt_y</p:attrName>
                                        </p:attrNameLst>
                                      </p:cBhvr>
                                      <p:tavLst>
                                        <p:tav tm="0">
                                          <p:val>
                                            <p:strVal val="#ppt_y"/>
                                          </p:val>
                                        </p:tav>
                                        <p:tav tm="100000">
                                          <p:val>
                                            <p:strVal val="#ppt_y"/>
                                          </p:val>
                                        </p:tav>
                                      </p:tavLst>
                                    </p:anim>
                                  </p:childTnLst>
                                </p:cTn>
                              </p:par>
                              <p:par>
                                <p:cTn id="72" presetID="10" presetClass="exit" presetSubtype="0" fill="hold" grpId="1" nodeType="withEffect">
                                  <p:stCondLst>
                                    <p:cond delay="0"/>
                                  </p:stCondLst>
                                  <p:childTnLst>
                                    <p:animEffect transition="out" filter="fade">
                                      <p:cBhvr>
                                        <p:cTn id="73" dur="500"/>
                                        <p:tgtEl>
                                          <p:spTgt spid="11"/>
                                        </p:tgtEl>
                                      </p:cBhvr>
                                    </p:animEffect>
                                    <p:set>
                                      <p:cBhvr>
                                        <p:cTn id="74"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1" grpId="0" animBg="1"/>
      <p:bldP spid="21" grpId="1" animBg="1"/>
      <p:bldP spid="25" grpId="0" animBg="1"/>
      <p:bldP spid="25" grpId="1" animBg="1"/>
      <p:bldP spid="27" grpId="0" animBg="1"/>
      <p:bldP spid="27" grpId="1" animBg="1"/>
      <p:bldP spid="29" grpId="0" animBg="1"/>
      <p:bldP spid="29" grpId="1" animBg="1"/>
      <p:bldP spid="31" grpId="0" animBg="1"/>
      <p:bldP spid="31" grpId="1" animBg="1"/>
      <p:bldP spid="3" grpId="0" animBg="1"/>
      <p:bldP spid="3" grpId="1" animBg="1"/>
      <p:bldP spid="7" grpId="0" animBg="1"/>
      <p:bldP spid="7" grpId="1" animBg="1"/>
      <p:bldP spid="9" grpId="0" animBg="1"/>
      <p:bldP spid="9" grpId="1" animBg="1"/>
      <p:bldP spid="11" grpId="0" animBg="1"/>
      <p:bldP spid="11"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8000"/>
        </a:solidFill>
        <a:effectLst/>
      </p:bgPr>
    </p:bg>
    <p:spTree>
      <p:nvGrpSpPr>
        <p:cNvPr id="1" name=""/>
        <p:cNvGrpSpPr/>
        <p:nvPr/>
      </p:nvGrpSpPr>
      <p:grpSpPr>
        <a:xfrm>
          <a:off x="0" y="0"/>
          <a:ext cx="0" cy="0"/>
          <a:chOff x="0" y="0"/>
          <a:chExt cx="0" cy="0"/>
        </a:xfrm>
      </p:grpSpPr>
      <p:pic>
        <p:nvPicPr>
          <p:cNvPr id="19" name="図 18">
            <a:extLst>
              <a:ext uri="{FF2B5EF4-FFF2-40B4-BE49-F238E27FC236}">
                <a16:creationId xmlns:a16="http://schemas.microsoft.com/office/drawing/2014/main" id="{556278A7-1B8B-4296-07B0-351D6A96A508}"/>
              </a:ext>
            </a:extLst>
          </p:cNvPr>
          <p:cNvPicPr>
            <a:picLocks noChangeAspect="1"/>
          </p:cNvPicPr>
          <p:nvPr/>
        </p:nvPicPr>
        <p:blipFill>
          <a:blip r:embed="rId2"/>
          <a:stretch>
            <a:fillRect/>
          </a:stretch>
        </p:blipFill>
        <p:spPr>
          <a:xfrm>
            <a:off x="0" y="0"/>
            <a:ext cx="617273" cy="739204"/>
          </a:xfrm>
          <a:prstGeom prst="rect">
            <a:avLst/>
          </a:prstGeom>
        </p:spPr>
      </p:pic>
      <p:sp>
        <p:nvSpPr>
          <p:cNvPr id="22" name="テキスト ボックス 21">
            <a:extLst>
              <a:ext uri="{FF2B5EF4-FFF2-40B4-BE49-F238E27FC236}">
                <a16:creationId xmlns:a16="http://schemas.microsoft.com/office/drawing/2014/main" id="{695708AE-8DAF-BC8C-BDB7-833AD880BC14}"/>
              </a:ext>
            </a:extLst>
          </p:cNvPr>
          <p:cNvSpPr txBox="1"/>
          <p:nvPr/>
        </p:nvSpPr>
        <p:spPr>
          <a:xfrm>
            <a:off x="541073" y="131820"/>
            <a:ext cx="4826962" cy="369332"/>
          </a:xfrm>
          <a:prstGeom prst="rect">
            <a:avLst/>
          </a:prstGeom>
          <a:noFill/>
        </p:spPr>
        <p:txBody>
          <a:bodyPr wrap="none" rtlCol="0">
            <a:spAutoFit/>
          </a:bodyPr>
          <a:lstStyle/>
          <a:p>
            <a:r>
              <a:rPr kumimoji="1" lang="ja-JP" altLang="en-US" b="1" dirty="0">
                <a:solidFill>
                  <a:srgbClr val="FFFF00"/>
                </a:solidFill>
              </a:rPr>
              <a:t>第</a:t>
            </a:r>
            <a:r>
              <a:rPr kumimoji="1" lang="en-US" altLang="ja-JP" b="1" dirty="0">
                <a:solidFill>
                  <a:srgbClr val="FFFF00"/>
                </a:solidFill>
              </a:rPr>
              <a:t>44</a:t>
            </a:r>
            <a:r>
              <a:rPr kumimoji="1" lang="ja-JP" altLang="en-US" b="1" dirty="0">
                <a:solidFill>
                  <a:srgbClr val="FFFF00"/>
                </a:solidFill>
              </a:rPr>
              <a:t>回三笠宮杯全日本ダンススポーツ選手権</a:t>
            </a:r>
          </a:p>
        </p:txBody>
      </p:sp>
      <p:sp>
        <p:nvSpPr>
          <p:cNvPr id="25" name="正方形/長方形 24">
            <a:extLst>
              <a:ext uri="{FF2B5EF4-FFF2-40B4-BE49-F238E27FC236}">
                <a16:creationId xmlns:a16="http://schemas.microsoft.com/office/drawing/2014/main" id="{C4D477C1-C29D-28F9-DC60-580B4F2C9BF4}"/>
              </a:ext>
            </a:extLst>
          </p:cNvPr>
          <p:cNvSpPr/>
          <p:nvPr/>
        </p:nvSpPr>
        <p:spPr>
          <a:xfrm>
            <a:off x="8378092" y="5749824"/>
            <a:ext cx="1578707" cy="369333"/>
          </a:xfrm>
          <a:prstGeom prst="rect">
            <a:avLst/>
          </a:prstGeom>
          <a:gradFill>
            <a:gsLst>
              <a:gs pos="86000">
                <a:srgbClr val="004846"/>
              </a:gs>
              <a:gs pos="100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a:solidFill>
                <a:schemeClr val="bg1"/>
              </a:solidFill>
            </a:endParaRPr>
          </a:p>
        </p:txBody>
      </p:sp>
      <p:sp>
        <p:nvSpPr>
          <p:cNvPr id="26" name="テキスト ボックス 25">
            <a:extLst>
              <a:ext uri="{FF2B5EF4-FFF2-40B4-BE49-F238E27FC236}">
                <a16:creationId xmlns:a16="http://schemas.microsoft.com/office/drawing/2014/main" id="{814411DF-F1E7-6586-29BC-08932988D50B}"/>
              </a:ext>
            </a:extLst>
          </p:cNvPr>
          <p:cNvSpPr txBox="1"/>
          <p:nvPr/>
        </p:nvSpPr>
        <p:spPr>
          <a:xfrm>
            <a:off x="8610241" y="5736516"/>
            <a:ext cx="1114408" cy="369332"/>
          </a:xfrm>
          <a:prstGeom prst="rect">
            <a:avLst/>
          </a:prstGeom>
          <a:noFill/>
        </p:spPr>
        <p:txBody>
          <a:bodyPr wrap="none" rtlCol="0">
            <a:spAutoFit/>
          </a:bodyPr>
          <a:lstStyle/>
          <a:p>
            <a:r>
              <a:rPr kumimoji="1" lang="ja-JP" altLang="en-US" b="1" dirty="0">
                <a:solidFill>
                  <a:schemeClr val="bg1"/>
                </a:solidFill>
                <a:latin typeface="ＭＳ Ｐゴシック" panose="020B0600070205080204" pitchFamily="50" charset="-128"/>
                <a:ea typeface="ＭＳ Ｐゴシック" panose="020B0600070205080204" pitchFamily="50" charset="-128"/>
              </a:rPr>
              <a:t>次の競技</a:t>
            </a:r>
          </a:p>
        </p:txBody>
      </p:sp>
      <p:sp>
        <p:nvSpPr>
          <p:cNvPr id="27" name="正方形/長方形 26">
            <a:extLst>
              <a:ext uri="{FF2B5EF4-FFF2-40B4-BE49-F238E27FC236}">
                <a16:creationId xmlns:a16="http://schemas.microsoft.com/office/drawing/2014/main" id="{E7814E70-572C-48F5-8D7D-D44A4C7DF102}"/>
              </a:ext>
            </a:extLst>
          </p:cNvPr>
          <p:cNvSpPr/>
          <p:nvPr/>
        </p:nvSpPr>
        <p:spPr>
          <a:xfrm>
            <a:off x="8378092" y="6119157"/>
            <a:ext cx="3419537" cy="527124"/>
          </a:xfrm>
          <a:prstGeom prst="rect">
            <a:avLst/>
          </a:prstGeom>
          <a:gradFill>
            <a:gsLst>
              <a:gs pos="8000">
                <a:srgbClr val="006666"/>
              </a:gs>
              <a:gs pos="48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28" name="テキスト ボックス 27">
            <a:extLst>
              <a:ext uri="{FF2B5EF4-FFF2-40B4-BE49-F238E27FC236}">
                <a16:creationId xmlns:a16="http://schemas.microsoft.com/office/drawing/2014/main" id="{091DF4BA-5C44-5DFD-64AC-5BAD1DDEEF3E}"/>
              </a:ext>
            </a:extLst>
          </p:cNvPr>
          <p:cNvSpPr txBox="1"/>
          <p:nvPr/>
        </p:nvSpPr>
        <p:spPr>
          <a:xfrm>
            <a:off x="8378092" y="6198053"/>
            <a:ext cx="3590868" cy="369332"/>
          </a:xfrm>
          <a:prstGeom prst="rect">
            <a:avLst/>
          </a:prstGeom>
          <a:noFill/>
        </p:spPr>
        <p:txBody>
          <a:bodyPr wrap="square" rtlCol="0">
            <a:spAutoFit/>
          </a:bodyPr>
          <a:lstStyle/>
          <a:p>
            <a:r>
              <a:rPr lang="en-US" altLang="ja-JP" b="1" dirty="0">
                <a:solidFill>
                  <a:schemeClr val="bg1"/>
                </a:solidFill>
                <a:latin typeface="ＭＳ Ｐゴシック" panose="020B0600070205080204" pitchFamily="50" charset="-128"/>
                <a:ea typeface="ＭＳ Ｐゴシック" panose="020B0600070205080204" pitchFamily="50" charset="-128"/>
              </a:rPr>
              <a:t>002</a:t>
            </a:r>
            <a:r>
              <a:rPr lang="ja-JP" altLang="en-US" b="1" dirty="0">
                <a:solidFill>
                  <a:schemeClr val="bg1"/>
                </a:solidFill>
                <a:latin typeface="ＭＳ Ｐゴシック" panose="020B0600070205080204" pitchFamily="50" charset="-128"/>
                <a:ea typeface="ＭＳ Ｐゴシック" panose="020B0600070205080204" pitchFamily="50" charset="-128"/>
              </a:rPr>
              <a:t>  </a:t>
            </a:r>
            <a:r>
              <a:rPr lang="en-US" altLang="ja-JP" b="1" dirty="0">
                <a:solidFill>
                  <a:schemeClr val="bg1"/>
                </a:solidFill>
                <a:latin typeface="ＭＳ Ｐゴシック" panose="020B0600070205080204" pitchFamily="50" charset="-128"/>
                <a:ea typeface="ＭＳ Ｐゴシック" panose="020B0600070205080204" pitchFamily="50" charset="-128"/>
              </a:rPr>
              <a:t>C</a:t>
            </a:r>
            <a:r>
              <a:rPr lang="ja-JP" altLang="en-US" b="1" dirty="0">
                <a:solidFill>
                  <a:schemeClr val="bg1"/>
                </a:solidFill>
                <a:latin typeface="ＭＳ Ｐゴシック" panose="020B0600070205080204" pitchFamily="50" charset="-128"/>
                <a:ea typeface="ＭＳ Ｐゴシック" panose="020B0600070205080204" pitchFamily="50" charset="-128"/>
              </a:rPr>
              <a:t>級戦スタンダード　</a:t>
            </a:r>
            <a:r>
              <a:rPr lang="en-US" altLang="ja-JP" b="1" dirty="0">
                <a:solidFill>
                  <a:schemeClr val="bg1"/>
                </a:solidFill>
                <a:latin typeface="ＭＳ Ｐゴシック" panose="020B0600070205080204" pitchFamily="50" charset="-128"/>
                <a:ea typeface="ＭＳ Ｐゴシック" panose="020B0600070205080204" pitchFamily="50" charset="-128"/>
              </a:rPr>
              <a:t>1</a:t>
            </a:r>
            <a:r>
              <a:rPr lang="ja-JP" altLang="en-US" b="1" dirty="0">
                <a:solidFill>
                  <a:schemeClr val="bg1"/>
                </a:solidFill>
                <a:latin typeface="ＭＳ Ｐゴシック" panose="020B0600070205080204" pitchFamily="50" charset="-128"/>
                <a:ea typeface="ＭＳ Ｐゴシック" panose="020B0600070205080204" pitchFamily="50" charset="-128"/>
              </a:rPr>
              <a:t>次予選</a:t>
            </a:r>
            <a:endParaRPr kumimoji="1" lang="ja-JP" altLang="en-US" b="1" dirty="0">
              <a:solidFill>
                <a:schemeClr val="bg1"/>
              </a:solidFill>
              <a:latin typeface="ＭＳ Ｐゴシック" panose="020B0600070205080204" pitchFamily="50" charset="-128"/>
              <a:ea typeface="ＭＳ Ｐゴシック" panose="020B0600070205080204" pitchFamily="50" charset="-128"/>
            </a:endParaRPr>
          </a:p>
        </p:txBody>
      </p:sp>
      <p:sp>
        <p:nvSpPr>
          <p:cNvPr id="13" name="テキスト ボックス 12">
            <a:extLst>
              <a:ext uri="{FF2B5EF4-FFF2-40B4-BE49-F238E27FC236}">
                <a16:creationId xmlns:a16="http://schemas.microsoft.com/office/drawing/2014/main" id="{C3DCC942-4A75-881D-A476-DA431B7569E8}"/>
              </a:ext>
            </a:extLst>
          </p:cNvPr>
          <p:cNvSpPr txBox="1"/>
          <p:nvPr/>
        </p:nvSpPr>
        <p:spPr>
          <a:xfrm>
            <a:off x="541073" y="480998"/>
            <a:ext cx="3344185" cy="369332"/>
          </a:xfrm>
          <a:prstGeom prst="rect">
            <a:avLst/>
          </a:prstGeom>
          <a:noFill/>
        </p:spPr>
        <p:txBody>
          <a:bodyPr wrap="none" rtlCol="0">
            <a:spAutoFit/>
          </a:bodyPr>
          <a:lstStyle/>
          <a:p>
            <a:r>
              <a:rPr lang="en-US" altLang="ja-JP" b="1" dirty="0">
                <a:solidFill>
                  <a:srgbClr val="FFFF00"/>
                </a:solidFill>
              </a:rPr>
              <a:t>A</a:t>
            </a:r>
            <a:r>
              <a:rPr lang="ja-JP" altLang="en-US" b="1" dirty="0">
                <a:solidFill>
                  <a:srgbClr val="FFFF00"/>
                </a:solidFill>
              </a:rPr>
              <a:t>級戦スタンダード　１次予選</a:t>
            </a:r>
            <a:endParaRPr kumimoji="1" lang="ja-JP" altLang="en-US" b="1" dirty="0">
              <a:solidFill>
                <a:srgbClr val="FFFF00"/>
              </a:solidFill>
            </a:endParaRPr>
          </a:p>
        </p:txBody>
      </p:sp>
      <p:sp>
        <p:nvSpPr>
          <p:cNvPr id="14" name="テキスト ボックス 13">
            <a:extLst>
              <a:ext uri="{FF2B5EF4-FFF2-40B4-BE49-F238E27FC236}">
                <a16:creationId xmlns:a16="http://schemas.microsoft.com/office/drawing/2014/main" id="{B3EF1F29-2236-EFA8-F95D-C981F1496ABB}"/>
              </a:ext>
            </a:extLst>
          </p:cNvPr>
          <p:cNvSpPr txBox="1"/>
          <p:nvPr/>
        </p:nvSpPr>
        <p:spPr>
          <a:xfrm>
            <a:off x="9937635" y="184936"/>
            <a:ext cx="2031325" cy="369332"/>
          </a:xfrm>
          <a:prstGeom prst="rect">
            <a:avLst/>
          </a:prstGeom>
          <a:noFill/>
        </p:spPr>
        <p:txBody>
          <a:bodyPr wrap="none" rtlCol="0">
            <a:spAutoFit/>
          </a:bodyPr>
          <a:lstStyle/>
          <a:p>
            <a:r>
              <a:rPr kumimoji="1" lang="ja-JP" altLang="en-US" b="1" dirty="0">
                <a:solidFill>
                  <a:srgbClr val="FFFF00"/>
                </a:solidFill>
              </a:rPr>
              <a:t>１種目目　ワルツ</a:t>
            </a:r>
          </a:p>
        </p:txBody>
      </p:sp>
      <p:sp>
        <p:nvSpPr>
          <p:cNvPr id="15" name="テキスト ボックス 14">
            <a:extLst>
              <a:ext uri="{FF2B5EF4-FFF2-40B4-BE49-F238E27FC236}">
                <a16:creationId xmlns:a16="http://schemas.microsoft.com/office/drawing/2014/main" id="{AA8F8DE4-0B20-8112-71A4-E8A3AA2BC6AD}"/>
              </a:ext>
            </a:extLst>
          </p:cNvPr>
          <p:cNvSpPr txBox="1"/>
          <p:nvPr/>
        </p:nvSpPr>
        <p:spPr>
          <a:xfrm>
            <a:off x="10630132" y="554268"/>
            <a:ext cx="1338828" cy="369332"/>
          </a:xfrm>
          <a:prstGeom prst="rect">
            <a:avLst/>
          </a:prstGeom>
          <a:noFill/>
        </p:spPr>
        <p:txBody>
          <a:bodyPr wrap="none" rtlCol="0">
            <a:spAutoFit/>
          </a:bodyPr>
          <a:lstStyle/>
          <a:p>
            <a:r>
              <a:rPr kumimoji="1" lang="ja-JP" altLang="en-US" b="1" dirty="0">
                <a:solidFill>
                  <a:srgbClr val="FFFF00"/>
                </a:solidFill>
              </a:rPr>
              <a:t>第１ヒート</a:t>
            </a:r>
          </a:p>
        </p:txBody>
      </p:sp>
    </p:spTree>
    <p:extLst>
      <p:ext uri="{BB962C8B-B14F-4D97-AF65-F5344CB8AC3E}">
        <p14:creationId xmlns:p14="http://schemas.microsoft.com/office/powerpoint/2010/main" val="38774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60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1+#ppt_w/2"/>
                                          </p:val>
                                        </p:tav>
                                        <p:tav tm="100000">
                                          <p:val>
                                            <p:strVal val="#ppt_x"/>
                                          </p:val>
                                        </p:tav>
                                      </p:tavLst>
                                    </p:anim>
                                    <p:anim calcmode="lin" valueType="num">
                                      <p:cBhvr additive="base">
                                        <p:cTn id="8" dur="500" fill="hold"/>
                                        <p:tgtEl>
                                          <p:spTgt spid="25"/>
                                        </p:tgtEl>
                                        <p:attrNameLst>
                                          <p:attrName>ppt_y</p:attrName>
                                        </p:attrNameLst>
                                      </p:cBhvr>
                                      <p:tavLst>
                                        <p:tav tm="0">
                                          <p:val>
                                            <p:strVal val="#ppt_y"/>
                                          </p:val>
                                        </p:tav>
                                        <p:tav tm="100000">
                                          <p:val>
                                            <p:strVal val="#ppt_y"/>
                                          </p:val>
                                        </p:tav>
                                      </p:tavLst>
                                    </p:anim>
                                  </p:childTnLst>
                                </p:cTn>
                              </p:par>
                              <p:par>
                                <p:cTn id="9" presetID="10" presetClass="exit" presetSubtype="0" fill="hold" grpId="1" nodeType="withEffect">
                                  <p:stCondLst>
                                    <p:cond delay="0"/>
                                  </p:stCondLst>
                                  <p:childTnLst>
                                    <p:animEffect transition="out" filter="fade">
                                      <p:cBhvr>
                                        <p:cTn id="10" dur="500"/>
                                        <p:tgtEl>
                                          <p:spTgt spid="25"/>
                                        </p:tgtEl>
                                      </p:cBhvr>
                                    </p:animEffect>
                                    <p:set>
                                      <p:cBhvr>
                                        <p:cTn id="11" dur="1" fill="hold">
                                          <p:stCondLst>
                                            <p:cond delay="499"/>
                                          </p:stCondLst>
                                        </p:cTn>
                                        <p:tgtEl>
                                          <p:spTgt spid="25"/>
                                        </p:tgtEl>
                                        <p:attrNameLst>
                                          <p:attrName>style.visibility</p:attrName>
                                        </p:attrNameLst>
                                      </p:cBhvr>
                                      <p:to>
                                        <p:strVal val="hidden"/>
                                      </p:to>
                                    </p:set>
                                  </p:childTnLst>
                                </p:cTn>
                              </p:par>
                              <p:par>
                                <p:cTn id="12" presetID="2" presetClass="entr" presetSubtype="2" fill="hold" grpId="0" nodeType="withEffect">
                                  <p:stCondLst>
                                    <p:cond delay="600"/>
                                  </p:stCondLst>
                                  <p:childTnLst>
                                    <p:set>
                                      <p:cBhvr>
                                        <p:cTn id="13" dur="1" fill="hold">
                                          <p:stCondLst>
                                            <p:cond delay="0"/>
                                          </p:stCondLst>
                                        </p:cTn>
                                        <p:tgtEl>
                                          <p:spTgt spid="27"/>
                                        </p:tgtEl>
                                        <p:attrNameLst>
                                          <p:attrName>style.visibility</p:attrName>
                                        </p:attrNameLst>
                                      </p:cBhvr>
                                      <p:to>
                                        <p:strVal val="visible"/>
                                      </p:to>
                                    </p:set>
                                    <p:anim calcmode="lin" valueType="num">
                                      <p:cBhvr additive="base">
                                        <p:cTn id="14" dur="500" fill="hold"/>
                                        <p:tgtEl>
                                          <p:spTgt spid="27"/>
                                        </p:tgtEl>
                                        <p:attrNameLst>
                                          <p:attrName>ppt_x</p:attrName>
                                        </p:attrNameLst>
                                      </p:cBhvr>
                                      <p:tavLst>
                                        <p:tav tm="0">
                                          <p:val>
                                            <p:strVal val="1+#ppt_w/2"/>
                                          </p:val>
                                        </p:tav>
                                        <p:tav tm="100000">
                                          <p:val>
                                            <p:strVal val="#ppt_x"/>
                                          </p:val>
                                        </p:tav>
                                      </p:tavLst>
                                    </p:anim>
                                    <p:anim calcmode="lin" valueType="num">
                                      <p:cBhvr additive="base">
                                        <p:cTn id="15" dur="500" fill="hold"/>
                                        <p:tgtEl>
                                          <p:spTgt spid="27"/>
                                        </p:tgtEl>
                                        <p:attrNameLst>
                                          <p:attrName>ppt_y</p:attrName>
                                        </p:attrNameLst>
                                      </p:cBhvr>
                                      <p:tavLst>
                                        <p:tav tm="0">
                                          <p:val>
                                            <p:strVal val="#ppt_y"/>
                                          </p:val>
                                        </p:tav>
                                        <p:tav tm="100000">
                                          <p:val>
                                            <p:strVal val="#ppt_y"/>
                                          </p:val>
                                        </p:tav>
                                      </p:tavLst>
                                    </p:anim>
                                  </p:childTnLst>
                                </p:cTn>
                              </p:par>
                              <p:par>
                                <p:cTn id="16" presetID="10" presetClass="exit" presetSubtype="0" fill="hold" grpId="1" nodeType="withEffect">
                                  <p:stCondLst>
                                    <p:cond delay="0"/>
                                  </p:stCondLst>
                                  <p:childTnLst>
                                    <p:animEffect transition="out" filter="fade">
                                      <p:cBhvr>
                                        <p:cTn id="17" dur="500"/>
                                        <p:tgtEl>
                                          <p:spTgt spid="27"/>
                                        </p:tgtEl>
                                      </p:cBhvr>
                                    </p:animEffect>
                                    <p:set>
                                      <p:cBhvr>
                                        <p:cTn id="18" dur="1" fill="hold">
                                          <p:stCondLst>
                                            <p:cond delay="499"/>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P spid="27" grpId="0" animBg="1"/>
      <p:bldP spid="27"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8000"/>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888E68E1-64F4-C7DC-9D9B-1BFB0FA19BA1}"/>
              </a:ext>
            </a:extLst>
          </p:cNvPr>
          <p:cNvSpPr/>
          <p:nvPr/>
        </p:nvSpPr>
        <p:spPr>
          <a:xfrm>
            <a:off x="541073" y="1398147"/>
            <a:ext cx="10536501" cy="625403"/>
          </a:xfrm>
          <a:prstGeom prst="rect">
            <a:avLst/>
          </a:prstGeom>
          <a:gradFill>
            <a:gsLst>
              <a:gs pos="8000">
                <a:srgbClr val="006666"/>
              </a:gs>
              <a:gs pos="48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21" name="正方形/長方形 20">
            <a:extLst>
              <a:ext uri="{FF2B5EF4-FFF2-40B4-BE49-F238E27FC236}">
                <a16:creationId xmlns:a16="http://schemas.microsoft.com/office/drawing/2014/main" id="{D8535294-CB8E-AC5B-33BB-8CC737D6EB1E}"/>
              </a:ext>
            </a:extLst>
          </p:cNvPr>
          <p:cNvSpPr/>
          <p:nvPr/>
        </p:nvSpPr>
        <p:spPr>
          <a:xfrm>
            <a:off x="541074" y="871024"/>
            <a:ext cx="5145316" cy="527124"/>
          </a:xfrm>
          <a:prstGeom prst="rect">
            <a:avLst/>
          </a:prstGeom>
          <a:gradFill>
            <a:gsLst>
              <a:gs pos="86000">
                <a:srgbClr val="004846"/>
              </a:gs>
              <a:gs pos="100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a:solidFill>
                <a:schemeClr val="bg1"/>
              </a:solidFill>
            </a:endParaRPr>
          </a:p>
        </p:txBody>
      </p:sp>
      <p:sp>
        <p:nvSpPr>
          <p:cNvPr id="5" name="テキスト ボックス 4">
            <a:extLst>
              <a:ext uri="{FF2B5EF4-FFF2-40B4-BE49-F238E27FC236}">
                <a16:creationId xmlns:a16="http://schemas.microsoft.com/office/drawing/2014/main" id="{FF481A78-0663-808F-B26C-C4647510C417}"/>
              </a:ext>
            </a:extLst>
          </p:cNvPr>
          <p:cNvSpPr txBox="1"/>
          <p:nvPr/>
        </p:nvSpPr>
        <p:spPr>
          <a:xfrm>
            <a:off x="712522" y="1398147"/>
            <a:ext cx="5292435" cy="461665"/>
          </a:xfrm>
          <a:prstGeom prst="rect">
            <a:avLst/>
          </a:prstGeom>
          <a:noFill/>
        </p:spPr>
        <p:txBody>
          <a:bodyPr wrap="square" rtlCol="0">
            <a:spAutoFit/>
          </a:bodyPr>
          <a:lstStyle/>
          <a:p>
            <a:endParaRPr kumimoji="1" lang="ja-JP" altLang="en-US" sz="2400" b="1" dirty="0">
              <a:solidFill>
                <a:schemeClr val="bg1"/>
              </a:solidFill>
              <a:latin typeface="ＭＳ Ｐゴシック" panose="020B0600070205080204" pitchFamily="50" charset="-128"/>
              <a:ea typeface="ＭＳ Ｐゴシック" panose="020B0600070205080204" pitchFamily="50" charset="-128"/>
            </a:endParaRPr>
          </a:p>
        </p:txBody>
      </p:sp>
      <p:sp>
        <p:nvSpPr>
          <p:cNvPr id="20" name="テキスト ボックス 19">
            <a:extLst>
              <a:ext uri="{FF2B5EF4-FFF2-40B4-BE49-F238E27FC236}">
                <a16:creationId xmlns:a16="http://schemas.microsoft.com/office/drawing/2014/main" id="{613F965B-1200-EB06-96A1-C0B5A9AA3FFF}"/>
              </a:ext>
            </a:extLst>
          </p:cNvPr>
          <p:cNvSpPr txBox="1"/>
          <p:nvPr/>
        </p:nvSpPr>
        <p:spPr>
          <a:xfrm>
            <a:off x="541073" y="941073"/>
            <a:ext cx="1346844" cy="369332"/>
          </a:xfrm>
          <a:prstGeom prst="rect">
            <a:avLst/>
          </a:prstGeom>
          <a:noFill/>
        </p:spPr>
        <p:txBody>
          <a:bodyPr wrap="none" rtlCol="0">
            <a:spAutoFit/>
          </a:bodyPr>
          <a:lstStyle/>
          <a:p>
            <a:r>
              <a:rPr kumimoji="1" lang="ja-JP" altLang="en-US" b="1" dirty="0">
                <a:solidFill>
                  <a:schemeClr val="bg1"/>
                </a:solidFill>
                <a:latin typeface="ＭＳ Ｐゴシック" panose="020B0600070205080204" pitchFamily="50" charset="-128"/>
                <a:ea typeface="ＭＳ Ｐゴシック" panose="020B0600070205080204" pitchFamily="50" charset="-128"/>
              </a:rPr>
              <a:t>現在の競技</a:t>
            </a:r>
          </a:p>
        </p:txBody>
      </p:sp>
      <p:pic>
        <p:nvPicPr>
          <p:cNvPr id="19" name="図 18">
            <a:extLst>
              <a:ext uri="{FF2B5EF4-FFF2-40B4-BE49-F238E27FC236}">
                <a16:creationId xmlns:a16="http://schemas.microsoft.com/office/drawing/2014/main" id="{556278A7-1B8B-4296-07B0-351D6A96A508}"/>
              </a:ext>
            </a:extLst>
          </p:cNvPr>
          <p:cNvPicPr>
            <a:picLocks noChangeAspect="1"/>
          </p:cNvPicPr>
          <p:nvPr/>
        </p:nvPicPr>
        <p:blipFill>
          <a:blip r:embed="rId2"/>
          <a:stretch>
            <a:fillRect/>
          </a:stretch>
        </p:blipFill>
        <p:spPr>
          <a:xfrm>
            <a:off x="0" y="0"/>
            <a:ext cx="617273" cy="739204"/>
          </a:xfrm>
          <a:prstGeom prst="rect">
            <a:avLst/>
          </a:prstGeom>
        </p:spPr>
      </p:pic>
      <p:sp>
        <p:nvSpPr>
          <p:cNvPr id="22" name="テキスト ボックス 21">
            <a:extLst>
              <a:ext uri="{FF2B5EF4-FFF2-40B4-BE49-F238E27FC236}">
                <a16:creationId xmlns:a16="http://schemas.microsoft.com/office/drawing/2014/main" id="{695708AE-8DAF-BC8C-BDB7-833AD880BC14}"/>
              </a:ext>
            </a:extLst>
          </p:cNvPr>
          <p:cNvSpPr txBox="1"/>
          <p:nvPr/>
        </p:nvSpPr>
        <p:spPr>
          <a:xfrm>
            <a:off x="541073" y="131820"/>
            <a:ext cx="4826962" cy="369332"/>
          </a:xfrm>
          <a:prstGeom prst="rect">
            <a:avLst/>
          </a:prstGeom>
          <a:noFill/>
        </p:spPr>
        <p:txBody>
          <a:bodyPr wrap="none" rtlCol="0">
            <a:spAutoFit/>
          </a:bodyPr>
          <a:lstStyle/>
          <a:p>
            <a:r>
              <a:rPr kumimoji="1" lang="ja-JP" altLang="en-US" b="1" dirty="0">
                <a:solidFill>
                  <a:srgbClr val="FFFF00"/>
                </a:solidFill>
              </a:rPr>
              <a:t>第</a:t>
            </a:r>
            <a:r>
              <a:rPr kumimoji="1" lang="en-US" altLang="ja-JP" b="1" dirty="0">
                <a:solidFill>
                  <a:srgbClr val="FFFF00"/>
                </a:solidFill>
              </a:rPr>
              <a:t>44</a:t>
            </a:r>
            <a:r>
              <a:rPr kumimoji="1" lang="ja-JP" altLang="en-US" b="1" dirty="0">
                <a:solidFill>
                  <a:srgbClr val="FFFF00"/>
                </a:solidFill>
              </a:rPr>
              <a:t>回三笠宮杯全日本ダンススポーツ選手権</a:t>
            </a:r>
          </a:p>
        </p:txBody>
      </p:sp>
      <p:sp>
        <p:nvSpPr>
          <p:cNvPr id="23" name="テキスト ボックス 22">
            <a:extLst>
              <a:ext uri="{FF2B5EF4-FFF2-40B4-BE49-F238E27FC236}">
                <a16:creationId xmlns:a16="http://schemas.microsoft.com/office/drawing/2014/main" id="{FAFC1C0A-5D4A-8FB5-E2E2-F498AC773736}"/>
              </a:ext>
            </a:extLst>
          </p:cNvPr>
          <p:cNvSpPr txBox="1"/>
          <p:nvPr/>
        </p:nvSpPr>
        <p:spPr>
          <a:xfrm>
            <a:off x="614330" y="1509273"/>
            <a:ext cx="5292435" cy="461665"/>
          </a:xfrm>
          <a:prstGeom prst="rect">
            <a:avLst/>
          </a:prstGeom>
          <a:noFill/>
        </p:spPr>
        <p:txBody>
          <a:bodyPr wrap="square" rtlCol="0">
            <a:spAutoFit/>
          </a:bodyPr>
          <a:lstStyle/>
          <a:p>
            <a:r>
              <a:rPr lang="en-US" altLang="ja-JP" sz="2400" b="1" dirty="0">
                <a:solidFill>
                  <a:schemeClr val="bg1"/>
                </a:solidFill>
                <a:latin typeface="ＭＳ Ｐゴシック" panose="020B0600070205080204" pitchFamily="50" charset="-128"/>
                <a:ea typeface="ＭＳ Ｐゴシック" panose="020B0600070205080204" pitchFamily="50" charset="-128"/>
              </a:rPr>
              <a:t>001</a:t>
            </a:r>
            <a:r>
              <a:rPr lang="ja-JP" altLang="en-US" sz="2400" b="1" dirty="0">
                <a:solidFill>
                  <a:schemeClr val="bg1"/>
                </a:solidFill>
                <a:latin typeface="ＭＳ Ｐゴシック" panose="020B0600070205080204" pitchFamily="50" charset="-128"/>
                <a:ea typeface="ＭＳ Ｐゴシック" panose="020B0600070205080204" pitchFamily="50" charset="-128"/>
              </a:rPr>
              <a:t>  </a:t>
            </a:r>
            <a:r>
              <a:rPr lang="en-US" altLang="ja-JP" sz="2400" b="1" dirty="0">
                <a:solidFill>
                  <a:schemeClr val="bg1"/>
                </a:solidFill>
                <a:latin typeface="ＭＳ Ｐゴシック" panose="020B0600070205080204" pitchFamily="50" charset="-128"/>
                <a:ea typeface="ＭＳ Ｐゴシック" panose="020B0600070205080204" pitchFamily="50" charset="-128"/>
              </a:rPr>
              <a:t>D</a:t>
            </a:r>
            <a:r>
              <a:rPr lang="ja-JP" altLang="en-US" sz="2400" b="1" dirty="0">
                <a:solidFill>
                  <a:schemeClr val="bg1"/>
                </a:solidFill>
                <a:latin typeface="ＭＳ Ｐゴシック" panose="020B0600070205080204" pitchFamily="50" charset="-128"/>
                <a:ea typeface="ＭＳ Ｐゴシック" panose="020B0600070205080204" pitchFamily="50" charset="-128"/>
              </a:rPr>
              <a:t>級戦スタンダード　</a:t>
            </a:r>
            <a:r>
              <a:rPr lang="en-US" altLang="ja-JP" sz="2400" b="1" dirty="0">
                <a:solidFill>
                  <a:schemeClr val="bg1"/>
                </a:solidFill>
                <a:latin typeface="ＭＳ Ｐゴシック" panose="020B0600070205080204" pitchFamily="50" charset="-128"/>
                <a:ea typeface="ＭＳ Ｐゴシック" panose="020B0600070205080204" pitchFamily="50" charset="-128"/>
              </a:rPr>
              <a:t>1</a:t>
            </a:r>
            <a:r>
              <a:rPr lang="ja-JP" altLang="en-US" sz="2400" b="1" dirty="0">
                <a:solidFill>
                  <a:schemeClr val="bg1"/>
                </a:solidFill>
                <a:latin typeface="ＭＳ Ｐゴシック" panose="020B0600070205080204" pitchFamily="50" charset="-128"/>
                <a:ea typeface="ＭＳ Ｐゴシック" panose="020B0600070205080204" pitchFamily="50" charset="-128"/>
              </a:rPr>
              <a:t>次予選</a:t>
            </a:r>
            <a:endParaRPr kumimoji="1" lang="ja-JP" altLang="en-US" sz="2400" b="1" dirty="0">
              <a:solidFill>
                <a:schemeClr val="bg1"/>
              </a:solidFill>
              <a:latin typeface="ＭＳ Ｐゴシック" panose="020B0600070205080204" pitchFamily="50" charset="-128"/>
              <a:ea typeface="ＭＳ Ｐゴシック" panose="020B0600070205080204" pitchFamily="50" charset="-128"/>
            </a:endParaRPr>
          </a:p>
        </p:txBody>
      </p:sp>
      <p:sp>
        <p:nvSpPr>
          <p:cNvPr id="24" name="テキスト ボックス 23">
            <a:extLst>
              <a:ext uri="{FF2B5EF4-FFF2-40B4-BE49-F238E27FC236}">
                <a16:creationId xmlns:a16="http://schemas.microsoft.com/office/drawing/2014/main" id="{25FFD4F4-F2FB-76EA-7088-ACE76918D0E0}"/>
              </a:ext>
            </a:extLst>
          </p:cNvPr>
          <p:cNvSpPr txBox="1"/>
          <p:nvPr/>
        </p:nvSpPr>
        <p:spPr>
          <a:xfrm>
            <a:off x="10970948" y="131820"/>
            <a:ext cx="1035861" cy="369332"/>
          </a:xfrm>
          <a:prstGeom prst="rect">
            <a:avLst/>
          </a:prstGeom>
          <a:noFill/>
        </p:spPr>
        <p:txBody>
          <a:bodyPr wrap="none" rtlCol="0">
            <a:spAutoFit/>
          </a:bodyPr>
          <a:lstStyle/>
          <a:p>
            <a:r>
              <a:rPr lang="en-US" altLang="ja-JP" b="1" dirty="0">
                <a:solidFill>
                  <a:srgbClr val="FFFF00"/>
                </a:solidFill>
              </a:rPr>
              <a:t>A</a:t>
            </a:r>
            <a:r>
              <a:rPr lang="ja-JP" altLang="en-US" b="1" dirty="0">
                <a:solidFill>
                  <a:srgbClr val="FFFF00"/>
                </a:solidFill>
              </a:rPr>
              <a:t>フロア</a:t>
            </a:r>
            <a:endParaRPr kumimoji="1" lang="ja-JP" altLang="en-US" b="1" dirty="0">
              <a:solidFill>
                <a:srgbClr val="FFFF00"/>
              </a:solidFill>
            </a:endParaRPr>
          </a:p>
        </p:txBody>
      </p:sp>
      <p:sp>
        <p:nvSpPr>
          <p:cNvPr id="25" name="正方形/長方形 24">
            <a:extLst>
              <a:ext uri="{FF2B5EF4-FFF2-40B4-BE49-F238E27FC236}">
                <a16:creationId xmlns:a16="http://schemas.microsoft.com/office/drawing/2014/main" id="{C4D477C1-C29D-28F9-DC60-580B4F2C9BF4}"/>
              </a:ext>
            </a:extLst>
          </p:cNvPr>
          <p:cNvSpPr/>
          <p:nvPr/>
        </p:nvSpPr>
        <p:spPr>
          <a:xfrm>
            <a:off x="859641" y="5770400"/>
            <a:ext cx="5145316" cy="396010"/>
          </a:xfrm>
          <a:prstGeom prst="rect">
            <a:avLst/>
          </a:prstGeom>
          <a:gradFill>
            <a:gsLst>
              <a:gs pos="86000">
                <a:srgbClr val="004846"/>
              </a:gs>
              <a:gs pos="100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a:solidFill>
                <a:schemeClr val="bg1"/>
              </a:solidFill>
            </a:endParaRPr>
          </a:p>
        </p:txBody>
      </p:sp>
      <p:sp>
        <p:nvSpPr>
          <p:cNvPr id="26" name="テキスト ボックス 25">
            <a:extLst>
              <a:ext uri="{FF2B5EF4-FFF2-40B4-BE49-F238E27FC236}">
                <a16:creationId xmlns:a16="http://schemas.microsoft.com/office/drawing/2014/main" id="{814411DF-F1E7-6586-29BC-08932988D50B}"/>
              </a:ext>
            </a:extLst>
          </p:cNvPr>
          <p:cNvSpPr txBox="1"/>
          <p:nvPr/>
        </p:nvSpPr>
        <p:spPr>
          <a:xfrm>
            <a:off x="859641" y="5783739"/>
            <a:ext cx="1114408" cy="369332"/>
          </a:xfrm>
          <a:prstGeom prst="rect">
            <a:avLst/>
          </a:prstGeom>
          <a:noFill/>
        </p:spPr>
        <p:txBody>
          <a:bodyPr wrap="none" rtlCol="0">
            <a:spAutoFit/>
          </a:bodyPr>
          <a:lstStyle/>
          <a:p>
            <a:r>
              <a:rPr kumimoji="1" lang="ja-JP" altLang="en-US" b="1" dirty="0">
                <a:solidFill>
                  <a:schemeClr val="bg1"/>
                </a:solidFill>
                <a:latin typeface="ＭＳ Ｐゴシック" panose="020B0600070205080204" pitchFamily="50" charset="-128"/>
                <a:ea typeface="ＭＳ Ｐゴシック" panose="020B0600070205080204" pitchFamily="50" charset="-128"/>
              </a:rPr>
              <a:t>次の競技</a:t>
            </a:r>
          </a:p>
        </p:txBody>
      </p:sp>
      <p:sp>
        <p:nvSpPr>
          <p:cNvPr id="3" name="正方形/長方形 2">
            <a:extLst>
              <a:ext uri="{FF2B5EF4-FFF2-40B4-BE49-F238E27FC236}">
                <a16:creationId xmlns:a16="http://schemas.microsoft.com/office/drawing/2014/main" id="{199CDC3E-27E1-A9AC-42A5-AAC54F75B747}"/>
              </a:ext>
            </a:extLst>
          </p:cNvPr>
          <p:cNvSpPr/>
          <p:nvPr/>
        </p:nvSpPr>
        <p:spPr>
          <a:xfrm>
            <a:off x="2128607" y="2112840"/>
            <a:ext cx="8948967" cy="534769"/>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6" name="テキスト ボックス 5">
            <a:extLst>
              <a:ext uri="{FF2B5EF4-FFF2-40B4-BE49-F238E27FC236}">
                <a16:creationId xmlns:a16="http://schemas.microsoft.com/office/drawing/2014/main" id="{DF12C014-581A-F202-BA22-572A1CECF9B1}"/>
              </a:ext>
            </a:extLst>
          </p:cNvPr>
          <p:cNvSpPr txBox="1"/>
          <p:nvPr/>
        </p:nvSpPr>
        <p:spPr>
          <a:xfrm>
            <a:off x="2232334" y="2065505"/>
            <a:ext cx="8738614" cy="584775"/>
          </a:xfrm>
          <a:prstGeom prst="rect">
            <a:avLst/>
          </a:prstGeom>
          <a:noFill/>
        </p:spPr>
        <p:txBody>
          <a:bodyPr wrap="square" rtlCol="0">
            <a:spAutoFit/>
          </a:bodyPr>
          <a:lstStyle/>
          <a:p>
            <a:r>
              <a:rPr lang="en-US" altLang="ja-JP" sz="3200" b="1" dirty="0">
                <a:solidFill>
                  <a:srgbClr val="000066"/>
                </a:solidFill>
                <a:latin typeface="ＭＳ Ｐゴシック" panose="020B0600070205080204" pitchFamily="50" charset="-128"/>
                <a:ea typeface="ＭＳ Ｐゴシック" panose="020B0600070205080204" pitchFamily="50" charset="-128"/>
              </a:rPr>
              <a:t>101</a:t>
            </a:r>
            <a:r>
              <a:rPr lang="ja-JP" altLang="en-US" sz="3200" b="1" dirty="0">
                <a:solidFill>
                  <a:srgbClr val="000066"/>
                </a:solidFill>
                <a:latin typeface="ＭＳ Ｐゴシック" panose="020B0600070205080204" pitchFamily="50" charset="-128"/>
                <a:ea typeface="ＭＳ Ｐゴシック" panose="020B0600070205080204" pitchFamily="50" charset="-128"/>
              </a:rPr>
              <a:t>　</a:t>
            </a:r>
            <a:r>
              <a:rPr lang="en-US" altLang="ja-JP" sz="3200" b="1" dirty="0">
                <a:solidFill>
                  <a:srgbClr val="000066"/>
                </a:solidFill>
                <a:latin typeface="ＭＳ Ｐゴシック" panose="020B0600070205080204" pitchFamily="50" charset="-128"/>
                <a:ea typeface="ＭＳ Ｐゴシック" panose="020B0600070205080204" pitchFamily="50" charset="-128"/>
              </a:rPr>
              <a:t>102  103  104  105  106  107  108  109</a:t>
            </a:r>
            <a:r>
              <a:rPr lang="ja-JP" altLang="en-US" sz="3200" b="1" dirty="0">
                <a:solidFill>
                  <a:srgbClr val="000066"/>
                </a:solidFill>
                <a:latin typeface="ＭＳ Ｐゴシック" panose="020B0600070205080204" pitchFamily="50" charset="-128"/>
                <a:ea typeface="ＭＳ Ｐゴシック" panose="020B0600070205080204" pitchFamily="50" charset="-128"/>
              </a:rPr>
              <a:t>　</a:t>
            </a:r>
            <a:r>
              <a:rPr lang="en-US" altLang="ja-JP" sz="3200" b="1" dirty="0">
                <a:solidFill>
                  <a:srgbClr val="000066"/>
                </a:solidFill>
                <a:latin typeface="ＭＳ Ｐゴシック" panose="020B0600070205080204" pitchFamily="50" charset="-128"/>
                <a:ea typeface="ＭＳ Ｐゴシック" panose="020B0600070205080204" pitchFamily="50" charset="-128"/>
              </a:rPr>
              <a:t>110</a:t>
            </a:r>
            <a:endParaRPr kumimoji="1" lang="ja-JP" altLang="en-US" sz="3200" b="1" dirty="0">
              <a:solidFill>
                <a:srgbClr val="000066"/>
              </a:solidFill>
              <a:latin typeface="ＭＳ Ｐゴシック" panose="020B0600070205080204" pitchFamily="50" charset="-128"/>
              <a:ea typeface="ＭＳ Ｐゴシック" panose="020B0600070205080204" pitchFamily="50" charset="-128"/>
            </a:endParaRPr>
          </a:p>
        </p:txBody>
      </p:sp>
      <p:sp>
        <p:nvSpPr>
          <p:cNvPr id="7" name="正方形/長方形 6">
            <a:extLst>
              <a:ext uri="{FF2B5EF4-FFF2-40B4-BE49-F238E27FC236}">
                <a16:creationId xmlns:a16="http://schemas.microsoft.com/office/drawing/2014/main" id="{A76C2C8D-290E-40D3-F492-D310082AAC0A}"/>
              </a:ext>
            </a:extLst>
          </p:cNvPr>
          <p:cNvSpPr/>
          <p:nvPr/>
        </p:nvSpPr>
        <p:spPr>
          <a:xfrm>
            <a:off x="828118" y="2111003"/>
            <a:ext cx="1258702" cy="536606"/>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4" name="テキスト ボックス 3">
            <a:extLst>
              <a:ext uri="{FF2B5EF4-FFF2-40B4-BE49-F238E27FC236}">
                <a16:creationId xmlns:a16="http://schemas.microsoft.com/office/drawing/2014/main" id="{62369C42-8805-332A-80C8-7A7990CFFCFE}"/>
              </a:ext>
            </a:extLst>
          </p:cNvPr>
          <p:cNvSpPr txBox="1"/>
          <p:nvPr/>
        </p:nvSpPr>
        <p:spPr>
          <a:xfrm>
            <a:off x="838437" y="2075267"/>
            <a:ext cx="1342034" cy="584775"/>
          </a:xfrm>
          <a:prstGeom prst="rect">
            <a:avLst/>
          </a:prstGeom>
          <a:noFill/>
        </p:spPr>
        <p:txBody>
          <a:bodyPr wrap="none" rtlCol="0">
            <a:spAutoFit/>
          </a:bodyPr>
          <a:lstStyle/>
          <a:p>
            <a:r>
              <a:rPr lang="en-US" altLang="ja-JP" sz="3200" b="1" dirty="0">
                <a:solidFill>
                  <a:srgbClr val="000066"/>
                </a:solidFill>
                <a:latin typeface="ＭＳ Ｐゴシック" panose="020B0600070205080204" pitchFamily="50" charset="-128"/>
                <a:ea typeface="ＭＳ Ｐゴシック" panose="020B0600070205080204" pitchFamily="50" charset="-128"/>
              </a:rPr>
              <a:t>W  1H </a:t>
            </a:r>
            <a:endParaRPr kumimoji="1" lang="ja-JP" altLang="en-US" sz="3200" b="1" dirty="0">
              <a:solidFill>
                <a:srgbClr val="000066"/>
              </a:solidFill>
              <a:latin typeface="ＭＳ Ｐゴシック" panose="020B0600070205080204" pitchFamily="50" charset="-128"/>
              <a:ea typeface="ＭＳ Ｐゴシック" panose="020B0600070205080204" pitchFamily="50" charset="-128"/>
            </a:endParaRPr>
          </a:p>
        </p:txBody>
      </p:sp>
      <p:sp>
        <p:nvSpPr>
          <p:cNvPr id="8" name="正方形/長方形 7">
            <a:extLst>
              <a:ext uri="{FF2B5EF4-FFF2-40B4-BE49-F238E27FC236}">
                <a16:creationId xmlns:a16="http://schemas.microsoft.com/office/drawing/2014/main" id="{A2C5E658-6155-FE22-2F29-0790CA818AAA}"/>
              </a:ext>
            </a:extLst>
          </p:cNvPr>
          <p:cNvSpPr/>
          <p:nvPr/>
        </p:nvSpPr>
        <p:spPr>
          <a:xfrm>
            <a:off x="2128607" y="2717721"/>
            <a:ext cx="8948967" cy="527124"/>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9" name="テキスト ボックス 8">
            <a:extLst>
              <a:ext uri="{FF2B5EF4-FFF2-40B4-BE49-F238E27FC236}">
                <a16:creationId xmlns:a16="http://schemas.microsoft.com/office/drawing/2014/main" id="{08DD47EA-0E8D-EF1B-23AB-ACBE28E10BF5}"/>
              </a:ext>
            </a:extLst>
          </p:cNvPr>
          <p:cNvSpPr txBox="1"/>
          <p:nvPr/>
        </p:nvSpPr>
        <p:spPr>
          <a:xfrm>
            <a:off x="2232334" y="2680849"/>
            <a:ext cx="5426486" cy="584775"/>
          </a:xfrm>
          <a:prstGeom prst="rect">
            <a:avLst/>
          </a:prstGeom>
          <a:noFill/>
        </p:spPr>
        <p:txBody>
          <a:bodyPr wrap="none" rtlCol="0">
            <a:spAutoFit/>
          </a:bodyPr>
          <a:lstStyle/>
          <a:p>
            <a:r>
              <a:rPr lang="en-US" altLang="ja-JP" sz="3200" b="1" dirty="0">
                <a:solidFill>
                  <a:srgbClr val="000066"/>
                </a:solidFill>
                <a:latin typeface="ＭＳ Ｐゴシック" panose="020B0600070205080204" pitchFamily="50" charset="-128"/>
                <a:ea typeface="ＭＳ Ｐゴシック" panose="020B0600070205080204" pitchFamily="50" charset="-128"/>
              </a:rPr>
              <a:t>107  108  109  110  111  112  </a:t>
            </a:r>
            <a:endParaRPr kumimoji="1" lang="ja-JP" altLang="en-US" sz="3200" b="1" dirty="0">
              <a:solidFill>
                <a:srgbClr val="000066"/>
              </a:solidFill>
              <a:latin typeface="ＭＳ Ｐゴシック" panose="020B0600070205080204" pitchFamily="50" charset="-128"/>
              <a:ea typeface="ＭＳ Ｐゴシック" panose="020B0600070205080204" pitchFamily="50" charset="-128"/>
            </a:endParaRPr>
          </a:p>
        </p:txBody>
      </p:sp>
      <p:sp>
        <p:nvSpPr>
          <p:cNvPr id="10" name="正方形/長方形 9">
            <a:extLst>
              <a:ext uri="{FF2B5EF4-FFF2-40B4-BE49-F238E27FC236}">
                <a16:creationId xmlns:a16="http://schemas.microsoft.com/office/drawing/2014/main" id="{A02AB669-7887-0BB9-09B7-3B0FA380DB2A}"/>
              </a:ext>
            </a:extLst>
          </p:cNvPr>
          <p:cNvSpPr/>
          <p:nvPr/>
        </p:nvSpPr>
        <p:spPr>
          <a:xfrm>
            <a:off x="2128607" y="3314957"/>
            <a:ext cx="8948967" cy="534769"/>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11" name="正方形/長方形 10">
            <a:extLst>
              <a:ext uri="{FF2B5EF4-FFF2-40B4-BE49-F238E27FC236}">
                <a16:creationId xmlns:a16="http://schemas.microsoft.com/office/drawing/2014/main" id="{7D972112-A5FE-24EF-A8FA-57FF9CCB866B}"/>
              </a:ext>
            </a:extLst>
          </p:cNvPr>
          <p:cNvSpPr/>
          <p:nvPr/>
        </p:nvSpPr>
        <p:spPr>
          <a:xfrm>
            <a:off x="2128607" y="3919838"/>
            <a:ext cx="8948967" cy="527124"/>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12" name="正方形/長方形 11">
            <a:extLst>
              <a:ext uri="{FF2B5EF4-FFF2-40B4-BE49-F238E27FC236}">
                <a16:creationId xmlns:a16="http://schemas.microsoft.com/office/drawing/2014/main" id="{E5A74543-E946-B44D-72EB-D3995A83F5E3}"/>
              </a:ext>
            </a:extLst>
          </p:cNvPr>
          <p:cNvSpPr/>
          <p:nvPr/>
        </p:nvSpPr>
        <p:spPr>
          <a:xfrm>
            <a:off x="828118" y="3351436"/>
            <a:ext cx="1258702" cy="518877"/>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13" name="テキスト ボックス 12">
            <a:extLst>
              <a:ext uri="{FF2B5EF4-FFF2-40B4-BE49-F238E27FC236}">
                <a16:creationId xmlns:a16="http://schemas.microsoft.com/office/drawing/2014/main" id="{262B0376-5D8A-CE7A-A0CE-1B4B7EFC4552}"/>
              </a:ext>
            </a:extLst>
          </p:cNvPr>
          <p:cNvSpPr txBox="1"/>
          <p:nvPr/>
        </p:nvSpPr>
        <p:spPr>
          <a:xfrm>
            <a:off x="817543" y="3278225"/>
            <a:ext cx="1342034" cy="584775"/>
          </a:xfrm>
          <a:prstGeom prst="rect">
            <a:avLst/>
          </a:prstGeom>
          <a:noFill/>
        </p:spPr>
        <p:txBody>
          <a:bodyPr wrap="none" rtlCol="0">
            <a:spAutoFit/>
          </a:bodyPr>
          <a:lstStyle/>
          <a:p>
            <a:r>
              <a:rPr lang="en-US" altLang="ja-JP" sz="3200" b="1" dirty="0">
                <a:solidFill>
                  <a:srgbClr val="000066"/>
                </a:solidFill>
                <a:latin typeface="ＭＳ Ｐゴシック" panose="020B0600070205080204" pitchFamily="50" charset="-128"/>
                <a:ea typeface="ＭＳ Ｐゴシック" panose="020B0600070205080204" pitchFamily="50" charset="-128"/>
              </a:rPr>
              <a:t>W  2H </a:t>
            </a:r>
            <a:endParaRPr kumimoji="1" lang="ja-JP" altLang="en-US" sz="3200" b="1" dirty="0">
              <a:solidFill>
                <a:srgbClr val="000066"/>
              </a:solidFill>
              <a:latin typeface="ＭＳ Ｐゴシック" panose="020B0600070205080204" pitchFamily="50" charset="-128"/>
              <a:ea typeface="ＭＳ Ｐゴシック" panose="020B0600070205080204" pitchFamily="50" charset="-128"/>
            </a:endParaRPr>
          </a:p>
        </p:txBody>
      </p:sp>
      <p:sp>
        <p:nvSpPr>
          <p:cNvPr id="14" name="テキスト ボックス 13">
            <a:extLst>
              <a:ext uri="{FF2B5EF4-FFF2-40B4-BE49-F238E27FC236}">
                <a16:creationId xmlns:a16="http://schemas.microsoft.com/office/drawing/2014/main" id="{F015FA66-6D5D-9658-A83D-6C9E642F07A9}"/>
              </a:ext>
            </a:extLst>
          </p:cNvPr>
          <p:cNvSpPr txBox="1"/>
          <p:nvPr/>
        </p:nvSpPr>
        <p:spPr>
          <a:xfrm>
            <a:off x="2232334" y="3296193"/>
            <a:ext cx="5194051" cy="584775"/>
          </a:xfrm>
          <a:prstGeom prst="rect">
            <a:avLst/>
          </a:prstGeom>
          <a:noFill/>
        </p:spPr>
        <p:txBody>
          <a:bodyPr wrap="none" rtlCol="0">
            <a:spAutoFit/>
          </a:bodyPr>
          <a:lstStyle/>
          <a:p>
            <a:r>
              <a:rPr lang="en-US" altLang="ja-JP" sz="3200" b="1" dirty="0">
                <a:solidFill>
                  <a:srgbClr val="000066"/>
                </a:solidFill>
                <a:latin typeface="ＭＳ Ｐゴシック" panose="020B0600070205080204" pitchFamily="50" charset="-128"/>
                <a:ea typeface="ＭＳ Ｐゴシック" panose="020B0600070205080204" pitchFamily="50" charset="-128"/>
              </a:rPr>
              <a:t>113</a:t>
            </a:r>
            <a:r>
              <a:rPr lang="ja-JP" altLang="en-US" sz="3200" b="1" dirty="0">
                <a:solidFill>
                  <a:srgbClr val="000066"/>
                </a:solidFill>
                <a:latin typeface="ＭＳ Ｐゴシック" panose="020B0600070205080204" pitchFamily="50" charset="-128"/>
                <a:ea typeface="ＭＳ Ｐゴシック" panose="020B0600070205080204" pitchFamily="50" charset="-128"/>
              </a:rPr>
              <a:t>　</a:t>
            </a:r>
            <a:r>
              <a:rPr lang="en-US" altLang="ja-JP" sz="3200" b="1" dirty="0">
                <a:solidFill>
                  <a:srgbClr val="000066"/>
                </a:solidFill>
                <a:latin typeface="ＭＳ Ｐゴシック" panose="020B0600070205080204" pitchFamily="50" charset="-128"/>
                <a:ea typeface="ＭＳ Ｐゴシック" panose="020B0600070205080204" pitchFamily="50" charset="-128"/>
              </a:rPr>
              <a:t>114  115  116  117  118</a:t>
            </a:r>
            <a:endParaRPr kumimoji="1" lang="ja-JP" altLang="en-US" sz="3200" b="1" dirty="0">
              <a:solidFill>
                <a:srgbClr val="000066"/>
              </a:solidFill>
              <a:latin typeface="ＭＳ Ｐゴシック" panose="020B0600070205080204" pitchFamily="50" charset="-128"/>
              <a:ea typeface="ＭＳ Ｐゴシック" panose="020B0600070205080204" pitchFamily="50" charset="-128"/>
            </a:endParaRPr>
          </a:p>
        </p:txBody>
      </p:sp>
      <p:sp>
        <p:nvSpPr>
          <p:cNvPr id="15" name="テキスト ボックス 14">
            <a:extLst>
              <a:ext uri="{FF2B5EF4-FFF2-40B4-BE49-F238E27FC236}">
                <a16:creationId xmlns:a16="http://schemas.microsoft.com/office/drawing/2014/main" id="{815ABFD9-10B2-865D-A507-7C1A852000A3}"/>
              </a:ext>
            </a:extLst>
          </p:cNvPr>
          <p:cNvSpPr txBox="1"/>
          <p:nvPr/>
        </p:nvSpPr>
        <p:spPr>
          <a:xfrm>
            <a:off x="2232334" y="3911536"/>
            <a:ext cx="5299849" cy="584775"/>
          </a:xfrm>
          <a:prstGeom prst="rect">
            <a:avLst/>
          </a:prstGeom>
          <a:noFill/>
        </p:spPr>
        <p:txBody>
          <a:bodyPr wrap="none" rtlCol="0">
            <a:spAutoFit/>
          </a:bodyPr>
          <a:lstStyle/>
          <a:p>
            <a:r>
              <a:rPr lang="en-US" altLang="ja-JP" sz="3200" b="1" dirty="0">
                <a:solidFill>
                  <a:srgbClr val="000066"/>
                </a:solidFill>
                <a:latin typeface="ＭＳ Ｐゴシック" panose="020B0600070205080204" pitchFamily="50" charset="-128"/>
                <a:ea typeface="ＭＳ Ｐゴシック" panose="020B0600070205080204" pitchFamily="50" charset="-128"/>
              </a:rPr>
              <a:t>119  120  121  122  123  124 </a:t>
            </a:r>
            <a:endParaRPr kumimoji="1" lang="ja-JP" altLang="en-US" sz="3200" b="1" dirty="0">
              <a:solidFill>
                <a:srgbClr val="000066"/>
              </a:solidFill>
              <a:latin typeface="ＭＳ Ｐゴシック" panose="020B0600070205080204" pitchFamily="50" charset="-128"/>
              <a:ea typeface="ＭＳ Ｐゴシック" panose="020B0600070205080204" pitchFamily="50" charset="-128"/>
            </a:endParaRPr>
          </a:p>
        </p:txBody>
      </p:sp>
      <p:sp>
        <p:nvSpPr>
          <p:cNvPr id="16" name="正方形/長方形 15">
            <a:extLst>
              <a:ext uri="{FF2B5EF4-FFF2-40B4-BE49-F238E27FC236}">
                <a16:creationId xmlns:a16="http://schemas.microsoft.com/office/drawing/2014/main" id="{9A0338EE-4AA5-87AE-67BC-223D4CACB993}"/>
              </a:ext>
            </a:extLst>
          </p:cNvPr>
          <p:cNvSpPr/>
          <p:nvPr/>
        </p:nvSpPr>
        <p:spPr>
          <a:xfrm>
            <a:off x="2128607" y="4517074"/>
            <a:ext cx="8948967" cy="534769"/>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17" name="正方形/長方形 16">
            <a:extLst>
              <a:ext uri="{FF2B5EF4-FFF2-40B4-BE49-F238E27FC236}">
                <a16:creationId xmlns:a16="http://schemas.microsoft.com/office/drawing/2014/main" id="{09B9B6A9-6AA4-0BB5-C8AA-D04889D24279}"/>
              </a:ext>
            </a:extLst>
          </p:cNvPr>
          <p:cNvSpPr/>
          <p:nvPr/>
        </p:nvSpPr>
        <p:spPr>
          <a:xfrm>
            <a:off x="2128607" y="5121956"/>
            <a:ext cx="8948967" cy="534769"/>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18" name="テキスト ボックス 17">
            <a:extLst>
              <a:ext uri="{FF2B5EF4-FFF2-40B4-BE49-F238E27FC236}">
                <a16:creationId xmlns:a16="http://schemas.microsoft.com/office/drawing/2014/main" id="{FBE7F27C-42FF-B78A-6326-D3BAB8D286DE}"/>
              </a:ext>
            </a:extLst>
          </p:cNvPr>
          <p:cNvSpPr txBox="1"/>
          <p:nvPr/>
        </p:nvSpPr>
        <p:spPr>
          <a:xfrm>
            <a:off x="10080218" y="470335"/>
            <a:ext cx="1941557" cy="369332"/>
          </a:xfrm>
          <a:prstGeom prst="rect">
            <a:avLst/>
          </a:prstGeom>
          <a:noFill/>
        </p:spPr>
        <p:txBody>
          <a:bodyPr wrap="none" rtlCol="0">
            <a:spAutoFit/>
          </a:bodyPr>
          <a:lstStyle/>
          <a:p>
            <a:r>
              <a:rPr kumimoji="1" lang="ja-JP" altLang="en-US" b="1" dirty="0">
                <a:solidFill>
                  <a:srgbClr val="FFFF00"/>
                </a:solidFill>
              </a:rPr>
              <a:t>現在時刻　</a:t>
            </a:r>
            <a:r>
              <a:rPr kumimoji="1" lang="en-US" altLang="ja-JP" b="1" dirty="0">
                <a:solidFill>
                  <a:srgbClr val="FFFF00"/>
                </a:solidFill>
              </a:rPr>
              <a:t>10:38</a:t>
            </a:r>
            <a:endParaRPr kumimoji="1" lang="ja-JP" altLang="en-US" b="1" dirty="0">
              <a:solidFill>
                <a:srgbClr val="FFFF00"/>
              </a:solidFill>
            </a:endParaRPr>
          </a:p>
        </p:txBody>
      </p:sp>
      <p:sp>
        <p:nvSpPr>
          <p:cNvPr id="29" name="テキスト ボックス 28">
            <a:extLst>
              <a:ext uri="{FF2B5EF4-FFF2-40B4-BE49-F238E27FC236}">
                <a16:creationId xmlns:a16="http://schemas.microsoft.com/office/drawing/2014/main" id="{42767167-DC49-B0C3-A39B-A438D6015901}"/>
              </a:ext>
            </a:extLst>
          </p:cNvPr>
          <p:cNvSpPr txBox="1"/>
          <p:nvPr/>
        </p:nvSpPr>
        <p:spPr>
          <a:xfrm>
            <a:off x="8847310" y="1532691"/>
            <a:ext cx="1985531" cy="400110"/>
          </a:xfrm>
          <a:prstGeom prst="rect">
            <a:avLst/>
          </a:prstGeom>
          <a:noFill/>
        </p:spPr>
        <p:txBody>
          <a:bodyPr wrap="square" rtlCol="0">
            <a:spAutoFit/>
          </a:bodyPr>
          <a:lstStyle/>
          <a:p>
            <a:pPr algn="r"/>
            <a:r>
              <a:rPr kumimoji="1" lang="en-US" altLang="ja-JP" sz="2000" b="1" dirty="0">
                <a:solidFill>
                  <a:srgbClr val="FF0000"/>
                </a:solidFill>
                <a:latin typeface="ＭＳ Ｐゴシック" panose="020B0600070205080204" pitchFamily="50" charset="-128"/>
                <a:ea typeface="ＭＳ Ｐゴシック" panose="020B0600070205080204" pitchFamily="50" charset="-128"/>
              </a:rPr>
              <a:t>W</a:t>
            </a:r>
            <a:r>
              <a:rPr kumimoji="1" lang="en-US" altLang="ja-JP" sz="2000" b="1" dirty="0">
                <a:solidFill>
                  <a:schemeClr val="bg1"/>
                </a:solidFill>
                <a:latin typeface="ＭＳ Ｐゴシック" panose="020B0600070205080204" pitchFamily="50" charset="-128"/>
                <a:ea typeface="ＭＳ Ｐゴシック" panose="020B0600070205080204" pitchFamily="50" charset="-128"/>
              </a:rPr>
              <a:t> T V F Q</a:t>
            </a:r>
            <a:endParaRPr kumimoji="1" lang="ja-JP" altLang="en-US" sz="2000" b="1" dirty="0">
              <a:solidFill>
                <a:schemeClr val="bg1"/>
              </a:solidFill>
              <a:latin typeface="ＭＳ Ｐゴシック" panose="020B0600070205080204" pitchFamily="50" charset="-128"/>
              <a:ea typeface="ＭＳ Ｐゴシック" panose="020B0600070205080204" pitchFamily="50" charset="-128"/>
            </a:endParaRPr>
          </a:p>
        </p:txBody>
      </p:sp>
      <p:sp>
        <p:nvSpPr>
          <p:cNvPr id="30" name="正方形/長方形 29">
            <a:extLst>
              <a:ext uri="{FF2B5EF4-FFF2-40B4-BE49-F238E27FC236}">
                <a16:creationId xmlns:a16="http://schemas.microsoft.com/office/drawing/2014/main" id="{AB79C0C0-591B-5BF7-7C53-295B8EEA6BB1}"/>
              </a:ext>
            </a:extLst>
          </p:cNvPr>
          <p:cNvSpPr/>
          <p:nvPr/>
        </p:nvSpPr>
        <p:spPr>
          <a:xfrm>
            <a:off x="859641" y="6188526"/>
            <a:ext cx="10284144" cy="542013"/>
          </a:xfrm>
          <a:prstGeom prst="rect">
            <a:avLst/>
          </a:prstGeom>
          <a:solidFill>
            <a:schemeClr val="bg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31" name="テキスト ボックス 30">
            <a:extLst>
              <a:ext uri="{FF2B5EF4-FFF2-40B4-BE49-F238E27FC236}">
                <a16:creationId xmlns:a16="http://schemas.microsoft.com/office/drawing/2014/main" id="{6807B3CC-7E48-91E2-4A10-070F65D6CB65}"/>
              </a:ext>
            </a:extLst>
          </p:cNvPr>
          <p:cNvSpPr txBox="1"/>
          <p:nvPr/>
        </p:nvSpPr>
        <p:spPr>
          <a:xfrm>
            <a:off x="859641" y="6237875"/>
            <a:ext cx="5292435" cy="461665"/>
          </a:xfrm>
          <a:prstGeom prst="rect">
            <a:avLst/>
          </a:prstGeom>
          <a:noFill/>
        </p:spPr>
        <p:txBody>
          <a:bodyPr wrap="square" rtlCol="0">
            <a:spAutoFit/>
          </a:bodyPr>
          <a:lstStyle>
            <a:defPPr>
              <a:defRPr lang="ja-JP"/>
            </a:defPPr>
            <a:lvl1pPr>
              <a:defRPr sz="2800" b="1">
                <a:solidFill>
                  <a:srgbClr val="000066"/>
                </a:solidFill>
                <a:latin typeface="ＭＳ Ｐゴシック" panose="020B0600070205080204" pitchFamily="50" charset="-128"/>
                <a:ea typeface="ＭＳ Ｐゴシック" panose="020B0600070205080204" pitchFamily="50" charset="-128"/>
              </a:defRPr>
            </a:lvl1pPr>
          </a:lstStyle>
          <a:p>
            <a:r>
              <a:rPr lang="en-US" altLang="ja-JP" sz="2400" dirty="0"/>
              <a:t>002</a:t>
            </a:r>
            <a:r>
              <a:rPr lang="ja-JP" altLang="en-US" sz="2400" dirty="0"/>
              <a:t>  </a:t>
            </a:r>
            <a:r>
              <a:rPr lang="en-US" altLang="ja-JP" sz="2400" dirty="0"/>
              <a:t>C</a:t>
            </a:r>
            <a:r>
              <a:rPr lang="ja-JP" altLang="en-US" sz="2400" dirty="0"/>
              <a:t>級戦スタンダード　</a:t>
            </a:r>
            <a:r>
              <a:rPr lang="en-US" altLang="ja-JP" sz="2400" dirty="0"/>
              <a:t>1</a:t>
            </a:r>
            <a:r>
              <a:rPr lang="ja-JP" altLang="en-US" sz="2400" dirty="0"/>
              <a:t>次予選</a:t>
            </a:r>
          </a:p>
        </p:txBody>
      </p:sp>
      <p:sp>
        <p:nvSpPr>
          <p:cNvPr id="32" name="テキスト ボックス 31">
            <a:extLst>
              <a:ext uri="{FF2B5EF4-FFF2-40B4-BE49-F238E27FC236}">
                <a16:creationId xmlns:a16="http://schemas.microsoft.com/office/drawing/2014/main" id="{EC3770C4-86DE-9ADA-F1D4-2068E994EE3F}"/>
              </a:ext>
            </a:extLst>
          </p:cNvPr>
          <p:cNvSpPr txBox="1"/>
          <p:nvPr/>
        </p:nvSpPr>
        <p:spPr>
          <a:xfrm>
            <a:off x="8985417" y="6259477"/>
            <a:ext cx="1985531" cy="400110"/>
          </a:xfrm>
          <a:prstGeom prst="rect">
            <a:avLst/>
          </a:prstGeom>
          <a:noFill/>
        </p:spPr>
        <p:txBody>
          <a:bodyPr wrap="square" rtlCol="0">
            <a:spAutoFit/>
          </a:bodyPr>
          <a:lstStyle>
            <a:defPPr>
              <a:defRPr lang="ja-JP"/>
            </a:defPPr>
            <a:lvl1pPr>
              <a:defRPr sz="2000" b="1">
                <a:solidFill>
                  <a:srgbClr val="000066"/>
                </a:solidFill>
                <a:latin typeface="ＭＳ Ｐゴシック" panose="020B0600070205080204" pitchFamily="50" charset="-128"/>
                <a:ea typeface="ＭＳ Ｐゴシック" panose="020B0600070205080204" pitchFamily="50" charset="-128"/>
              </a:defRPr>
            </a:lvl1pPr>
          </a:lstStyle>
          <a:p>
            <a:r>
              <a:rPr lang="ja-JP" altLang="en-US" dirty="0"/>
              <a:t>開始予定 </a:t>
            </a:r>
            <a:r>
              <a:rPr lang="en-US" altLang="ja-JP" dirty="0"/>
              <a:t>11:50</a:t>
            </a:r>
            <a:endParaRPr lang="ja-JP" altLang="en-US" dirty="0"/>
          </a:p>
        </p:txBody>
      </p:sp>
    </p:spTree>
    <p:extLst>
      <p:ext uri="{BB962C8B-B14F-4D97-AF65-F5344CB8AC3E}">
        <p14:creationId xmlns:p14="http://schemas.microsoft.com/office/powerpoint/2010/main" val="190104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60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1+#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10" presetClass="exit" presetSubtype="0" fill="hold" grpId="1" nodeType="withEffect">
                                  <p:stCondLst>
                                    <p:cond delay="0"/>
                                  </p:stCondLst>
                                  <p:childTnLst>
                                    <p:animEffect transition="out" filter="fade">
                                      <p:cBhvr>
                                        <p:cTn id="10" dur="500"/>
                                        <p:tgtEl>
                                          <p:spTgt spid="21"/>
                                        </p:tgtEl>
                                      </p:cBhvr>
                                    </p:animEffect>
                                    <p:set>
                                      <p:cBhvr>
                                        <p:cTn id="11" dur="1" fill="hold">
                                          <p:stCondLst>
                                            <p:cond delay="499"/>
                                          </p:stCondLst>
                                        </p:cTn>
                                        <p:tgtEl>
                                          <p:spTgt spid="21"/>
                                        </p:tgtEl>
                                        <p:attrNameLst>
                                          <p:attrName>style.visibility</p:attrName>
                                        </p:attrNameLst>
                                      </p:cBhvr>
                                      <p:to>
                                        <p:strVal val="hidden"/>
                                      </p:to>
                                    </p:set>
                                  </p:childTnLst>
                                </p:cTn>
                              </p:par>
                              <p:par>
                                <p:cTn id="12" presetID="2" presetClass="entr" presetSubtype="2" fill="hold" grpId="0" nodeType="withEffect">
                                  <p:stCondLst>
                                    <p:cond delay="60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1+#ppt_w/2"/>
                                          </p:val>
                                        </p:tav>
                                        <p:tav tm="100000">
                                          <p:val>
                                            <p:strVal val="#ppt_x"/>
                                          </p:val>
                                        </p:tav>
                                      </p:tavLst>
                                    </p:anim>
                                    <p:anim calcmode="lin" valueType="num">
                                      <p:cBhvr additive="base">
                                        <p:cTn id="15" dur="500" fill="hold"/>
                                        <p:tgtEl>
                                          <p:spTgt spid="2"/>
                                        </p:tgtEl>
                                        <p:attrNameLst>
                                          <p:attrName>ppt_y</p:attrName>
                                        </p:attrNameLst>
                                      </p:cBhvr>
                                      <p:tavLst>
                                        <p:tav tm="0">
                                          <p:val>
                                            <p:strVal val="#ppt_y"/>
                                          </p:val>
                                        </p:tav>
                                        <p:tav tm="100000">
                                          <p:val>
                                            <p:strVal val="#ppt_y"/>
                                          </p:val>
                                        </p:tav>
                                      </p:tavLst>
                                    </p:anim>
                                  </p:childTnLst>
                                </p:cTn>
                              </p:par>
                              <p:par>
                                <p:cTn id="16" presetID="10" presetClass="exit" presetSubtype="0" fill="hold" grpId="1" nodeType="withEffect">
                                  <p:stCondLst>
                                    <p:cond delay="0"/>
                                  </p:stCondLst>
                                  <p:childTnLst>
                                    <p:animEffect transition="out" filter="fade">
                                      <p:cBhvr>
                                        <p:cTn id="17" dur="500"/>
                                        <p:tgtEl>
                                          <p:spTgt spid="2"/>
                                        </p:tgtEl>
                                      </p:cBhvr>
                                    </p:animEffect>
                                    <p:set>
                                      <p:cBhvr>
                                        <p:cTn id="18" dur="1" fill="hold">
                                          <p:stCondLst>
                                            <p:cond delay="499"/>
                                          </p:stCondLst>
                                        </p:cTn>
                                        <p:tgtEl>
                                          <p:spTgt spid="2"/>
                                        </p:tgtEl>
                                        <p:attrNameLst>
                                          <p:attrName>style.visibility</p:attrName>
                                        </p:attrNameLst>
                                      </p:cBhvr>
                                      <p:to>
                                        <p:strVal val="hidden"/>
                                      </p:to>
                                    </p:set>
                                  </p:childTnLst>
                                </p:cTn>
                              </p:par>
                              <p:par>
                                <p:cTn id="19" presetID="2" presetClass="entr" presetSubtype="2" fill="hold" grpId="0" nodeType="withEffect">
                                  <p:stCondLst>
                                    <p:cond delay="600"/>
                                  </p:stCondLst>
                                  <p:childTnLst>
                                    <p:set>
                                      <p:cBhvr>
                                        <p:cTn id="20" dur="1" fill="hold">
                                          <p:stCondLst>
                                            <p:cond delay="0"/>
                                          </p:stCondLst>
                                        </p:cTn>
                                        <p:tgtEl>
                                          <p:spTgt spid="25"/>
                                        </p:tgtEl>
                                        <p:attrNameLst>
                                          <p:attrName>style.visibility</p:attrName>
                                        </p:attrNameLst>
                                      </p:cBhvr>
                                      <p:to>
                                        <p:strVal val="visible"/>
                                      </p:to>
                                    </p:set>
                                    <p:anim calcmode="lin" valueType="num">
                                      <p:cBhvr additive="base">
                                        <p:cTn id="21" dur="500" fill="hold"/>
                                        <p:tgtEl>
                                          <p:spTgt spid="25"/>
                                        </p:tgtEl>
                                        <p:attrNameLst>
                                          <p:attrName>ppt_x</p:attrName>
                                        </p:attrNameLst>
                                      </p:cBhvr>
                                      <p:tavLst>
                                        <p:tav tm="0">
                                          <p:val>
                                            <p:strVal val="1+#ppt_w/2"/>
                                          </p:val>
                                        </p:tav>
                                        <p:tav tm="100000">
                                          <p:val>
                                            <p:strVal val="#ppt_x"/>
                                          </p:val>
                                        </p:tav>
                                      </p:tavLst>
                                    </p:anim>
                                    <p:anim calcmode="lin" valueType="num">
                                      <p:cBhvr additive="base">
                                        <p:cTn id="22" dur="500" fill="hold"/>
                                        <p:tgtEl>
                                          <p:spTgt spid="25"/>
                                        </p:tgtEl>
                                        <p:attrNameLst>
                                          <p:attrName>ppt_y</p:attrName>
                                        </p:attrNameLst>
                                      </p:cBhvr>
                                      <p:tavLst>
                                        <p:tav tm="0">
                                          <p:val>
                                            <p:strVal val="#ppt_y"/>
                                          </p:val>
                                        </p:tav>
                                        <p:tav tm="100000">
                                          <p:val>
                                            <p:strVal val="#ppt_y"/>
                                          </p:val>
                                        </p:tav>
                                      </p:tavLst>
                                    </p:anim>
                                  </p:childTnLst>
                                </p:cTn>
                              </p:par>
                              <p:par>
                                <p:cTn id="23" presetID="10" presetClass="exit" presetSubtype="0" fill="hold" grpId="1" nodeType="withEffect">
                                  <p:stCondLst>
                                    <p:cond delay="0"/>
                                  </p:stCondLst>
                                  <p:childTnLst>
                                    <p:animEffect transition="out" filter="fade">
                                      <p:cBhvr>
                                        <p:cTn id="24" dur="500"/>
                                        <p:tgtEl>
                                          <p:spTgt spid="25"/>
                                        </p:tgtEl>
                                      </p:cBhvr>
                                    </p:animEffect>
                                    <p:set>
                                      <p:cBhvr>
                                        <p:cTn id="25" dur="1" fill="hold">
                                          <p:stCondLst>
                                            <p:cond delay="499"/>
                                          </p:stCondLst>
                                        </p:cTn>
                                        <p:tgtEl>
                                          <p:spTgt spid="25"/>
                                        </p:tgtEl>
                                        <p:attrNameLst>
                                          <p:attrName>style.visibility</p:attrName>
                                        </p:attrNameLst>
                                      </p:cBhvr>
                                      <p:to>
                                        <p:strVal val="hidden"/>
                                      </p:to>
                                    </p:set>
                                  </p:childTnLst>
                                </p:cTn>
                              </p:par>
                              <p:par>
                                <p:cTn id="26" presetID="2" presetClass="entr" presetSubtype="2" fill="hold" grpId="0" nodeType="withEffect">
                                  <p:stCondLst>
                                    <p:cond delay="60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1+#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par>
                                <p:cTn id="30" presetID="10" presetClass="exit" presetSubtype="0" fill="hold" grpId="1" nodeType="withEffect">
                                  <p:stCondLst>
                                    <p:cond delay="0"/>
                                  </p:stCondLst>
                                  <p:childTnLst>
                                    <p:animEffect transition="out" filter="fade">
                                      <p:cBhvr>
                                        <p:cTn id="31" dur="500"/>
                                        <p:tgtEl>
                                          <p:spTgt spid="3"/>
                                        </p:tgtEl>
                                      </p:cBhvr>
                                    </p:animEffect>
                                    <p:set>
                                      <p:cBhvr>
                                        <p:cTn id="32" dur="1" fill="hold">
                                          <p:stCondLst>
                                            <p:cond delay="499"/>
                                          </p:stCondLst>
                                        </p:cTn>
                                        <p:tgtEl>
                                          <p:spTgt spid="3"/>
                                        </p:tgtEl>
                                        <p:attrNameLst>
                                          <p:attrName>style.visibility</p:attrName>
                                        </p:attrNameLst>
                                      </p:cBhvr>
                                      <p:to>
                                        <p:strVal val="hidden"/>
                                      </p:to>
                                    </p:set>
                                  </p:childTnLst>
                                </p:cTn>
                              </p:par>
                              <p:par>
                                <p:cTn id="33" presetID="2" presetClass="entr" presetSubtype="2" fill="hold" grpId="0" nodeType="withEffect">
                                  <p:stCondLst>
                                    <p:cond delay="60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500" fill="hold"/>
                                        <p:tgtEl>
                                          <p:spTgt spid="7"/>
                                        </p:tgtEl>
                                        <p:attrNameLst>
                                          <p:attrName>ppt_x</p:attrName>
                                        </p:attrNameLst>
                                      </p:cBhvr>
                                      <p:tavLst>
                                        <p:tav tm="0">
                                          <p:val>
                                            <p:strVal val="1+#ppt_w/2"/>
                                          </p:val>
                                        </p:tav>
                                        <p:tav tm="100000">
                                          <p:val>
                                            <p:strVal val="#ppt_x"/>
                                          </p:val>
                                        </p:tav>
                                      </p:tavLst>
                                    </p:anim>
                                    <p:anim calcmode="lin" valueType="num">
                                      <p:cBhvr additive="base">
                                        <p:cTn id="36" dur="500" fill="hold"/>
                                        <p:tgtEl>
                                          <p:spTgt spid="7"/>
                                        </p:tgtEl>
                                        <p:attrNameLst>
                                          <p:attrName>ppt_y</p:attrName>
                                        </p:attrNameLst>
                                      </p:cBhvr>
                                      <p:tavLst>
                                        <p:tav tm="0">
                                          <p:val>
                                            <p:strVal val="#ppt_y"/>
                                          </p:val>
                                        </p:tav>
                                        <p:tav tm="100000">
                                          <p:val>
                                            <p:strVal val="#ppt_y"/>
                                          </p:val>
                                        </p:tav>
                                      </p:tavLst>
                                    </p:anim>
                                  </p:childTnLst>
                                </p:cTn>
                              </p:par>
                              <p:par>
                                <p:cTn id="37" presetID="10" presetClass="exit" presetSubtype="0" fill="hold" grpId="1" nodeType="withEffect">
                                  <p:stCondLst>
                                    <p:cond delay="0"/>
                                  </p:stCondLst>
                                  <p:childTnLst>
                                    <p:animEffect transition="out" filter="fade">
                                      <p:cBhvr>
                                        <p:cTn id="38" dur="500"/>
                                        <p:tgtEl>
                                          <p:spTgt spid="7"/>
                                        </p:tgtEl>
                                      </p:cBhvr>
                                    </p:animEffect>
                                    <p:set>
                                      <p:cBhvr>
                                        <p:cTn id="39" dur="1" fill="hold">
                                          <p:stCondLst>
                                            <p:cond delay="499"/>
                                          </p:stCondLst>
                                        </p:cTn>
                                        <p:tgtEl>
                                          <p:spTgt spid="7"/>
                                        </p:tgtEl>
                                        <p:attrNameLst>
                                          <p:attrName>style.visibility</p:attrName>
                                        </p:attrNameLst>
                                      </p:cBhvr>
                                      <p:to>
                                        <p:strVal val="hidden"/>
                                      </p:to>
                                    </p:set>
                                  </p:childTnLst>
                                </p:cTn>
                              </p:par>
                              <p:par>
                                <p:cTn id="40" presetID="2" presetClass="entr" presetSubtype="2" fill="hold" grpId="0" nodeType="withEffect">
                                  <p:stCondLst>
                                    <p:cond delay="600"/>
                                  </p:stCondLst>
                                  <p:childTnLst>
                                    <p:set>
                                      <p:cBhvr>
                                        <p:cTn id="41" dur="1" fill="hold">
                                          <p:stCondLst>
                                            <p:cond delay="0"/>
                                          </p:stCondLst>
                                        </p:cTn>
                                        <p:tgtEl>
                                          <p:spTgt spid="8"/>
                                        </p:tgtEl>
                                        <p:attrNameLst>
                                          <p:attrName>style.visibility</p:attrName>
                                        </p:attrNameLst>
                                      </p:cBhvr>
                                      <p:to>
                                        <p:strVal val="visible"/>
                                      </p:to>
                                    </p:set>
                                    <p:anim calcmode="lin" valueType="num">
                                      <p:cBhvr additive="base">
                                        <p:cTn id="42" dur="500" fill="hold"/>
                                        <p:tgtEl>
                                          <p:spTgt spid="8"/>
                                        </p:tgtEl>
                                        <p:attrNameLst>
                                          <p:attrName>ppt_x</p:attrName>
                                        </p:attrNameLst>
                                      </p:cBhvr>
                                      <p:tavLst>
                                        <p:tav tm="0">
                                          <p:val>
                                            <p:strVal val="1+#ppt_w/2"/>
                                          </p:val>
                                        </p:tav>
                                        <p:tav tm="100000">
                                          <p:val>
                                            <p:strVal val="#ppt_x"/>
                                          </p:val>
                                        </p:tav>
                                      </p:tavLst>
                                    </p:anim>
                                    <p:anim calcmode="lin" valueType="num">
                                      <p:cBhvr additive="base">
                                        <p:cTn id="43" dur="500" fill="hold"/>
                                        <p:tgtEl>
                                          <p:spTgt spid="8"/>
                                        </p:tgtEl>
                                        <p:attrNameLst>
                                          <p:attrName>ppt_y</p:attrName>
                                        </p:attrNameLst>
                                      </p:cBhvr>
                                      <p:tavLst>
                                        <p:tav tm="0">
                                          <p:val>
                                            <p:strVal val="#ppt_y"/>
                                          </p:val>
                                        </p:tav>
                                        <p:tav tm="100000">
                                          <p:val>
                                            <p:strVal val="#ppt_y"/>
                                          </p:val>
                                        </p:tav>
                                      </p:tavLst>
                                    </p:anim>
                                  </p:childTnLst>
                                </p:cTn>
                              </p:par>
                              <p:par>
                                <p:cTn id="44" presetID="10" presetClass="exit" presetSubtype="0" fill="hold" grpId="1" nodeType="withEffect">
                                  <p:stCondLst>
                                    <p:cond delay="0"/>
                                  </p:stCondLst>
                                  <p:childTnLst>
                                    <p:animEffect transition="out" filter="fade">
                                      <p:cBhvr>
                                        <p:cTn id="45" dur="500"/>
                                        <p:tgtEl>
                                          <p:spTgt spid="8"/>
                                        </p:tgtEl>
                                      </p:cBhvr>
                                    </p:animEffect>
                                    <p:set>
                                      <p:cBhvr>
                                        <p:cTn id="46" dur="1" fill="hold">
                                          <p:stCondLst>
                                            <p:cond delay="499"/>
                                          </p:stCondLst>
                                        </p:cTn>
                                        <p:tgtEl>
                                          <p:spTgt spid="8"/>
                                        </p:tgtEl>
                                        <p:attrNameLst>
                                          <p:attrName>style.visibility</p:attrName>
                                        </p:attrNameLst>
                                      </p:cBhvr>
                                      <p:to>
                                        <p:strVal val="hidden"/>
                                      </p:to>
                                    </p:set>
                                  </p:childTnLst>
                                </p:cTn>
                              </p:par>
                              <p:par>
                                <p:cTn id="47" presetID="2" presetClass="entr" presetSubtype="2" fill="hold" grpId="0" nodeType="withEffect">
                                  <p:stCondLst>
                                    <p:cond delay="600"/>
                                  </p:stCondLst>
                                  <p:childTnLst>
                                    <p:set>
                                      <p:cBhvr>
                                        <p:cTn id="48" dur="1" fill="hold">
                                          <p:stCondLst>
                                            <p:cond delay="0"/>
                                          </p:stCondLst>
                                        </p:cTn>
                                        <p:tgtEl>
                                          <p:spTgt spid="10"/>
                                        </p:tgtEl>
                                        <p:attrNameLst>
                                          <p:attrName>style.visibility</p:attrName>
                                        </p:attrNameLst>
                                      </p:cBhvr>
                                      <p:to>
                                        <p:strVal val="visible"/>
                                      </p:to>
                                    </p:set>
                                    <p:anim calcmode="lin" valueType="num">
                                      <p:cBhvr additive="base">
                                        <p:cTn id="49" dur="500" fill="hold"/>
                                        <p:tgtEl>
                                          <p:spTgt spid="10"/>
                                        </p:tgtEl>
                                        <p:attrNameLst>
                                          <p:attrName>ppt_x</p:attrName>
                                        </p:attrNameLst>
                                      </p:cBhvr>
                                      <p:tavLst>
                                        <p:tav tm="0">
                                          <p:val>
                                            <p:strVal val="1+#ppt_w/2"/>
                                          </p:val>
                                        </p:tav>
                                        <p:tav tm="100000">
                                          <p:val>
                                            <p:strVal val="#ppt_x"/>
                                          </p:val>
                                        </p:tav>
                                      </p:tavLst>
                                    </p:anim>
                                    <p:anim calcmode="lin" valueType="num">
                                      <p:cBhvr additive="base">
                                        <p:cTn id="50" dur="500" fill="hold"/>
                                        <p:tgtEl>
                                          <p:spTgt spid="10"/>
                                        </p:tgtEl>
                                        <p:attrNameLst>
                                          <p:attrName>ppt_y</p:attrName>
                                        </p:attrNameLst>
                                      </p:cBhvr>
                                      <p:tavLst>
                                        <p:tav tm="0">
                                          <p:val>
                                            <p:strVal val="#ppt_y"/>
                                          </p:val>
                                        </p:tav>
                                        <p:tav tm="100000">
                                          <p:val>
                                            <p:strVal val="#ppt_y"/>
                                          </p:val>
                                        </p:tav>
                                      </p:tavLst>
                                    </p:anim>
                                  </p:childTnLst>
                                </p:cTn>
                              </p:par>
                              <p:par>
                                <p:cTn id="51" presetID="10" presetClass="exit" presetSubtype="0" fill="hold" grpId="1" nodeType="withEffect">
                                  <p:stCondLst>
                                    <p:cond delay="0"/>
                                  </p:stCondLst>
                                  <p:childTnLst>
                                    <p:animEffect transition="out" filter="fade">
                                      <p:cBhvr>
                                        <p:cTn id="52" dur="500"/>
                                        <p:tgtEl>
                                          <p:spTgt spid="10"/>
                                        </p:tgtEl>
                                      </p:cBhvr>
                                    </p:animEffect>
                                    <p:set>
                                      <p:cBhvr>
                                        <p:cTn id="53" dur="1" fill="hold">
                                          <p:stCondLst>
                                            <p:cond delay="499"/>
                                          </p:stCondLst>
                                        </p:cTn>
                                        <p:tgtEl>
                                          <p:spTgt spid="10"/>
                                        </p:tgtEl>
                                        <p:attrNameLst>
                                          <p:attrName>style.visibility</p:attrName>
                                        </p:attrNameLst>
                                      </p:cBhvr>
                                      <p:to>
                                        <p:strVal val="hidden"/>
                                      </p:to>
                                    </p:set>
                                  </p:childTnLst>
                                </p:cTn>
                              </p:par>
                              <p:par>
                                <p:cTn id="54" presetID="2" presetClass="entr" presetSubtype="2" fill="hold" grpId="0" nodeType="withEffect">
                                  <p:stCondLst>
                                    <p:cond delay="600"/>
                                  </p:stCondLst>
                                  <p:childTnLst>
                                    <p:set>
                                      <p:cBhvr>
                                        <p:cTn id="55" dur="1" fill="hold">
                                          <p:stCondLst>
                                            <p:cond delay="0"/>
                                          </p:stCondLst>
                                        </p:cTn>
                                        <p:tgtEl>
                                          <p:spTgt spid="11"/>
                                        </p:tgtEl>
                                        <p:attrNameLst>
                                          <p:attrName>style.visibility</p:attrName>
                                        </p:attrNameLst>
                                      </p:cBhvr>
                                      <p:to>
                                        <p:strVal val="visible"/>
                                      </p:to>
                                    </p:set>
                                    <p:anim calcmode="lin" valueType="num">
                                      <p:cBhvr additive="base">
                                        <p:cTn id="56" dur="500" fill="hold"/>
                                        <p:tgtEl>
                                          <p:spTgt spid="11"/>
                                        </p:tgtEl>
                                        <p:attrNameLst>
                                          <p:attrName>ppt_x</p:attrName>
                                        </p:attrNameLst>
                                      </p:cBhvr>
                                      <p:tavLst>
                                        <p:tav tm="0">
                                          <p:val>
                                            <p:strVal val="1+#ppt_w/2"/>
                                          </p:val>
                                        </p:tav>
                                        <p:tav tm="100000">
                                          <p:val>
                                            <p:strVal val="#ppt_x"/>
                                          </p:val>
                                        </p:tav>
                                      </p:tavLst>
                                    </p:anim>
                                    <p:anim calcmode="lin" valueType="num">
                                      <p:cBhvr additive="base">
                                        <p:cTn id="57" dur="500" fill="hold"/>
                                        <p:tgtEl>
                                          <p:spTgt spid="11"/>
                                        </p:tgtEl>
                                        <p:attrNameLst>
                                          <p:attrName>ppt_y</p:attrName>
                                        </p:attrNameLst>
                                      </p:cBhvr>
                                      <p:tavLst>
                                        <p:tav tm="0">
                                          <p:val>
                                            <p:strVal val="#ppt_y"/>
                                          </p:val>
                                        </p:tav>
                                        <p:tav tm="100000">
                                          <p:val>
                                            <p:strVal val="#ppt_y"/>
                                          </p:val>
                                        </p:tav>
                                      </p:tavLst>
                                    </p:anim>
                                  </p:childTnLst>
                                </p:cTn>
                              </p:par>
                              <p:par>
                                <p:cTn id="58" presetID="10" presetClass="exit" presetSubtype="0" fill="hold" grpId="1" nodeType="withEffect">
                                  <p:stCondLst>
                                    <p:cond delay="0"/>
                                  </p:stCondLst>
                                  <p:childTnLst>
                                    <p:animEffect transition="out" filter="fade">
                                      <p:cBhvr>
                                        <p:cTn id="59" dur="500"/>
                                        <p:tgtEl>
                                          <p:spTgt spid="11"/>
                                        </p:tgtEl>
                                      </p:cBhvr>
                                    </p:animEffect>
                                    <p:set>
                                      <p:cBhvr>
                                        <p:cTn id="60" dur="1" fill="hold">
                                          <p:stCondLst>
                                            <p:cond delay="499"/>
                                          </p:stCondLst>
                                        </p:cTn>
                                        <p:tgtEl>
                                          <p:spTgt spid="11"/>
                                        </p:tgtEl>
                                        <p:attrNameLst>
                                          <p:attrName>style.visibility</p:attrName>
                                        </p:attrNameLst>
                                      </p:cBhvr>
                                      <p:to>
                                        <p:strVal val="hidden"/>
                                      </p:to>
                                    </p:set>
                                  </p:childTnLst>
                                </p:cTn>
                              </p:par>
                              <p:par>
                                <p:cTn id="61" presetID="2" presetClass="entr" presetSubtype="2" fill="hold" grpId="0" nodeType="withEffect">
                                  <p:stCondLst>
                                    <p:cond delay="600"/>
                                  </p:stCondLst>
                                  <p:childTnLst>
                                    <p:set>
                                      <p:cBhvr>
                                        <p:cTn id="62" dur="1" fill="hold">
                                          <p:stCondLst>
                                            <p:cond delay="0"/>
                                          </p:stCondLst>
                                        </p:cTn>
                                        <p:tgtEl>
                                          <p:spTgt spid="12"/>
                                        </p:tgtEl>
                                        <p:attrNameLst>
                                          <p:attrName>style.visibility</p:attrName>
                                        </p:attrNameLst>
                                      </p:cBhvr>
                                      <p:to>
                                        <p:strVal val="visible"/>
                                      </p:to>
                                    </p:set>
                                    <p:anim calcmode="lin" valueType="num">
                                      <p:cBhvr additive="base">
                                        <p:cTn id="63" dur="500" fill="hold"/>
                                        <p:tgtEl>
                                          <p:spTgt spid="12"/>
                                        </p:tgtEl>
                                        <p:attrNameLst>
                                          <p:attrName>ppt_x</p:attrName>
                                        </p:attrNameLst>
                                      </p:cBhvr>
                                      <p:tavLst>
                                        <p:tav tm="0">
                                          <p:val>
                                            <p:strVal val="1+#ppt_w/2"/>
                                          </p:val>
                                        </p:tav>
                                        <p:tav tm="100000">
                                          <p:val>
                                            <p:strVal val="#ppt_x"/>
                                          </p:val>
                                        </p:tav>
                                      </p:tavLst>
                                    </p:anim>
                                    <p:anim calcmode="lin" valueType="num">
                                      <p:cBhvr additive="base">
                                        <p:cTn id="64" dur="500" fill="hold"/>
                                        <p:tgtEl>
                                          <p:spTgt spid="12"/>
                                        </p:tgtEl>
                                        <p:attrNameLst>
                                          <p:attrName>ppt_y</p:attrName>
                                        </p:attrNameLst>
                                      </p:cBhvr>
                                      <p:tavLst>
                                        <p:tav tm="0">
                                          <p:val>
                                            <p:strVal val="#ppt_y"/>
                                          </p:val>
                                        </p:tav>
                                        <p:tav tm="100000">
                                          <p:val>
                                            <p:strVal val="#ppt_y"/>
                                          </p:val>
                                        </p:tav>
                                      </p:tavLst>
                                    </p:anim>
                                  </p:childTnLst>
                                </p:cTn>
                              </p:par>
                              <p:par>
                                <p:cTn id="65" presetID="10" presetClass="exit" presetSubtype="0" fill="hold" grpId="1" nodeType="withEffect">
                                  <p:stCondLst>
                                    <p:cond delay="0"/>
                                  </p:stCondLst>
                                  <p:childTnLst>
                                    <p:animEffect transition="out" filter="fade">
                                      <p:cBhvr>
                                        <p:cTn id="66" dur="500"/>
                                        <p:tgtEl>
                                          <p:spTgt spid="12"/>
                                        </p:tgtEl>
                                      </p:cBhvr>
                                    </p:animEffect>
                                    <p:set>
                                      <p:cBhvr>
                                        <p:cTn id="67" dur="1" fill="hold">
                                          <p:stCondLst>
                                            <p:cond delay="499"/>
                                          </p:stCondLst>
                                        </p:cTn>
                                        <p:tgtEl>
                                          <p:spTgt spid="12"/>
                                        </p:tgtEl>
                                        <p:attrNameLst>
                                          <p:attrName>style.visibility</p:attrName>
                                        </p:attrNameLst>
                                      </p:cBhvr>
                                      <p:to>
                                        <p:strVal val="hidden"/>
                                      </p:to>
                                    </p:set>
                                  </p:childTnLst>
                                </p:cTn>
                              </p:par>
                              <p:par>
                                <p:cTn id="68" presetID="2" presetClass="entr" presetSubtype="2" fill="hold" grpId="0" nodeType="withEffect">
                                  <p:stCondLst>
                                    <p:cond delay="600"/>
                                  </p:stCondLst>
                                  <p:childTnLst>
                                    <p:set>
                                      <p:cBhvr>
                                        <p:cTn id="69" dur="1" fill="hold">
                                          <p:stCondLst>
                                            <p:cond delay="0"/>
                                          </p:stCondLst>
                                        </p:cTn>
                                        <p:tgtEl>
                                          <p:spTgt spid="16"/>
                                        </p:tgtEl>
                                        <p:attrNameLst>
                                          <p:attrName>style.visibility</p:attrName>
                                        </p:attrNameLst>
                                      </p:cBhvr>
                                      <p:to>
                                        <p:strVal val="visible"/>
                                      </p:to>
                                    </p:set>
                                    <p:anim calcmode="lin" valueType="num">
                                      <p:cBhvr additive="base">
                                        <p:cTn id="70" dur="500" fill="hold"/>
                                        <p:tgtEl>
                                          <p:spTgt spid="16"/>
                                        </p:tgtEl>
                                        <p:attrNameLst>
                                          <p:attrName>ppt_x</p:attrName>
                                        </p:attrNameLst>
                                      </p:cBhvr>
                                      <p:tavLst>
                                        <p:tav tm="0">
                                          <p:val>
                                            <p:strVal val="1+#ppt_w/2"/>
                                          </p:val>
                                        </p:tav>
                                        <p:tav tm="100000">
                                          <p:val>
                                            <p:strVal val="#ppt_x"/>
                                          </p:val>
                                        </p:tav>
                                      </p:tavLst>
                                    </p:anim>
                                    <p:anim calcmode="lin" valueType="num">
                                      <p:cBhvr additive="base">
                                        <p:cTn id="71" dur="500" fill="hold"/>
                                        <p:tgtEl>
                                          <p:spTgt spid="16"/>
                                        </p:tgtEl>
                                        <p:attrNameLst>
                                          <p:attrName>ppt_y</p:attrName>
                                        </p:attrNameLst>
                                      </p:cBhvr>
                                      <p:tavLst>
                                        <p:tav tm="0">
                                          <p:val>
                                            <p:strVal val="#ppt_y"/>
                                          </p:val>
                                        </p:tav>
                                        <p:tav tm="100000">
                                          <p:val>
                                            <p:strVal val="#ppt_y"/>
                                          </p:val>
                                        </p:tav>
                                      </p:tavLst>
                                    </p:anim>
                                  </p:childTnLst>
                                </p:cTn>
                              </p:par>
                              <p:par>
                                <p:cTn id="72" presetID="10" presetClass="exit" presetSubtype="0" fill="hold" grpId="1" nodeType="withEffect">
                                  <p:stCondLst>
                                    <p:cond delay="0"/>
                                  </p:stCondLst>
                                  <p:childTnLst>
                                    <p:animEffect transition="out" filter="fade">
                                      <p:cBhvr>
                                        <p:cTn id="73" dur="500"/>
                                        <p:tgtEl>
                                          <p:spTgt spid="16"/>
                                        </p:tgtEl>
                                      </p:cBhvr>
                                    </p:animEffect>
                                    <p:set>
                                      <p:cBhvr>
                                        <p:cTn id="74" dur="1" fill="hold">
                                          <p:stCondLst>
                                            <p:cond delay="499"/>
                                          </p:stCondLst>
                                        </p:cTn>
                                        <p:tgtEl>
                                          <p:spTgt spid="16"/>
                                        </p:tgtEl>
                                        <p:attrNameLst>
                                          <p:attrName>style.visibility</p:attrName>
                                        </p:attrNameLst>
                                      </p:cBhvr>
                                      <p:to>
                                        <p:strVal val="hidden"/>
                                      </p:to>
                                    </p:set>
                                  </p:childTnLst>
                                </p:cTn>
                              </p:par>
                              <p:par>
                                <p:cTn id="75" presetID="2" presetClass="entr" presetSubtype="2" fill="hold" grpId="0" nodeType="withEffect">
                                  <p:stCondLst>
                                    <p:cond delay="600"/>
                                  </p:stCondLst>
                                  <p:childTnLst>
                                    <p:set>
                                      <p:cBhvr>
                                        <p:cTn id="76" dur="1" fill="hold">
                                          <p:stCondLst>
                                            <p:cond delay="0"/>
                                          </p:stCondLst>
                                        </p:cTn>
                                        <p:tgtEl>
                                          <p:spTgt spid="17"/>
                                        </p:tgtEl>
                                        <p:attrNameLst>
                                          <p:attrName>style.visibility</p:attrName>
                                        </p:attrNameLst>
                                      </p:cBhvr>
                                      <p:to>
                                        <p:strVal val="visible"/>
                                      </p:to>
                                    </p:set>
                                    <p:anim calcmode="lin" valueType="num">
                                      <p:cBhvr additive="base">
                                        <p:cTn id="77" dur="500" fill="hold"/>
                                        <p:tgtEl>
                                          <p:spTgt spid="17"/>
                                        </p:tgtEl>
                                        <p:attrNameLst>
                                          <p:attrName>ppt_x</p:attrName>
                                        </p:attrNameLst>
                                      </p:cBhvr>
                                      <p:tavLst>
                                        <p:tav tm="0">
                                          <p:val>
                                            <p:strVal val="1+#ppt_w/2"/>
                                          </p:val>
                                        </p:tav>
                                        <p:tav tm="100000">
                                          <p:val>
                                            <p:strVal val="#ppt_x"/>
                                          </p:val>
                                        </p:tav>
                                      </p:tavLst>
                                    </p:anim>
                                    <p:anim calcmode="lin" valueType="num">
                                      <p:cBhvr additive="base">
                                        <p:cTn id="78" dur="500" fill="hold"/>
                                        <p:tgtEl>
                                          <p:spTgt spid="17"/>
                                        </p:tgtEl>
                                        <p:attrNameLst>
                                          <p:attrName>ppt_y</p:attrName>
                                        </p:attrNameLst>
                                      </p:cBhvr>
                                      <p:tavLst>
                                        <p:tav tm="0">
                                          <p:val>
                                            <p:strVal val="#ppt_y"/>
                                          </p:val>
                                        </p:tav>
                                        <p:tav tm="100000">
                                          <p:val>
                                            <p:strVal val="#ppt_y"/>
                                          </p:val>
                                        </p:tav>
                                      </p:tavLst>
                                    </p:anim>
                                  </p:childTnLst>
                                </p:cTn>
                              </p:par>
                              <p:par>
                                <p:cTn id="79" presetID="10" presetClass="exit" presetSubtype="0" fill="hold" grpId="1" nodeType="withEffect">
                                  <p:stCondLst>
                                    <p:cond delay="0"/>
                                  </p:stCondLst>
                                  <p:childTnLst>
                                    <p:animEffect transition="out" filter="fade">
                                      <p:cBhvr>
                                        <p:cTn id="80" dur="500"/>
                                        <p:tgtEl>
                                          <p:spTgt spid="17"/>
                                        </p:tgtEl>
                                      </p:cBhvr>
                                    </p:animEffect>
                                    <p:set>
                                      <p:cBhvr>
                                        <p:cTn id="81" dur="1" fill="hold">
                                          <p:stCondLst>
                                            <p:cond delay="499"/>
                                          </p:stCondLst>
                                        </p:cTn>
                                        <p:tgtEl>
                                          <p:spTgt spid="17"/>
                                        </p:tgtEl>
                                        <p:attrNameLst>
                                          <p:attrName>style.visibility</p:attrName>
                                        </p:attrNameLst>
                                      </p:cBhvr>
                                      <p:to>
                                        <p:strVal val="hidden"/>
                                      </p:to>
                                    </p:set>
                                  </p:childTnLst>
                                </p:cTn>
                              </p:par>
                              <p:par>
                                <p:cTn id="82" presetID="2" presetClass="entr" presetSubtype="2" fill="hold" grpId="0" nodeType="withEffect">
                                  <p:stCondLst>
                                    <p:cond delay="600"/>
                                  </p:stCondLst>
                                  <p:childTnLst>
                                    <p:set>
                                      <p:cBhvr>
                                        <p:cTn id="83" dur="1" fill="hold">
                                          <p:stCondLst>
                                            <p:cond delay="0"/>
                                          </p:stCondLst>
                                        </p:cTn>
                                        <p:tgtEl>
                                          <p:spTgt spid="30"/>
                                        </p:tgtEl>
                                        <p:attrNameLst>
                                          <p:attrName>style.visibility</p:attrName>
                                        </p:attrNameLst>
                                      </p:cBhvr>
                                      <p:to>
                                        <p:strVal val="visible"/>
                                      </p:to>
                                    </p:set>
                                    <p:anim calcmode="lin" valueType="num">
                                      <p:cBhvr additive="base">
                                        <p:cTn id="84" dur="500" fill="hold"/>
                                        <p:tgtEl>
                                          <p:spTgt spid="30"/>
                                        </p:tgtEl>
                                        <p:attrNameLst>
                                          <p:attrName>ppt_x</p:attrName>
                                        </p:attrNameLst>
                                      </p:cBhvr>
                                      <p:tavLst>
                                        <p:tav tm="0">
                                          <p:val>
                                            <p:strVal val="1+#ppt_w/2"/>
                                          </p:val>
                                        </p:tav>
                                        <p:tav tm="100000">
                                          <p:val>
                                            <p:strVal val="#ppt_x"/>
                                          </p:val>
                                        </p:tav>
                                      </p:tavLst>
                                    </p:anim>
                                    <p:anim calcmode="lin" valueType="num">
                                      <p:cBhvr additive="base">
                                        <p:cTn id="85" dur="500" fill="hold"/>
                                        <p:tgtEl>
                                          <p:spTgt spid="30"/>
                                        </p:tgtEl>
                                        <p:attrNameLst>
                                          <p:attrName>ppt_y</p:attrName>
                                        </p:attrNameLst>
                                      </p:cBhvr>
                                      <p:tavLst>
                                        <p:tav tm="0">
                                          <p:val>
                                            <p:strVal val="#ppt_y"/>
                                          </p:val>
                                        </p:tav>
                                        <p:tav tm="100000">
                                          <p:val>
                                            <p:strVal val="#ppt_y"/>
                                          </p:val>
                                        </p:tav>
                                      </p:tavLst>
                                    </p:anim>
                                  </p:childTnLst>
                                </p:cTn>
                              </p:par>
                              <p:par>
                                <p:cTn id="86" presetID="10" presetClass="exit" presetSubtype="0" fill="hold" grpId="1" nodeType="withEffect">
                                  <p:stCondLst>
                                    <p:cond delay="0"/>
                                  </p:stCondLst>
                                  <p:childTnLst>
                                    <p:animEffect transition="out" filter="fade">
                                      <p:cBhvr>
                                        <p:cTn id="87" dur="500"/>
                                        <p:tgtEl>
                                          <p:spTgt spid="30"/>
                                        </p:tgtEl>
                                      </p:cBhvr>
                                    </p:animEffect>
                                    <p:set>
                                      <p:cBhvr>
                                        <p:cTn id="88"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1" grpId="0" animBg="1"/>
      <p:bldP spid="21" grpId="1" animBg="1"/>
      <p:bldP spid="25" grpId="0" animBg="1"/>
      <p:bldP spid="25" grpId="1" animBg="1"/>
      <p:bldP spid="3" grpId="0" animBg="1"/>
      <p:bldP spid="3" grpId="1" animBg="1"/>
      <p:bldP spid="7" grpId="0" animBg="1"/>
      <p:bldP spid="7" grpId="1" animBg="1"/>
      <p:bldP spid="8" grpId="0" animBg="1"/>
      <p:bldP spid="8" grpId="1" animBg="1"/>
      <p:bldP spid="10" grpId="0" animBg="1"/>
      <p:bldP spid="10" grpId="1" animBg="1"/>
      <p:bldP spid="11" grpId="0" animBg="1"/>
      <p:bldP spid="11" grpId="1" animBg="1"/>
      <p:bldP spid="12" grpId="0" animBg="1"/>
      <p:bldP spid="12" grpId="1" animBg="1"/>
      <p:bldP spid="16" grpId="0" animBg="1"/>
      <p:bldP spid="16" grpId="1" animBg="1"/>
      <p:bldP spid="17" grpId="0" animBg="1"/>
      <p:bldP spid="17" grpId="1" animBg="1"/>
      <p:bldP spid="30" grpId="0" animBg="1"/>
      <p:bldP spid="30"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8000"/>
        </a:solidFill>
        <a:effectLst/>
      </p:bgPr>
    </p:bg>
    <p:spTree>
      <p:nvGrpSpPr>
        <p:cNvPr id="1" name=""/>
        <p:cNvGrpSpPr/>
        <p:nvPr/>
      </p:nvGrpSpPr>
      <p:grpSpPr>
        <a:xfrm>
          <a:off x="0" y="0"/>
          <a:ext cx="0" cy="0"/>
          <a:chOff x="0" y="0"/>
          <a:chExt cx="0" cy="0"/>
        </a:xfrm>
      </p:grpSpPr>
      <p:pic>
        <p:nvPicPr>
          <p:cNvPr id="19" name="図 18">
            <a:extLst>
              <a:ext uri="{FF2B5EF4-FFF2-40B4-BE49-F238E27FC236}">
                <a16:creationId xmlns:a16="http://schemas.microsoft.com/office/drawing/2014/main" id="{556278A7-1B8B-4296-07B0-351D6A96A508}"/>
              </a:ext>
            </a:extLst>
          </p:cNvPr>
          <p:cNvPicPr>
            <a:picLocks noChangeAspect="1"/>
          </p:cNvPicPr>
          <p:nvPr/>
        </p:nvPicPr>
        <p:blipFill>
          <a:blip r:embed="rId2"/>
          <a:stretch>
            <a:fillRect/>
          </a:stretch>
        </p:blipFill>
        <p:spPr>
          <a:xfrm>
            <a:off x="0" y="0"/>
            <a:ext cx="617273" cy="739204"/>
          </a:xfrm>
          <a:prstGeom prst="rect">
            <a:avLst/>
          </a:prstGeom>
        </p:spPr>
      </p:pic>
      <p:sp>
        <p:nvSpPr>
          <p:cNvPr id="22" name="テキスト ボックス 21">
            <a:extLst>
              <a:ext uri="{FF2B5EF4-FFF2-40B4-BE49-F238E27FC236}">
                <a16:creationId xmlns:a16="http://schemas.microsoft.com/office/drawing/2014/main" id="{695708AE-8DAF-BC8C-BDB7-833AD880BC14}"/>
              </a:ext>
            </a:extLst>
          </p:cNvPr>
          <p:cNvSpPr txBox="1"/>
          <p:nvPr/>
        </p:nvSpPr>
        <p:spPr>
          <a:xfrm>
            <a:off x="541073" y="131820"/>
            <a:ext cx="4826962" cy="369332"/>
          </a:xfrm>
          <a:prstGeom prst="rect">
            <a:avLst/>
          </a:prstGeom>
          <a:noFill/>
        </p:spPr>
        <p:txBody>
          <a:bodyPr wrap="none" rtlCol="0">
            <a:spAutoFit/>
          </a:bodyPr>
          <a:lstStyle/>
          <a:p>
            <a:r>
              <a:rPr kumimoji="1" lang="ja-JP" altLang="en-US" b="1" dirty="0">
                <a:solidFill>
                  <a:srgbClr val="FFFF00"/>
                </a:solidFill>
              </a:rPr>
              <a:t>第</a:t>
            </a:r>
            <a:r>
              <a:rPr kumimoji="1" lang="en-US" altLang="ja-JP" b="1" dirty="0">
                <a:solidFill>
                  <a:srgbClr val="FFFF00"/>
                </a:solidFill>
              </a:rPr>
              <a:t>44</a:t>
            </a:r>
            <a:r>
              <a:rPr kumimoji="1" lang="ja-JP" altLang="en-US" b="1" dirty="0">
                <a:solidFill>
                  <a:srgbClr val="FFFF00"/>
                </a:solidFill>
              </a:rPr>
              <a:t>回三笠宮杯全日本ダンススポーツ選手権</a:t>
            </a:r>
          </a:p>
        </p:txBody>
      </p:sp>
      <p:sp>
        <p:nvSpPr>
          <p:cNvPr id="13" name="テキスト ボックス 12">
            <a:extLst>
              <a:ext uri="{FF2B5EF4-FFF2-40B4-BE49-F238E27FC236}">
                <a16:creationId xmlns:a16="http://schemas.microsoft.com/office/drawing/2014/main" id="{C3DCC942-4A75-881D-A476-DA431B7569E8}"/>
              </a:ext>
            </a:extLst>
          </p:cNvPr>
          <p:cNvSpPr txBox="1"/>
          <p:nvPr/>
        </p:nvSpPr>
        <p:spPr>
          <a:xfrm>
            <a:off x="541073" y="480998"/>
            <a:ext cx="3809056" cy="369332"/>
          </a:xfrm>
          <a:prstGeom prst="rect">
            <a:avLst/>
          </a:prstGeom>
          <a:noFill/>
        </p:spPr>
        <p:txBody>
          <a:bodyPr wrap="none" rtlCol="0">
            <a:spAutoFit/>
          </a:bodyPr>
          <a:lstStyle/>
          <a:p>
            <a:r>
              <a:rPr lang="en-US" altLang="ja-JP" b="1" dirty="0">
                <a:solidFill>
                  <a:srgbClr val="FFFF00"/>
                </a:solidFill>
              </a:rPr>
              <a:t>020 A</a:t>
            </a:r>
            <a:r>
              <a:rPr lang="ja-JP" altLang="en-US" b="1" dirty="0">
                <a:solidFill>
                  <a:srgbClr val="FFFF00"/>
                </a:solidFill>
              </a:rPr>
              <a:t>級戦スタンダード　１次予選</a:t>
            </a:r>
            <a:endParaRPr kumimoji="1" lang="ja-JP" altLang="en-US" b="1" dirty="0">
              <a:solidFill>
                <a:srgbClr val="FFFF00"/>
              </a:solidFill>
            </a:endParaRPr>
          </a:p>
        </p:txBody>
      </p:sp>
      <p:sp>
        <p:nvSpPr>
          <p:cNvPr id="14" name="テキスト ボックス 13">
            <a:extLst>
              <a:ext uri="{FF2B5EF4-FFF2-40B4-BE49-F238E27FC236}">
                <a16:creationId xmlns:a16="http://schemas.microsoft.com/office/drawing/2014/main" id="{B3EF1F29-2236-EFA8-F95D-C981F1496ABB}"/>
              </a:ext>
            </a:extLst>
          </p:cNvPr>
          <p:cNvSpPr txBox="1"/>
          <p:nvPr/>
        </p:nvSpPr>
        <p:spPr>
          <a:xfrm>
            <a:off x="9937635" y="184936"/>
            <a:ext cx="2031325" cy="369332"/>
          </a:xfrm>
          <a:prstGeom prst="rect">
            <a:avLst/>
          </a:prstGeom>
          <a:noFill/>
        </p:spPr>
        <p:txBody>
          <a:bodyPr wrap="none" rtlCol="0">
            <a:spAutoFit/>
          </a:bodyPr>
          <a:lstStyle/>
          <a:p>
            <a:r>
              <a:rPr kumimoji="1" lang="ja-JP" altLang="en-US" b="1" dirty="0">
                <a:solidFill>
                  <a:srgbClr val="FFFF00"/>
                </a:solidFill>
              </a:rPr>
              <a:t>１種目目　ワルツ</a:t>
            </a:r>
          </a:p>
        </p:txBody>
      </p:sp>
      <p:sp>
        <p:nvSpPr>
          <p:cNvPr id="15" name="テキスト ボックス 14">
            <a:extLst>
              <a:ext uri="{FF2B5EF4-FFF2-40B4-BE49-F238E27FC236}">
                <a16:creationId xmlns:a16="http://schemas.microsoft.com/office/drawing/2014/main" id="{AA8F8DE4-0B20-8112-71A4-E8A3AA2BC6AD}"/>
              </a:ext>
            </a:extLst>
          </p:cNvPr>
          <p:cNvSpPr txBox="1"/>
          <p:nvPr/>
        </p:nvSpPr>
        <p:spPr>
          <a:xfrm>
            <a:off x="10630132" y="554268"/>
            <a:ext cx="1338828" cy="369332"/>
          </a:xfrm>
          <a:prstGeom prst="rect">
            <a:avLst/>
          </a:prstGeom>
          <a:noFill/>
        </p:spPr>
        <p:txBody>
          <a:bodyPr wrap="none" rtlCol="0">
            <a:spAutoFit/>
          </a:bodyPr>
          <a:lstStyle/>
          <a:p>
            <a:r>
              <a:rPr kumimoji="1" lang="ja-JP" altLang="en-US" b="1" dirty="0">
                <a:solidFill>
                  <a:srgbClr val="FFFF00"/>
                </a:solidFill>
              </a:rPr>
              <a:t>第１ヒート</a:t>
            </a:r>
          </a:p>
        </p:txBody>
      </p:sp>
      <p:sp>
        <p:nvSpPr>
          <p:cNvPr id="2" name="正方形/長方形 1">
            <a:extLst>
              <a:ext uri="{FF2B5EF4-FFF2-40B4-BE49-F238E27FC236}">
                <a16:creationId xmlns:a16="http://schemas.microsoft.com/office/drawing/2014/main" id="{CFC3A95A-6257-3396-BE24-15DFC58C3EAB}"/>
              </a:ext>
            </a:extLst>
          </p:cNvPr>
          <p:cNvSpPr/>
          <p:nvPr/>
        </p:nvSpPr>
        <p:spPr>
          <a:xfrm>
            <a:off x="144884" y="5724532"/>
            <a:ext cx="2496714" cy="369333"/>
          </a:xfrm>
          <a:prstGeom prst="rect">
            <a:avLst/>
          </a:prstGeom>
          <a:gradFill>
            <a:gsLst>
              <a:gs pos="86000">
                <a:srgbClr val="004846"/>
              </a:gs>
              <a:gs pos="100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a:solidFill>
                <a:schemeClr val="bg1"/>
              </a:solidFill>
            </a:endParaRPr>
          </a:p>
        </p:txBody>
      </p:sp>
      <p:sp>
        <p:nvSpPr>
          <p:cNvPr id="3" name="テキスト ボックス 2">
            <a:extLst>
              <a:ext uri="{FF2B5EF4-FFF2-40B4-BE49-F238E27FC236}">
                <a16:creationId xmlns:a16="http://schemas.microsoft.com/office/drawing/2014/main" id="{252D4818-81CD-290C-D16A-B98F89982ED4}"/>
              </a:ext>
            </a:extLst>
          </p:cNvPr>
          <p:cNvSpPr txBox="1"/>
          <p:nvPr/>
        </p:nvSpPr>
        <p:spPr>
          <a:xfrm>
            <a:off x="144886" y="5706603"/>
            <a:ext cx="1228221" cy="369332"/>
          </a:xfrm>
          <a:prstGeom prst="rect">
            <a:avLst/>
          </a:prstGeom>
          <a:noFill/>
        </p:spPr>
        <p:txBody>
          <a:bodyPr wrap="none" rtlCol="0">
            <a:spAutoFit/>
          </a:bodyPr>
          <a:lstStyle/>
          <a:p>
            <a:r>
              <a:rPr lang="ja-JP" altLang="en-US" b="1" dirty="0">
                <a:solidFill>
                  <a:schemeClr val="bg1"/>
                </a:solidFill>
                <a:latin typeface="ＭＳ Ｐゴシック" panose="020B0600070205080204" pitchFamily="50" charset="-128"/>
                <a:ea typeface="ＭＳ Ｐゴシック" panose="020B0600070205080204" pitchFamily="50" charset="-128"/>
              </a:rPr>
              <a:t>現在 </a:t>
            </a:r>
            <a:r>
              <a:rPr lang="en-US" altLang="ja-JP" b="1" dirty="0">
                <a:solidFill>
                  <a:schemeClr val="bg1"/>
                </a:solidFill>
                <a:latin typeface="ＭＳ Ｐゴシック" panose="020B0600070205080204" pitchFamily="50" charset="-128"/>
                <a:ea typeface="ＭＳ Ｐゴシック" panose="020B0600070205080204" pitchFamily="50" charset="-128"/>
              </a:rPr>
              <a:t>W 2H</a:t>
            </a:r>
            <a:endParaRPr kumimoji="1" lang="ja-JP" altLang="en-US" b="1" dirty="0">
              <a:solidFill>
                <a:schemeClr val="bg1"/>
              </a:solidFill>
              <a:latin typeface="ＭＳ Ｐゴシック" panose="020B0600070205080204" pitchFamily="50" charset="-128"/>
              <a:ea typeface="ＭＳ Ｐゴシック" panose="020B0600070205080204" pitchFamily="50" charset="-128"/>
            </a:endParaRPr>
          </a:p>
        </p:txBody>
      </p:sp>
      <p:sp>
        <p:nvSpPr>
          <p:cNvPr id="4" name="正方形/長方形 3">
            <a:extLst>
              <a:ext uri="{FF2B5EF4-FFF2-40B4-BE49-F238E27FC236}">
                <a16:creationId xmlns:a16="http://schemas.microsoft.com/office/drawing/2014/main" id="{1BE35934-EFB1-F429-3E46-A252F202A1D8}"/>
              </a:ext>
            </a:extLst>
          </p:cNvPr>
          <p:cNvSpPr/>
          <p:nvPr/>
        </p:nvSpPr>
        <p:spPr>
          <a:xfrm>
            <a:off x="160513" y="6093866"/>
            <a:ext cx="4395852" cy="330229"/>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6" name="テキスト ボックス 5">
            <a:extLst>
              <a:ext uri="{FF2B5EF4-FFF2-40B4-BE49-F238E27FC236}">
                <a16:creationId xmlns:a16="http://schemas.microsoft.com/office/drawing/2014/main" id="{744A8DD8-B87E-66AD-C001-D966B89ACA1C}"/>
              </a:ext>
            </a:extLst>
          </p:cNvPr>
          <p:cNvSpPr txBox="1"/>
          <p:nvPr/>
        </p:nvSpPr>
        <p:spPr>
          <a:xfrm>
            <a:off x="97989" y="6058925"/>
            <a:ext cx="4414991" cy="400110"/>
          </a:xfrm>
          <a:prstGeom prst="rect">
            <a:avLst/>
          </a:prstGeom>
          <a:noFill/>
        </p:spPr>
        <p:txBody>
          <a:bodyPr wrap="none" rtlCol="0">
            <a:spAutoFit/>
          </a:bodyPr>
          <a:lstStyle/>
          <a:p>
            <a:r>
              <a:rPr lang="en-US" altLang="ja-JP" sz="2000" b="1" dirty="0">
                <a:solidFill>
                  <a:srgbClr val="000066"/>
                </a:solidFill>
                <a:latin typeface="ＭＳ Ｐゴシック" panose="020B0600070205080204" pitchFamily="50" charset="-128"/>
                <a:ea typeface="ＭＳ Ｐゴシック" panose="020B0600070205080204" pitchFamily="50" charset="-128"/>
              </a:rPr>
              <a:t>101</a:t>
            </a:r>
            <a:r>
              <a:rPr lang="ja-JP" altLang="en-US" sz="2000" b="1" dirty="0">
                <a:solidFill>
                  <a:srgbClr val="000066"/>
                </a:solidFill>
                <a:latin typeface="ＭＳ Ｐゴシック" panose="020B0600070205080204" pitchFamily="50" charset="-128"/>
                <a:ea typeface="ＭＳ Ｐゴシック" panose="020B0600070205080204" pitchFamily="50" charset="-128"/>
              </a:rPr>
              <a:t>　</a:t>
            </a:r>
            <a:r>
              <a:rPr lang="en-US" altLang="ja-JP" sz="2000" b="1" dirty="0">
                <a:solidFill>
                  <a:srgbClr val="000066"/>
                </a:solidFill>
                <a:latin typeface="ＭＳ Ｐゴシック" panose="020B0600070205080204" pitchFamily="50" charset="-128"/>
                <a:ea typeface="ＭＳ Ｐゴシック" panose="020B0600070205080204" pitchFamily="50" charset="-128"/>
              </a:rPr>
              <a:t>102  103  104  105  106  107  108</a:t>
            </a:r>
            <a:endParaRPr kumimoji="1" lang="ja-JP" altLang="en-US" sz="2000" b="1" dirty="0">
              <a:solidFill>
                <a:srgbClr val="000066"/>
              </a:solidFill>
              <a:latin typeface="ＭＳ Ｐゴシック" panose="020B0600070205080204" pitchFamily="50" charset="-128"/>
              <a:ea typeface="ＭＳ Ｐゴシック" panose="020B0600070205080204" pitchFamily="50" charset="-128"/>
            </a:endParaRPr>
          </a:p>
        </p:txBody>
      </p:sp>
      <p:sp>
        <p:nvSpPr>
          <p:cNvPr id="7" name="正方形/長方形 6">
            <a:extLst>
              <a:ext uri="{FF2B5EF4-FFF2-40B4-BE49-F238E27FC236}">
                <a16:creationId xmlns:a16="http://schemas.microsoft.com/office/drawing/2014/main" id="{35FAC865-6A63-AAE9-EDC8-3A6BBB11FE34}"/>
              </a:ext>
            </a:extLst>
          </p:cNvPr>
          <p:cNvSpPr/>
          <p:nvPr/>
        </p:nvSpPr>
        <p:spPr>
          <a:xfrm>
            <a:off x="7635635" y="6054761"/>
            <a:ext cx="2496714" cy="369333"/>
          </a:xfrm>
          <a:prstGeom prst="rect">
            <a:avLst/>
          </a:prstGeom>
          <a:gradFill>
            <a:gsLst>
              <a:gs pos="86000">
                <a:srgbClr val="004846"/>
              </a:gs>
              <a:gs pos="100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a:solidFill>
                <a:schemeClr val="bg1"/>
              </a:solidFill>
            </a:endParaRPr>
          </a:p>
        </p:txBody>
      </p:sp>
      <p:sp>
        <p:nvSpPr>
          <p:cNvPr id="8" name="正方形/長方形 7">
            <a:extLst>
              <a:ext uri="{FF2B5EF4-FFF2-40B4-BE49-F238E27FC236}">
                <a16:creationId xmlns:a16="http://schemas.microsoft.com/office/drawing/2014/main" id="{B8D07FDE-B033-DB24-F495-AB930EA331B3}"/>
              </a:ext>
            </a:extLst>
          </p:cNvPr>
          <p:cNvSpPr/>
          <p:nvPr/>
        </p:nvSpPr>
        <p:spPr>
          <a:xfrm>
            <a:off x="7651264" y="6424095"/>
            <a:ext cx="4395852" cy="330229"/>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9" name="テキスト ボックス 8">
            <a:extLst>
              <a:ext uri="{FF2B5EF4-FFF2-40B4-BE49-F238E27FC236}">
                <a16:creationId xmlns:a16="http://schemas.microsoft.com/office/drawing/2014/main" id="{76F51749-215B-8DD6-C457-C51473F8E4C5}"/>
              </a:ext>
            </a:extLst>
          </p:cNvPr>
          <p:cNvSpPr txBox="1"/>
          <p:nvPr/>
        </p:nvSpPr>
        <p:spPr>
          <a:xfrm>
            <a:off x="7588740" y="6389154"/>
            <a:ext cx="3321743" cy="400110"/>
          </a:xfrm>
          <a:prstGeom prst="rect">
            <a:avLst/>
          </a:prstGeom>
          <a:noFill/>
        </p:spPr>
        <p:txBody>
          <a:bodyPr wrap="none" rtlCol="0">
            <a:spAutoFit/>
          </a:bodyPr>
          <a:lstStyle/>
          <a:p>
            <a:r>
              <a:rPr lang="en-US" altLang="ja-JP" sz="2000" b="1" dirty="0">
                <a:solidFill>
                  <a:srgbClr val="000066"/>
                </a:solidFill>
                <a:latin typeface="ＭＳ Ｐゴシック" panose="020B0600070205080204" pitchFamily="50" charset="-128"/>
                <a:ea typeface="ＭＳ Ｐゴシック" panose="020B0600070205080204" pitchFamily="50" charset="-128"/>
              </a:rPr>
              <a:t>113</a:t>
            </a:r>
            <a:r>
              <a:rPr lang="ja-JP" altLang="en-US" sz="2000" b="1" dirty="0">
                <a:solidFill>
                  <a:srgbClr val="000066"/>
                </a:solidFill>
                <a:latin typeface="ＭＳ Ｐゴシック" panose="020B0600070205080204" pitchFamily="50" charset="-128"/>
                <a:ea typeface="ＭＳ Ｐゴシック" panose="020B0600070205080204" pitchFamily="50" charset="-128"/>
              </a:rPr>
              <a:t>　</a:t>
            </a:r>
            <a:r>
              <a:rPr lang="en-US" altLang="ja-JP" sz="2000" b="1" dirty="0">
                <a:solidFill>
                  <a:srgbClr val="000066"/>
                </a:solidFill>
                <a:latin typeface="ＭＳ Ｐゴシック" panose="020B0600070205080204" pitchFamily="50" charset="-128"/>
                <a:ea typeface="ＭＳ Ｐゴシック" panose="020B0600070205080204" pitchFamily="50" charset="-128"/>
              </a:rPr>
              <a:t>114  115  116  117  118</a:t>
            </a:r>
            <a:endParaRPr kumimoji="1" lang="ja-JP" altLang="en-US" sz="2000" b="1" dirty="0">
              <a:solidFill>
                <a:srgbClr val="000066"/>
              </a:solidFill>
              <a:latin typeface="ＭＳ Ｐゴシック" panose="020B0600070205080204" pitchFamily="50" charset="-128"/>
              <a:ea typeface="ＭＳ Ｐゴシック" panose="020B0600070205080204" pitchFamily="50" charset="-128"/>
            </a:endParaRPr>
          </a:p>
        </p:txBody>
      </p:sp>
      <p:sp>
        <p:nvSpPr>
          <p:cNvPr id="10" name="テキスト ボックス 9">
            <a:extLst>
              <a:ext uri="{FF2B5EF4-FFF2-40B4-BE49-F238E27FC236}">
                <a16:creationId xmlns:a16="http://schemas.microsoft.com/office/drawing/2014/main" id="{BBF9565B-9378-0CC7-4E78-0F5240324963}"/>
              </a:ext>
            </a:extLst>
          </p:cNvPr>
          <p:cNvSpPr txBox="1"/>
          <p:nvPr/>
        </p:nvSpPr>
        <p:spPr>
          <a:xfrm>
            <a:off x="7671401" y="6036832"/>
            <a:ext cx="1218603" cy="369332"/>
          </a:xfrm>
          <a:prstGeom prst="rect">
            <a:avLst/>
          </a:prstGeom>
          <a:noFill/>
        </p:spPr>
        <p:txBody>
          <a:bodyPr wrap="none" rtlCol="0">
            <a:spAutoFit/>
          </a:bodyPr>
          <a:lstStyle/>
          <a:p>
            <a:r>
              <a:rPr lang="en-US" altLang="ja-JP" b="1" dirty="0">
                <a:solidFill>
                  <a:schemeClr val="bg1"/>
                </a:solidFill>
                <a:latin typeface="ＭＳ Ｐゴシック" panose="020B0600070205080204" pitchFamily="50" charset="-128"/>
                <a:ea typeface="ＭＳ Ｐゴシック" panose="020B0600070205080204" pitchFamily="50" charset="-128"/>
              </a:rPr>
              <a:t>Next</a:t>
            </a:r>
            <a:r>
              <a:rPr lang="ja-JP" altLang="en-US" b="1" dirty="0">
                <a:solidFill>
                  <a:schemeClr val="bg1"/>
                </a:solidFill>
                <a:latin typeface="ＭＳ Ｐゴシック" panose="020B0600070205080204" pitchFamily="50" charset="-128"/>
                <a:ea typeface="ＭＳ Ｐゴシック" panose="020B0600070205080204" pitchFamily="50" charset="-128"/>
              </a:rPr>
              <a:t> </a:t>
            </a:r>
            <a:r>
              <a:rPr lang="en-US" altLang="ja-JP" b="1" dirty="0">
                <a:solidFill>
                  <a:schemeClr val="bg1"/>
                </a:solidFill>
                <a:latin typeface="ＭＳ Ｐゴシック" panose="020B0600070205080204" pitchFamily="50" charset="-128"/>
                <a:ea typeface="ＭＳ Ｐゴシック" panose="020B0600070205080204" pitchFamily="50" charset="-128"/>
              </a:rPr>
              <a:t>W 3H</a:t>
            </a:r>
            <a:endParaRPr kumimoji="1" lang="ja-JP" altLang="en-US" b="1" dirty="0">
              <a:solidFill>
                <a:schemeClr val="bg1"/>
              </a:solidFill>
              <a:latin typeface="ＭＳ Ｐゴシック" panose="020B0600070205080204" pitchFamily="50" charset="-128"/>
              <a:ea typeface="ＭＳ Ｐゴシック" panose="020B0600070205080204" pitchFamily="50" charset="-128"/>
            </a:endParaRPr>
          </a:p>
        </p:txBody>
      </p:sp>
      <p:sp>
        <p:nvSpPr>
          <p:cNvPr id="5" name="正方形/長方形 4">
            <a:extLst>
              <a:ext uri="{FF2B5EF4-FFF2-40B4-BE49-F238E27FC236}">
                <a16:creationId xmlns:a16="http://schemas.microsoft.com/office/drawing/2014/main" id="{7ACF5CFA-6AFE-915F-F0FB-82213E59ADB2}"/>
              </a:ext>
            </a:extLst>
          </p:cNvPr>
          <p:cNvSpPr/>
          <p:nvPr/>
        </p:nvSpPr>
        <p:spPr>
          <a:xfrm>
            <a:off x="160513" y="6459036"/>
            <a:ext cx="4395852" cy="330229"/>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11" name="テキスト ボックス 10">
            <a:extLst>
              <a:ext uri="{FF2B5EF4-FFF2-40B4-BE49-F238E27FC236}">
                <a16:creationId xmlns:a16="http://schemas.microsoft.com/office/drawing/2014/main" id="{5FEE4313-37C7-5A1C-A1B8-3A36AF26B873}"/>
              </a:ext>
            </a:extLst>
          </p:cNvPr>
          <p:cNvSpPr txBox="1"/>
          <p:nvPr/>
        </p:nvSpPr>
        <p:spPr>
          <a:xfrm>
            <a:off x="97989" y="6424095"/>
            <a:ext cx="1838965" cy="400110"/>
          </a:xfrm>
          <a:prstGeom prst="rect">
            <a:avLst/>
          </a:prstGeom>
          <a:noFill/>
        </p:spPr>
        <p:txBody>
          <a:bodyPr wrap="none" rtlCol="0">
            <a:spAutoFit/>
          </a:bodyPr>
          <a:lstStyle/>
          <a:p>
            <a:r>
              <a:rPr lang="en-US" altLang="ja-JP" sz="2000" b="1" dirty="0">
                <a:solidFill>
                  <a:srgbClr val="000066"/>
                </a:solidFill>
                <a:latin typeface="ＭＳ Ｐゴシック" panose="020B0600070205080204" pitchFamily="50" charset="-128"/>
                <a:ea typeface="ＭＳ Ｐゴシック" panose="020B0600070205080204" pitchFamily="50" charset="-128"/>
              </a:rPr>
              <a:t>109</a:t>
            </a:r>
            <a:r>
              <a:rPr lang="ja-JP" altLang="en-US" sz="2000" b="1" dirty="0">
                <a:solidFill>
                  <a:srgbClr val="000066"/>
                </a:solidFill>
                <a:latin typeface="ＭＳ Ｐゴシック" panose="020B0600070205080204" pitchFamily="50" charset="-128"/>
                <a:ea typeface="ＭＳ Ｐゴシック" panose="020B0600070205080204" pitchFamily="50" charset="-128"/>
              </a:rPr>
              <a:t>　</a:t>
            </a:r>
            <a:r>
              <a:rPr lang="en-US" altLang="ja-JP" sz="2000" b="1" dirty="0">
                <a:solidFill>
                  <a:srgbClr val="000066"/>
                </a:solidFill>
                <a:latin typeface="ＭＳ Ｐゴシック" panose="020B0600070205080204" pitchFamily="50" charset="-128"/>
                <a:ea typeface="ＭＳ Ｐゴシック" panose="020B0600070205080204" pitchFamily="50" charset="-128"/>
              </a:rPr>
              <a:t>110  111  </a:t>
            </a:r>
            <a:endParaRPr kumimoji="1" lang="ja-JP" altLang="en-US" sz="2000" b="1" dirty="0">
              <a:solidFill>
                <a:srgbClr val="000066"/>
              </a:solidFill>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4251949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6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10" presetClass="exit" presetSubtype="0" fill="hold" grpId="1" nodeType="withEffect">
                                  <p:stCondLst>
                                    <p:cond delay="0"/>
                                  </p:stCondLst>
                                  <p:childTnLst>
                                    <p:animEffect transition="out" filter="fade">
                                      <p:cBhvr>
                                        <p:cTn id="10" dur="500"/>
                                        <p:tgtEl>
                                          <p:spTgt spid="2"/>
                                        </p:tgtEl>
                                      </p:cBhvr>
                                    </p:animEffect>
                                    <p:set>
                                      <p:cBhvr>
                                        <p:cTn id="11" dur="1" fill="hold">
                                          <p:stCondLst>
                                            <p:cond delay="499"/>
                                          </p:stCondLst>
                                        </p:cTn>
                                        <p:tgtEl>
                                          <p:spTgt spid="2"/>
                                        </p:tgtEl>
                                        <p:attrNameLst>
                                          <p:attrName>style.visibility</p:attrName>
                                        </p:attrNameLst>
                                      </p:cBhvr>
                                      <p:to>
                                        <p:strVal val="hidden"/>
                                      </p:to>
                                    </p:set>
                                  </p:childTnLst>
                                </p:cTn>
                              </p:par>
                              <p:par>
                                <p:cTn id="12" presetID="2" presetClass="entr" presetSubtype="2" fill="hold" grpId="0" nodeType="withEffect">
                                  <p:stCondLst>
                                    <p:cond delay="60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1+#ppt_w/2"/>
                                          </p:val>
                                        </p:tav>
                                        <p:tav tm="100000">
                                          <p:val>
                                            <p:strVal val="#ppt_x"/>
                                          </p:val>
                                        </p:tav>
                                      </p:tavLst>
                                    </p:anim>
                                    <p:anim calcmode="lin" valueType="num">
                                      <p:cBhvr additive="base">
                                        <p:cTn id="15" dur="500" fill="hold"/>
                                        <p:tgtEl>
                                          <p:spTgt spid="4"/>
                                        </p:tgtEl>
                                        <p:attrNameLst>
                                          <p:attrName>ppt_y</p:attrName>
                                        </p:attrNameLst>
                                      </p:cBhvr>
                                      <p:tavLst>
                                        <p:tav tm="0">
                                          <p:val>
                                            <p:strVal val="#ppt_y"/>
                                          </p:val>
                                        </p:tav>
                                        <p:tav tm="100000">
                                          <p:val>
                                            <p:strVal val="#ppt_y"/>
                                          </p:val>
                                        </p:tav>
                                      </p:tavLst>
                                    </p:anim>
                                  </p:childTnLst>
                                </p:cTn>
                              </p:par>
                              <p:par>
                                <p:cTn id="16" presetID="10" presetClass="exit" presetSubtype="0" fill="hold" grpId="1" nodeType="withEffect">
                                  <p:stCondLst>
                                    <p:cond delay="0"/>
                                  </p:stCondLst>
                                  <p:childTnLst>
                                    <p:animEffect transition="out" filter="fade">
                                      <p:cBhvr>
                                        <p:cTn id="17" dur="500"/>
                                        <p:tgtEl>
                                          <p:spTgt spid="4"/>
                                        </p:tgtEl>
                                      </p:cBhvr>
                                    </p:animEffect>
                                    <p:set>
                                      <p:cBhvr>
                                        <p:cTn id="18" dur="1" fill="hold">
                                          <p:stCondLst>
                                            <p:cond delay="499"/>
                                          </p:stCondLst>
                                        </p:cTn>
                                        <p:tgtEl>
                                          <p:spTgt spid="4"/>
                                        </p:tgtEl>
                                        <p:attrNameLst>
                                          <p:attrName>style.visibility</p:attrName>
                                        </p:attrNameLst>
                                      </p:cBhvr>
                                      <p:to>
                                        <p:strVal val="hidden"/>
                                      </p:to>
                                    </p:set>
                                  </p:childTnLst>
                                </p:cTn>
                              </p:par>
                              <p:par>
                                <p:cTn id="19" presetID="2" presetClass="entr" presetSubtype="2" fill="hold" grpId="0" nodeType="withEffect">
                                  <p:stCondLst>
                                    <p:cond delay="60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1+#ppt_w/2"/>
                                          </p:val>
                                        </p:tav>
                                        <p:tav tm="100000">
                                          <p:val>
                                            <p:strVal val="#ppt_x"/>
                                          </p:val>
                                        </p:tav>
                                      </p:tavLst>
                                    </p:anim>
                                    <p:anim calcmode="lin" valueType="num">
                                      <p:cBhvr additive="base">
                                        <p:cTn id="22" dur="500" fill="hold"/>
                                        <p:tgtEl>
                                          <p:spTgt spid="7"/>
                                        </p:tgtEl>
                                        <p:attrNameLst>
                                          <p:attrName>ppt_y</p:attrName>
                                        </p:attrNameLst>
                                      </p:cBhvr>
                                      <p:tavLst>
                                        <p:tav tm="0">
                                          <p:val>
                                            <p:strVal val="#ppt_y"/>
                                          </p:val>
                                        </p:tav>
                                        <p:tav tm="100000">
                                          <p:val>
                                            <p:strVal val="#ppt_y"/>
                                          </p:val>
                                        </p:tav>
                                      </p:tavLst>
                                    </p:anim>
                                  </p:childTnLst>
                                </p:cTn>
                              </p:par>
                              <p:par>
                                <p:cTn id="23" presetID="10" presetClass="exit" presetSubtype="0" fill="hold" grpId="1" nodeType="withEffect">
                                  <p:stCondLst>
                                    <p:cond delay="0"/>
                                  </p:stCondLst>
                                  <p:childTnLst>
                                    <p:animEffect transition="out" filter="fade">
                                      <p:cBhvr>
                                        <p:cTn id="24" dur="500"/>
                                        <p:tgtEl>
                                          <p:spTgt spid="7"/>
                                        </p:tgtEl>
                                      </p:cBhvr>
                                    </p:animEffect>
                                    <p:set>
                                      <p:cBhvr>
                                        <p:cTn id="25" dur="1" fill="hold">
                                          <p:stCondLst>
                                            <p:cond delay="499"/>
                                          </p:stCondLst>
                                        </p:cTn>
                                        <p:tgtEl>
                                          <p:spTgt spid="7"/>
                                        </p:tgtEl>
                                        <p:attrNameLst>
                                          <p:attrName>style.visibility</p:attrName>
                                        </p:attrNameLst>
                                      </p:cBhvr>
                                      <p:to>
                                        <p:strVal val="hidden"/>
                                      </p:to>
                                    </p:set>
                                  </p:childTnLst>
                                </p:cTn>
                              </p:par>
                              <p:par>
                                <p:cTn id="26" presetID="2" presetClass="entr" presetSubtype="2" fill="hold" grpId="0" nodeType="withEffect">
                                  <p:stCondLst>
                                    <p:cond delay="600"/>
                                  </p:stCondLst>
                                  <p:childTnLst>
                                    <p:set>
                                      <p:cBhvr>
                                        <p:cTn id="27" dur="1" fill="hold">
                                          <p:stCondLst>
                                            <p:cond delay="0"/>
                                          </p:stCondLst>
                                        </p:cTn>
                                        <p:tgtEl>
                                          <p:spTgt spid="8"/>
                                        </p:tgtEl>
                                        <p:attrNameLst>
                                          <p:attrName>style.visibility</p:attrName>
                                        </p:attrNameLst>
                                      </p:cBhvr>
                                      <p:to>
                                        <p:strVal val="visible"/>
                                      </p:to>
                                    </p:set>
                                    <p:anim calcmode="lin" valueType="num">
                                      <p:cBhvr additive="base">
                                        <p:cTn id="28" dur="500" fill="hold"/>
                                        <p:tgtEl>
                                          <p:spTgt spid="8"/>
                                        </p:tgtEl>
                                        <p:attrNameLst>
                                          <p:attrName>ppt_x</p:attrName>
                                        </p:attrNameLst>
                                      </p:cBhvr>
                                      <p:tavLst>
                                        <p:tav tm="0">
                                          <p:val>
                                            <p:strVal val="1+#ppt_w/2"/>
                                          </p:val>
                                        </p:tav>
                                        <p:tav tm="100000">
                                          <p:val>
                                            <p:strVal val="#ppt_x"/>
                                          </p:val>
                                        </p:tav>
                                      </p:tavLst>
                                    </p:anim>
                                    <p:anim calcmode="lin" valueType="num">
                                      <p:cBhvr additive="base">
                                        <p:cTn id="29" dur="500" fill="hold"/>
                                        <p:tgtEl>
                                          <p:spTgt spid="8"/>
                                        </p:tgtEl>
                                        <p:attrNameLst>
                                          <p:attrName>ppt_y</p:attrName>
                                        </p:attrNameLst>
                                      </p:cBhvr>
                                      <p:tavLst>
                                        <p:tav tm="0">
                                          <p:val>
                                            <p:strVal val="#ppt_y"/>
                                          </p:val>
                                        </p:tav>
                                        <p:tav tm="100000">
                                          <p:val>
                                            <p:strVal val="#ppt_y"/>
                                          </p:val>
                                        </p:tav>
                                      </p:tavLst>
                                    </p:anim>
                                  </p:childTnLst>
                                </p:cTn>
                              </p:par>
                              <p:par>
                                <p:cTn id="30" presetID="10" presetClass="exit" presetSubtype="0" fill="hold" grpId="1" nodeType="withEffect">
                                  <p:stCondLst>
                                    <p:cond delay="0"/>
                                  </p:stCondLst>
                                  <p:childTnLst>
                                    <p:animEffect transition="out" filter="fade">
                                      <p:cBhvr>
                                        <p:cTn id="31" dur="500"/>
                                        <p:tgtEl>
                                          <p:spTgt spid="8"/>
                                        </p:tgtEl>
                                      </p:cBhvr>
                                    </p:animEffect>
                                    <p:set>
                                      <p:cBhvr>
                                        <p:cTn id="32" dur="1" fill="hold">
                                          <p:stCondLst>
                                            <p:cond delay="499"/>
                                          </p:stCondLst>
                                        </p:cTn>
                                        <p:tgtEl>
                                          <p:spTgt spid="8"/>
                                        </p:tgtEl>
                                        <p:attrNameLst>
                                          <p:attrName>style.visibility</p:attrName>
                                        </p:attrNameLst>
                                      </p:cBhvr>
                                      <p:to>
                                        <p:strVal val="hidden"/>
                                      </p:to>
                                    </p:set>
                                  </p:childTnLst>
                                </p:cTn>
                              </p:par>
                              <p:par>
                                <p:cTn id="33" presetID="2" presetClass="entr" presetSubtype="2" fill="hold" grpId="0" nodeType="withEffect">
                                  <p:stCondLst>
                                    <p:cond delay="600"/>
                                  </p:stCondLst>
                                  <p:childTnLst>
                                    <p:set>
                                      <p:cBhvr>
                                        <p:cTn id="34" dur="1" fill="hold">
                                          <p:stCondLst>
                                            <p:cond delay="0"/>
                                          </p:stCondLst>
                                        </p:cTn>
                                        <p:tgtEl>
                                          <p:spTgt spid="5"/>
                                        </p:tgtEl>
                                        <p:attrNameLst>
                                          <p:attrName>style.visibility</p:attrName>
                                        </p:attrNameLst>
                                      </p:cBhvr>
                                      <p:to>
                                        <p:strVal val="visible"/>
                                      </p:to>
                                    </p:set>
                                    <p:anim calcmode="lin" valueType="num">
                                      <p:cBhvr additive="base">
                                        <p:cTn id="35" dur="500" fill="hold"/>
                                        <p:tgtEl>
                                          <p:spTgt spid="5"/>
                                        </p:tgtEl>
                                        <p:attrNameLst>
                                          <p:attrName>ppt_x</p:attrName>
                                        </p:attrNameLst>
                                      </p:cBhvr>
                                      <p:tavLst>
                                        <p:tav tm="0">
                                          <p:val>
                                            <p:strVal val="1+#ppt_w/2"/>
                                          </p:val>
                                        </p:tav>
                                        <p:tav tm="100000">
                                          <p:val>
                                            <p:strVal val="#ppt_x"/>
                                          </p:val>
                                        </p:tav>
                                      </p:tavLst>
                                    </p:anim>
                                    <p:anim calcmode="lin" valueType="num">
                                      <p:cBhvr additive="base">
                                        <p:cTn id="36" dur="500" fill="hold"/>
                                        <p:tgtEl>
                                          <p:spTgt spid="5"/>
                                        </p:tgtEl>
                                        <p:attrNameLst>
                                          <p:attrName>ppt_y</p:attrName>
                                        </p:attrNameLst>
                                      </p:cBhvr>
                                      <p:tavLst>
                                        <p:tav tm="0">
                                          <p:val>
                                            <p:strVal val="#ppt_y"/>
                                          </p:val>
                                        </p:tav>
                                        <p:tav tm="100000">
                                          <p:val>
                                            <p:strVal val="#ppt_y"/>
                                          </p:val>
                                        </p:tav>
                                      </p:tavLst>
                                    </p:anim>
                                  </p:childTnLst>
                                </p:cTn>
                              </p:par>
                              <p:par>
                                <p:cTn id="37" presetID="10" presetClass="exit" presetSubtype="0" fill="hold" grpId="1" nodeType="withEffect">
                                  <p:stCondLst>
                                    <p:cond delay="0"/>
                                  </p:stCondLst>
                                  <p:childTnLst>
                                    <p:animEffect transition="out" filter="fade">
                                      <p:cBhvr>
                                        <p:cTn id="38" dur="500"/>
                                        <p:tgtEl>
                                          <p:spTgt spid="5"/>
                                        </p:tgtEl>
                                      </p:cBhvr>
                                    </p:animEffect>
                                    <p:set>
                                      <p:cBhvr>
                                        <p:cTn id="39"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4" grpId="0" animBg="1"/>
      <p:bldP spid="4" grpId="1" animBg="1"/>
      <p:bldP spid="7" grpId="0" animBg="1"/>
      <p:bldP spid="7" grpId="1" animBg="1"/>
      <p:bldP spid="8" grpId="0" animBg="1"/>
      <p:bldP spid="8" grpId="1" animBg="1"/>
      <p:bldP spid="5" grpId="0" animBg="1"/>
      <p:bldP spid="5"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8000"/>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888E68E1-64F4-C7DC-9D9B-1BFB0FA19BA1}"/>
              </a:ext>
            </a:extLst>
          </p:cNvPr>
          <p:cNvSpPr/>
          <p:nvPr/>
        </p:nvSpPr>
        <p:spPr>
          <a:xfrm>
            <a:off x="541073" y="1398147"/>
            <a:ext cx="10536501" cy="625403"/>
          </a:xfrm>
          <a:prstGeom prst="rect">
            <a:avLst/>
          </a:prstGeom>
          <a:gradFill>
            <a:gsLst>
              <a:gs pos="8000">
                <a:srgbClr val="006666"/>
              </a:gs>
              <a:gs pos="48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21" name="正方形/長方形 20">
            <a:extLst>
              <a:ext uri="{FF2B5EF4-FFF2-40B4-BE49-F238E27FC236}">
                <a16:creationId xmlns:a16="http://schemas.microsoft.com/office/drawing/2014/main" id="{D8535294-CB8E-AC5B-33BB-8CC737D6EB1E}"/>
              </a:ext>
            </a:extLst>
          </p:cNvPr>
          <p:cNvSpPr/>
          <p:nvPr/>
        </p:nvSpPr>
        <p:spPr>
          <a:xfrm>
            <a:off x="541073" y="984962"/>
            <a:ext cx="6885311" cy="413185"/>
          </a:xfrm>
          <a:prstGeom prst="rect">
            <a:avLst/>
          </a:prstGeom>
          <a:gradFill>
            <a:gsLst>
              <a:gs pos="86000">
                <a:srgbClr val="004846"/>
              </a:gs>
              <a:gs pos="100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a:solidFill>
                <a:schemeClr val="bg1"/>
              </a:solidFill>
            </a:endParaRPr>
          </a:p>
        </p:txBody>
      </p:sp>
      <p:sp>
        <p:nvSpPr>
          <p:cNvPr id="5" name="テキスト ボックス 4">
            <a:extLst>
              <a:ext uri="{FF2B5EF4-FFF2-40B4-BE49-F238E27FC236}">
                <a16:creationId xmlns:a16="http://schemas.microsoft.com/office/drawing/2014/main" id="{FF481A78-0663-808F-B26C-C4647510C417}"/>
              </a:ext>
            </a:extLst>
          </p:cNvPr>
          <p:cNvSpPr txBox="1"/>
          <p:nvPr/>
        </p:nvSpPr>
        <p:spPr>
          <a:xfrm>
            <a:off x="712522" y="1398147"/>
            <a:ext cx="5292435" cy="461665"/>
          </a:xfrm>
          <a:prstGeom prst="rect">
            <a:avLst/>
          </a:prstGeom>
          <a:noFill/>
        </p:spPr>
        <p:txBody>
          <a:bodyPr wrap="square" rtlCol="0">
            <a:spAutoFit/>
          </a:bodyPr>
          <a:lstStyle/>
          <a:p>
            <a:endParaRPr kumimoji="1" lang="ja-JP" altLang="en-US" sz="2400" b="1" dirty="0">
              <a:solidFill>
                <a:schemeClr val="bg1"/>
              </a:solidFill>
              <a:latin typeface="ＭＳ Ｐゴシック" panose="020B0600070205080204" pitchFamily="50" charset="-128"/>
              <a:ea typeface="ＭＳ Ｐゴシック" panose="020B0600070205080204" pitchFamily="50" charset="-128"/>
            </a:endParaRPr>
          </a:p>
        </p:txBody>
      </p:sp>
      <p:sp>
        <p:nvSpPr>
          <p:cNvPr id="20" name="テキスト ボックス 19">
            <a:extLst>
              <a:ext uri="{FF2B5EF4-FFF2-40B4-BE49-F238E27FC236}">
                <a16:creationId xmlns:a16="http://schemas.microsoft.com/office/drawing/2014/main" id="{613F965B-1200-EB06-96A1-C0B5A9AA3FFF}"/>
              </a:ext>
            </a:extLst>
          </p:cNvPr>
          <p:cNvSpPr txBox="1"/>
          <p:nvPr/>
        </p:nvSpPr>
        <p:spPr>
          <a:xfrm>
            <a:off x="541073" y="1034828"/>
            <a:ext cx="2603598" cy="369332"/>
          </a:xfrm>
          <a:prstGeom prst="rect">
            <a:avLst/>
          </a:prstGeom>
          <a:noFill/>
        </p:spPr>
        <p:txBody>
          <a:bodyPr wrap="none" rtlCol="0">
            <a:spAutoFit/>
          </a:bodyPr>
          <a:lstStyle/>
          <a:p>
            <a:r>
              <a:rPr kumimoji="1" lang="en-US" altLang="ja-JP" b="1" dirty="0">
                <a:solidFill>
                  <a:schemeClr val="bg1"/>
                </a:solidFill>
                <a:latin typeface="ＭＳ Ｐゴシック" panose="020B0600070205080204" pitchFamily="50" charset="-128"/>
                <a:ea typeface="ＭＳ Ｐゴシック" panose="020B0600070205080204" pitchFamily="50" charset="-128"/>
              </a:rPr>
              <a:t>A</a:t>
            </a:r>
            <a:r>
              <a:rPr kumimoji="1" lang="ja-JP" altLang="en-US" b="1" dirty="0">
                <a:solidFill>
                  <a:schemeClr val="bg1"/>
                </a:solidFill>
                <a:latin typeface="ＭＳ Ｐゴシック" panose="020B0600070205080204" pitchFamily="50" charset="-128"/>
                <a:ea typeface="ＭＳ Ｐゴシック" panose="020B0600070205080204" pitchFamily="50" charset="-128"/>
              </a:rPr>
              <a:t>級戦スタンダード　決勝</a:t>
            </a:r>
          </a:p>
        </p:txBody>
      </p:sp>
      <p:pic>
        <p:nvPicPr>
          <p:cNvPr id="19" name="図 18">
            <a:extLst>
              <a:ext uri="{FF2B5EF4-FFF2-40B4-BE49-F238E27FC236}">
                <a16:creationId xmlns:a16="http://schemas.microsoft.com/office/drawing/2014/main" id="{556278A7-1B8B-4296-07B0-351D6A96A508}"/>
              </a:ext>
            </a:extLst>
          </p:cNvPr>
          <p:cNvPicPr>
            <a:picLocks noChangeAspect="1"/>
          </p:cNvPicPr>
          <p:nvPr/>
        </p:nvPicPr>
        <p:blipFill>
          <a:blip r:embed="rId2"/>
          <a:stretch>
            <a:fillRect/>
          </a:stretch>
        </p:blipFill>
        <p:spPr>
          <a:xfrm>
            <a:off x="0" y="0"/>
            <a:ext cx="617273" cy="739204"/>
          </a:xfrm>
          <a:prstGeom prst="rect">
            <a:avLst/>
          </a:prstGeom>
        </p:spPr>
      </p:pic>
      <p:sp>
        <p:nvSpPr>
          <p:cNvPr id="22" name="テキスト ボックス 21">
            <a:extLst>
              <a:ext uri="{FF2B5EF4-FFF2-40B4-BE49-F238E27FC236}">
                <a16:creationId xmlns:a16="http://schemas.microsoft.com/office/drawing/2014/main" id="{695708AE-8DAF-BC8C-BDB7-833AD880BC14}"/>
              </a:ext>
            </a:extLst>
          </p:cNvPr>
          <p:cNvSpPr txBox="1"/>
          <p:nvPr/>
        </p:nvSpPr>
        <p:spPr>
          <a:xfrm>
            <a:off x="541073" y="131820"/>
            <a:ext cx="4826962" cy="369332"/>
          </a:xfrm>
          <a:prstGeom prst="rect">
            <a:avLst/>
          </a:prstGeom>
          <a:noFill/>
        </p:spPr>
        <p:txBody>
          <a:bodyPr wrap="none" rtlCol="0">
            <a:spAutoFit/>
          </a:bodyPr>
          <a:lstStyle/>
          <a:p>
            <a:r>
              <a:rPr kumimoji="1" lang="ja-JP" altLang="en-US" b="1" dirty="0">
                <a:solidFill>
                  <a:srgbClr val="FFFF00"/>
                </a:solidFill>
              </a:rPr>
              <a:t>第</a:t>
            </a:r>
            <a:r>
              <a:rPr kumimoji="1" lang="en-US" altLang="ja-JP" b="1" dirty="0">
                <a:solidFill>
                  <a:srgbClr val="FFFF00"/>
                </a:solidFill>
              </a:rPr>
              <a:t>44</a:t>
            </a:r>
            <a:r>
              <a:rPr kumimoji="1" lang="ja-JP" altLang="en-US" b="1" dirty="0">
                <a:solidFill>
                  <a:srgbClr val="FFFF00"/>
                </a:solidFill>
              </a:rPr>
              <a:t>回三笠宮杯全日本ダンススポーツ選手権</a:t>
            </a:r>
          </a:p>
        </p:txBody>
      </p:sp>
      <p:sp>
        <p:nvSpPr>
          <p:cNvPr id="23" name="テキスト ボックス 22">
            <a:extLst>
              <a:ext uri="{FF2B5EF4-FFF2-40B4-BE49-F238E27FC236}">
                <a16:creationId xmlns:a16="http://schemas.microsoft.com/office/drawing/2014/main" id="{FAFC1C0A-5D4A-8FB5-E2E2-F498AC773736}"/>
              </a:ext>
            </a:extLst>
          </p:cNvPr>
          <p:cNvSpPr txBox="1"/>
          <p:nvPr/>
        </p:nvSpPr>
        <p:spPr>
          <a:xfrm>
            <a:off x="614330" y="1509273"/>
            <a:ext cx="5292435" cy="461665"/>
          </a:xfrm>
          <a:prstGeom prst="rect">
            <a:avLst/>
          </a:prstGeom>
          <a:noFill/>
        </p:spPr>
        <p:txBody>
          <a:bodyPr wrap="square" rtlCol="0">
            <a:spAutoFit/>
          </a:bodyPr>
          <a:lstStyle/>
          <a:p>
            <a:r>
              <a:rPr kumimoji="1" lang="ja-JP" altLang="en-US" sz="2400" b="1" dirty="0">
                <a:solidFill>
                  <a:schemeClr val="bg1"/>
                </a:solidFill>
                <a:latin typeface="ＭＳ Ｐゴシック" panose="020B0600070205080204" pitchFamily="50" charset="-128"/>
                <a:ea typeface="ＭＳ Ｐゴシック" panose="020B0600070205080204" pitchFamily="50" charset="-128"/>
              </a:rPr>
              <a:t>ワルツ　１</a:t>
            </a:r>
            <a:r>
              <a:rPr kumimoji="1" lang="en-US" altLang="ja-JP" sz="2400" b="1" dirty="0">
                <a:solidFill>
                  <a:schemeClr val="bg1"/>
                </a:solidFill>
                <a:latin typeface="ＭＳ Ｐゴシック" panose="020B0600070205080204" pitchFamily="50" charset="-128"/>
                <a:ea typeface="ＭＳ Ｐゴシック" panose="020B0600070205080204" pitchFamily="50" charset="-128"/>
              </a:rPr>
              <a:t>H</a:t>
            </a:r>
            <a:r>
              <a:rPr kumimoji="1" lang="ja-JP" altLang="en-US" sz="2400" b="1" dirty="0">
                <a:solidFill>
                  <a:schemeClr val="bg1"/>
                </a:solidFill>
                <a:latin typeface="ＭＳ Ｐゴシック" panose="020B0600070205080204" pitchFamily="50" charset="-128"/>
                <a:ea typeface="ＭＳ Ｐゴシック" panose="020B0600070205080204" pitchFamily="50" charset="-128"/>
              </a:rPr>
              <a:t>　</a:t>
            </a:r>
          </a:p>
        </p:txBody>
      </p:sp>
      <p:sp>
        <p:nvSpPr>
          <p:cNvPr id="24" name="テキスト ボックス 23">
            <a:extLst>
              <a:ext uri="{FF2B5EF4-FFF2-40B4-BE49-F238E27FC236}">
                <a16:creationId xmlns:a16="http://schemas.microsoft.com/office/drawing/2014/main" id="{25FFD4F4-F2FB-76EA-7088-ACE76918D0E0}"/>
              </a:ext>
            </a:extLst>
          </p:cNvPr>
          <p:cNvSpPr txBox="1"/>
          <p:nvPr/>
        </p:nvSpPr>
        <p:spPr>
          <a:xfrm>
            <a:off x="10088232" y="131820"/>
            <a:ext cx="1933543" cy="369332"/>
          </a:xfrm>
          <a:prstGeom prst="rect">
            <a:avLst/>
          </a:prstGeom>
          <a:noFill/>
        </p:spPr>
        <p:txBody>
          <a:bodyPr wrap="none" rtlCol="0">
            <a:spAutoFit/>
          </a:bodyPr>
          <a:lstStyle/>
          <a:p>
            <a:r>
              <a:rPr kumimoji="1" lang="en-US" altLang="ja-JP" b="1" dirty="0">
                <a:solidFill>
                  <a:srgbClr val="FFFF00"/>
                </a:solidFill>
              </a:rPr>
              <a:t>1</a:t>
            </a:r>
            <a:r>
              <a:rPr kumimoji="1" lang="ja-JP" altLang="en-US" b="1" dirty="0">
                <a:solidFill>
                  <a:srgbClr val="FFFF00"/>
                </a:solidFill>
              </a:rPr>
              <a:t>種目目　ワルツ</a:t>
            </a:r>
          </a:p>
        </p:txBody>
      </p:sp>
      <p:sp>
        <p:nvSpPr>
          <p:cNvPr id="3" name="正方形/長方形 2">
            <a:extLst>
              <a:ext uri="{FF2B5EF4-FFF2-40B4-BE49-F238E27FC236}">
                <a16:creationId xmlns:a16="http://schemas.microsoft.com/office/drawing/2014/main" id="{199CDC3E-27E1-A9AC-42A5-AAC54F75B747}"/>
              </a:ext>
            </a:extLst>
          </p:cNvPr>
          <p:cNvSpPr/>
          <p:nvPr/>
        </p:nvSpPr>
        <p:spPr>
          <a:xfrm>
            <a:off x="1153627" y="2433747"/>
            <a:ext cx="9718415" cy="481391"/>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6" name="テキスト ボックス 5">
            <a:extLst>
              <a:ext uri="{FF2B5EF4-FFF2-40B4-BE49-F238E27FC236}">
                <a16:creationId xmlns:a16="http://schemas.microsoft.com/office/drawing/2014/main" id="{DF12C014-581A-F202-BA22-572A1CECF9B1}"/>
              </a:ext>
            </a:extLst>
          </p:cNvPr>
          <p:cNvSpPr txBox="1"/>
          <p:nvPr/>
        </p:nvSpPr>
        <p:spPr>
          <a:xfrm>
            <a:off x="1341603" y="2384344"/>
            <a:ext cx="9530438" cy="523220"/>
          </a:xfrm>
          <a:prstGeom prst="rect">
            <a:avLst/>
          </a:prstGeom>
          <a:noFill/>
        </p:spPr>
        <p:txBody>
          <a:bodyPr wrap="square" rtlCol="0">
            <a:spAutoFit/>
          </a:bodyPr>
          <a:lstStyle/>
          <a:p>
            <a:r>
              <a:rPr lang="en-US" altLang="ja-JP" sz="2800" b="1" dirty="0">
                <a:solidFill>
                  <a:srgbClr val="000066"/>
                </a:solidFill>
                <a:latin typeface="ＭＳ Ｐゴシック" panose="020B0600070205080204" pitchFamily="50" charset="-128"/>
                <a:ea typeface="ＭＳ Ｐゴシック" panose="020B0600070205080204" pitchFamily="50" charset="-128"/>
              </a:rPr>
              <a:t>101</a:t>
            </a:r>
            <a:r>
              <a:rPr lang="ja-JP" altLang="en-US" sz="2800" b="1" dirty="0">
                <a:solidFill>
                  <a:srgbClr val="000066"/>
                </a:solidFill>
                <a:latin typeface="ＭＳ Ｐゴシック" panose="020B0600070205080204" pitchFamily="50" charset="-128"/>
                <a:ea typeface="ＭＳ Ｐゴシック" panose="020B0600070205080204" pitchFamily="50" charset="-128"/>
              </a:rPr>
              <a:t>　　山田　太郎・加藤　　　　　　　　　　</a:t>
            </a:r>
            <a:r>
              <a:rPr lang="ja-JP" altLang="en-US" b="1" dirty="0">
                <a:solidFill>
                  <a:srgbClr val="000066"/>
                </a:solidFill>
                <a:latin typeface="ＭＳ Ｐゴシック" panose="020B0600070205080204" pitchFamily="50" charset="-128"/>
                <a:ea typeface="ＭＳ Ｐゴシック" panose="020B0600070205080204" pitchFamily="50" charset="-128"/>
              </a:rPr>
              <a:t>電気通信大学</a:t>
            </a:r>
            <a:r>
              <a:rPr lang="en-US" altLang="ja-JP" b="1" dirty="0">
                <a:solidFill>
                  <a:srgbClr val="000066"/>
                </a:solidFill>
                <a:latin typeface="ＭＳ Ｐゴシック" panose="020B0600070205080204" pitchFamily="50" charset="-128"/>
                <a:ea typeface="ＭＳ Ｐゴシック" panose="020B0600070205080204" pitchFamily="50" charset="-128"/>
              </a:rPr>
              <a:t>/</a:t>
            </a:r>
            <a:r>
              <a:rPr lang="ja-JP" altLang="en-US" b="1" dirty="0">
                <a:solidFill>
                  <a:srgbClr val="000066"/>
                </a:solidFill>
                <a:latin typeface="ＭＳ Ｐゴシック" panose="020B0600070205080204" pitchFamily="50" charset="-128"/>
                <a:ea typeface="ＭＳ Ｐゴシック" panose="020B0600070205080204" pitchFamily="50" charset="-128"/>
              </a:rPr>
              <a:t>日本女子体育大学</a:t>
            </a:r>
            <a:endParaRPr kumimoji="1" lang="ja-JP" altLang="en-US" b="1" dirty="0">
              <a:solidFill>
                <a:srgbClr val="000066"/>
              </a:solidFill>
              <a:latin typeface="ＭＳ Ｐゴシック" panose="020B0600070205080204" pitchFamily="50" charset="-128"/>
              <a:ea typeface="ＭＳ Ｐゴシック" panose="020B0600070205080204" pitchFamily="50" charset="-128"/>
            </a:endParaRPr>
          </a:p>
        </p:txBody>
      </p:sp>
      <p:sp>
        <p:nvSpPr>
          <p:cNvPr id="18" name="テキスト ボックス 17">
            <a:extLst>
              <a:ext uri="{FF2B5EF4-FFF2-40B4-BE49-F238E27FC236}">
                <a16:creationId xmlns:a16="http://schemas.microsoft.com/office/drawing/2014/main" id="{FBE7F27C-42FF-B78A-6326-D3BAB8D286DE}"/>
              </a:ext>
            </a:extLst>
          </p:cNvPr>
          <p:cNvSpPr txBox="1"/>
          <p:nvPr/>
        </p:nvSpPr>
        <p:spPr>
          <a:xfrm>
            <a:off x="10080218" y="470335"/>
            <a:ext cx="1941557" cy="369332"/>
          </a:xfrm>
          <a:prstGeom prst="rect">
            <a:avLst/>
          </a:prstGeom>
          <a:noFill/>
        </p:spPr>
        <p:txBody>
          <a:bodyPr wrap="none" rtlCol="0">
            <a:spAutoFit/>
          </a:bodyPr>
          <a:lstStyle/>
          <a:p>
            <a:r>
              <a:rPr kumimoji="1" lang="ja-JP" altLang="en-US" b="1" dirty="0">
                <a:solidFill>
                  <a:srgbClr val="FFFF00"/>
                </a:solidFill>
              </a:rPr>
              <a:t>現在時刻　</a:t>
            </a:r>
            <a:r>
              <a:rPr kumimoji="1" lang="en-US" altLang="ja-JP" b="1" dirty="0">
                <a:solidFill>
                  <a:srgbClr val="FFFF00"/>
                </a:solidFill>
              </a:rPr>
              <a:t>10:38</a:t>
            </a:r>
            <a:endParaRPr kumimoji="1" lang="ja-JP" altLang="en-US" b="1" dirty="0">
              <a:solidFill>
                <a:srgbClr val="FFFF00"/>
              </a:solidFill>
            </a:endParaRPr>
          </a:p>
        </p:txBody>
      </p:sp>
      <p:sp>
        <p:nvSpPr>
          <p:cNvPr id="29" name="テキスト ボックス 28">
            <a:extLst>
              <a:ext uri="{FF2B5EF4-FFF2-40B4-BE49-F238E27FC236}">
                <a16:creationId xmlns:a16="http://schemas.microsoft.com/office/drawing/2014/main" id="{867A1B16-42FE-F0CA-5596-4DBDE7DF3685}"/>
              </a:ext>
            </a:extLst>
          </p:cNvPr>
          <p:cNvSpPr txBox="1"/>
          <p:nvPr/>
        </p:nvSpPr>
        <p:spPr>
          <a:xfrm>
            <a:off x="541073" y="458375"/>
            <a:ext cx="2882520" cy="369332"/>
          </a:xfrm>
          <a:prstGeom prst="rect">
            <a:avLst/>
          </a:prstGeom>
          <a:noFill/>
        </p:spPr>
        <p:txBody>
          <a:bodyPr wrap="none" rtlCol="0">
            <a:spAutoFit/>
          </a:bodyPr>
          <a:lstStyle/>
          <a:p>
            <a:r>
              <a:rPr lang="en-US" altLang="ja-JP" b="1" dirty="0">
                <a:solidFill>
                  <a:srgbClr val="FFFF00"/>
                </a:solidFill>
              </a:rPr>
              <a:t>A</a:t>
            </a:r>
            <a:r>
              <a:rPr lang="ja-JP" altLang="en-US" b="1" dirty="0">
                <a:solidFill>
                  <a:srgbClr val="FFFF00"/>
                </a:solidFill>
              </a:rPr>
              <a:t>級戦スタンダード　決勝</a:t>
            </a:r>
            <a:endParaRPr kumimoji="1" lang="ja-JP" altLang="en-US" b="1" dirty="0">
              <a:solidFill>
                <a:srgbClr val="FFFF00"/>
              </a:solidFill>
            </a:endParaRPr>
          </a:p>
        </p:txBody>
      </p:sp>
      <p:sp>
        <p:nvSpPr>
          <p:cNvPr id="30" name="正方形/長方形 29">
            <a:extLst>
              <a:ext uri="{FF2B5EF4-FFF2-40B4-BE49-F238E27FC236}">
                <a16:creationId xmlns:a16="http://schemas.microsoft.com/office/drawing/2014/main" id="{8C9F22D2-1BFC-A707-A70A-A10DAFCD27DB}"/>
              </a:ext>
            </a:extLst>
          </p:cNvPr>
          <p:cNvSpPr/>
          <p:nvPr/>
        </p:nvSpPr>
        <p:spPr>
          <a:xfrm>
            <a:off x="1114426" y="2044434"/>
            <a:ext cx="9718415" cy="315980"/>
          </a:xfrm>
          <a:prstGeom prst="rect">
            <a:avLst/>
          </a:prstGeom>
          <a:gradFill>
            <a:gsLst>
              <a:gs pos="8000">
                <a:srgbClr val="006666"/>
              </a:gs>
              <a:gs pos="48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31" name="テキスト ボックス 30">
            <a:extLst>
              <a:ext uri="{FF2B5EF4-FFF2-40B4-BE49-F238E27FC236}">
                <a16:creationId xmlns:a16="http://schemas.microsoft.com/office/drawing/2014/main" id="{0AD891FC-B4E5-7090-334D-EF6C23D61FD1}"/>
              </a:ext>
            </a:extLst>
          </p:cNvPr>
          <p:cNvSpPr txBox="1"/>
          <p:nvPr/>
        </p:nvSpPr>
        <p:spPr>
          <a:xfrm>
            <a:off x="1177071" y="2025520"/>
            <a:ext cx="5292435" cy="369332"/>
          </a:xfrm>
          <a:prstGeom prst="rect">
            <a:avLst/>
          </a:prstGeom>
          <a:noFill/>
        </p:spPr>
        <p:txBody>
          <a:bodyPr wrap="square" rtlCol="0">
            <a:spAutoFit/>
          </a:bodyPr>
          <a:lstStyle/>
          <a:p>
            <a:r>
              <a:rPr lang="ja-JP" altLang="en-US" b="1" dirty="0">
                <a:solidFill>
                  <a:schemeClr val="bg1"/>
                </a:solidFill>
                <a:latin typeface="ＭＳ Ｐゴシック" panose="020B0600070205080204" pitchFamily="50" charset="-128"/>
                <a:ea typeface="ＭＳ Ｐゴシック" panose="020B0600070205080204" pitchFamily="50" charset="-128"/>
              </a:rPr>
              <a:t>出場選手</a:t>
            </a:r>
            <a:endParaRPr kumimoji="1" lang="ja-JP" altLang="en-US" b="1" dirty="0">
              <a:solidFill>
                <a:schemeClr val="bg1"/>
              </a:solidFill>
              <a:latin typeface="ＭＳ Ｐゴシック" panose="020B0600070205080204" pitchFamily="50" charset="-128"/>
              <a:ea typeface="ＭＳ Ｐゴシック" panose="020B0600070205080204" pitchFamily="50" charset="-128"/>
            </a:endParaRPr>
          </a:p>
        </p:txBody>
      </p:sp>
      <p:sp>
        <p:nvSpPr>
          <p:cNvPr id="34" name="正方形/長方形 33">
            <a:extLst>
              <a:ext uri="{FF2B5EF4-FFF2-40B4-BE49-F238E27FC236}">
                <a16:creationId xmlns:a16="http://schemas.microsoft.com/office/drawing/2014/main" id="{3DED3BDD-BF8C-8250-3368-614CE4219466}"/>
              </a:ext>
            </a:extLst>
          </p:cNvPr>
          <p:cNvSpPr/>
          <p:nvPr/>
        </p:nvSpPr>
        <p:spPr>
          <a:xfrm>
            <a:off x="1153626" y="2953844"/>
            <a:ext cx="9718415" cy="481391"/>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35" name="正方形/長方形 34">
            <a:extLst>
              <a:ext uri="{FF2B5EF4-FFF2-40B4-BE49-F238E27FC236}">
                <a16:creationId xmlns:a16="http://schemas.microsoft.com/office/drawing/2014/main" id="{782CB74B-81A0-3D65-4A4A-F599B63A9230}"/>
              </a:ext>
            </a:extLst>
          </p:cNvPr>
          <p:cNvSpPr/>
          <p:nvPr/>
        </p:nvSpPr>
        <p:spPr>
          <a:xfrm>
            <a:off x="1153626" y="3473941"/>
            <a:ext cx="9718415" cy="481391"/>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36" name="正方形/長方形 35">
            <a:extLst>
              <a:ext uri="{FF2B5EF4-FFF2-40B4-BE49-F238E27FC236}">
                <a16:creationId xmlns:a16="http://schemas.microsoft.com/office/drawing/2014/main" id="{4B181F65-A666-7FD8-6D6E-3752175A8670}"/>
              </a:ext>
            </a:extLst>
          </p:cNvPr>
          <p:cNvSpPr/>
          <p:nvPr/>
        </p:nvSpPr>
        <p:spPr>
          <a:xfrm>
            <a:off x="1153626" y="3991916"/>
            <a:ext cx="9718415" cy="481391"/>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37" name="正方形/長方形 36">
            <a:extLst>
              <a:ext uri="{FF2B5EF4-FFF2-40B4-BE49-F238E27FC236}">
                <a16:creationId xmlns:a16="http://schemas.microsoft.com/office/drawing/2014/main" id="{7F5C74E9-28FE-0272-8FA8-ED27B590577B}"/>
              </a:ext>
            </a:extLst>
          </p:cNvPr>
          <p:cNvSpPr/>
          <p:nvPr/>
        </p:nvSpPr>
        <p:spPr>
          <a:xfrm>
            <a:off x="1153626" y="4509891"/>
            <a:ext cx="9718415" cy="481391"/>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38" name="正方形/長方形 37">
            <a:extLst>
              <a:ext uri="{FF2B5EF4-FFF2-40B4-BE49-F238E27FC236}">
                <a16:creationId xmlns:a16="http://schemas.microsoft.com/office/drawing/2014/main" id="{12A2F120-2E06-14A0-91E6-AA148272B676}"/>
              </a:ext>
            </a:extLst>
          </p:cNvPr>
          <p:cNvSpPr/>
          <p:nvPr/>
        </p:nvSpPr>
        <p:spPr>
          <a:xfrm>
            <a:off x="1153626" y="5027866"/>
            <a:ext cx="9718415" cy="481391"/>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39" name="正方形/長方形 38">
            <a:extLst>
              <a:ext uri="{FF2B5EF4-FFF2-40B4-BE49-F238E27FC236}">
                <a16:creationId xmlns:a16="http://schemas.microsoft.com/office/drawing/2014/main" id="{54084050-18A7-B2A5-B2BB-3A03D1466166}"/>
              </a:ext>
            </a:extLst>
          </p:cNvPr>
          <p:cNvSpPr/>
          <p:nvPr/>
        </p:nvSpPr>
        <p:spPr>
          <a:xfrm>
            <a:off x="1153626" y="5545841"/>
            <a:ext cx="9718415" cy="481391"/>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40" name="正方形/長方形 39">
            <a:extLst>
              <a:ext uri="{FF2B5EF4-FFF2-40B4-BE49-F238E27FC236}">
                <a16:creationId xmlns:a16="http://schemas.microsoft.com/office/drawing/2014/main" id="{F67468F1-8AC1-55A5-5C87-620EBF16F4C4}"/>
              </a:ext>
            </a:extLst>
          </p:cNvPr>
          <p:cNvSpPr/>
          <p:nvPr/>
        </p:nvSpPr>
        <p:spPr>
          <a:xfrm>
            <a:off x="1153626" y="6063816"/>
            <a:ext cx="9718415" cy="481391"/>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41" name="テキスト ボックス 40">
            <a:extLst>
              <a:ext uri="{FF2B5EF4-FFF2-40B4-BE49-F238E27FC236}">
                <a16:creationId xmlns:a16="http://schemas.microsoft.com/office/drawing/2014/main" id="{513C4D1D-053D-8BDB-8557-5BC0E66814DC}"/>
              </a:ext>
            </a:extLst>
          </p:cNvPr>
          <p:cNvSpPr txBox="1"/>
          <p:nvPr/>
        </p:nvSpPr>
        <p:spPr>
          <a:xfrm>
            <a:off x="1341603" y="2951722"/>
            <a:ext cx="9491237" cy="523220"/>
          </a:xfrm>
          <a:prstGeom prst="rect">
            <a:avLst/>
          </a:prstGeom>
          <a:noFill/>
        </p:spPr>
        <p:txBody>
          <a:bodyPr wrap="square" rtlCol="0">
            <a:spAutoFit/>
          </a:bodyPr>
          <a:lstStyle/>
          <a:p>
            <a:r>
              <a:rPr lang="en-US" altLang="ja-JP" sz="2800" b="1" dirty="0">
                <a:solidFill>
                  <a:srgbClr val="000066"/>
                </a:solidFill>
                <a:latin typeface="ＭＳ Ｐゴシック" panose="020B0600070205080204" pitchFamily="50" charset="-128"/>
                <a:ea typeface="ＭＳ Ｐゴシック" panose="020B0600070205080204" pitchFamily="50" charset="-128"/>
              </a:rPr>
              <a:t>101</a:t>
            </a:r>
            <a:r>
              <a:rPr lang="ja-JP" altLang="en-US" sz="2800" b="1" dirty="0">
                <a:solidFill>
                  <a:srgbClr val="000066"/>
                </a:solidFill>
                <a:latin typeface="ＭＳ Ｐゴシック" panose="020B0600070205080204" pitchFamily="50" charset="-128"/>
                <a:ea typeface="ＭＳ Ｐゴシック" panose="020B0600070205080204" pitchFamily="50" charset="-128"/>
              </a:rPr>
              <a:t>　　山田　太郎・加藤　ハナコ　　　　　　　　　電気通信大学</a:t>
            </a:r>
            <a:endParaRPr kumimoji="1" lang="ja-JP" altLang="en-US" sz="2800" b="1" dirty="0">
              <a:solidFill>
                <a:srgbClr val="000066"/>
              </a:solidFill>
              <a:latin typeface="ＭＳ Ｐゴシック" panose="020B0600070205080204" pitchFamily="50" charset="-128"/>
              <a:ea typeface="ＭＳ Ｐゴシック" panose="020B0600070205080204" pitchFamily="50" charset="-128"/>
            </a:endParaRPr>
          </a:p>
        </p:txBody>
      </p:sp>
      <p:sp>
        <p:nvSpPr>
          <p:cNvPr id="42" name="テキスト ボックス 41">
            <a:extLst>
              <a:ext uri="{FF2B5EF4-FFF2-40B4-BE49-F238E27FC236}">
                <a16:creationId xmlns:a16="http://schemas.microsoft.com/office/drawing/2014/main" id="{6362D14B-49E0-DDEF-AEF5-9C0BBED82FD0}"/>
              </a:ext>
            </a:extLst>
          </p:cNvPr>
          <p:cNvSpPr txBox="1"/>
          <p:nvPr/>
        </p:nvSpPr>
        <p:spPr>
          <a:xfrm>
            <a:off x="1341603" y="3466968"/>
            <a:ext cx="9491237" cy="523220"/>
          </a:xfrm>
          <a:prstGeom prst="rect">
            <a:avLst/>
          </a:prstGeom>
          <a:noFill/>
        </p:spPr>
        <p:txBody>
          <a:bodyPr wrap="square" rtlCol="0">
            <a:spAutoFit/>
          </a:bodyPr>
          <a:lstStyle/>
          <a:p>
            <a:r>
              <a:rPr lang="en-US" altLang="ja-JP" sz="2800" b="1" dirty="0">
                <a:solidFill>
                  <a:srgbClr val="000066"/>
                </a:solidFill>
                <a:latin typeface="ＭＳ Ｐゴシック" panose="020B0600070205080204" pitchFamily="50" charset="-128"/>
                <a:ea typeface="ＭＳ Ｐゴシック" panose="020B0600070205080204" pitchFamily="50" charset="-128"/>
              </a:rPr>
              <a:t>101</a:t>
            </a:r>
            <a:r>
              <a:rPr lang="ja-JP" altLang="en-US" sz="2800" b="1" dirty="0">
                <a:solidFill>
                  <a:srgbClr val="000066"/>
                </a:solidFill>
                <a:latin typeface="ＭＳ Ｐゴシック" panose="020B0600070205080204" pitchFamily="50" charset="-128"/>
                <a:ea typeface="ＭＳ Ｐゴシック" panose="020B0600070205080204" pitchFamily="50" charset="-128"/>
              </a:rPr>
              <a:t>　　山田　太郎・加藤　ハナコ　　　　　　　　　電気通信大学</a:t>
            </a:r>
            <a:endParaRPr kumimoji="1" lang="ja-JP" altLang="en-US" sz="2800" b="1" dirty="0">
              <a:solidFill>
                <a:srgbClr val="000066"/>
              </a:solidFill>
              <a:latin typeface="ＭＳ Ｐゴシック" panose="020B0600070205080204" pitchFamily="50" charset="-128"/>
              <a:ea typeface="ＭＳ Ｐゴシック" panose="020B0600070205080204" pitchFamily="50" charset="-128"/>
            </a:endParaRPr>
          </a:p>
        </p:txBody>
      </p:sp>
      <p:sp>
        <p:nvSpPr>
          <p:cNvPr id="43" name="正方形/長方形 42">
            <a:extLst>
              <a:ext uri="{FF2B5EF4-FFF2-40B4-BE49-F238E27FC236}">
                <a16:creationId xmlns:a16="http://schemas.microsoft.com/office/drawing/2014/main" id="{2CC407CF-6F06-DAFF-007E-577A171DEFD6}"/>
              </a:ext>
            </a:extLst>
          </p:cNvPr>
          <p:cNvSpPr/>
          <p:nvPr/>
        </p:nvSpPr>
        <p:spPr>
          <a:xfrm>
            <a:off x="1153626" y="3991916"/>
            <a:ext cx="9718415" cy="481391"/>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44" name="テキスト ボックス 43">
            <a:extLst>
              <a:ext uri="{FF2B5EF4-FFF2-40B4-BE49-F238E27FC236}">
                <a16:creationId xmlns:a16="http://schemas.microsoft.com/office/drawing/2014/main" id="{398FCE5D-8C5A-40FE-3257-7BDB0B0C0C44}"/>
              </a:ext>
            </a:extLst>
          </p:cNvPr>
          <p:cNvSpPr txBox="1"/>
          <p:nvPr/>
        </p:nvSpPr>
        <p:spPr>
          <a:xfrm>
            <a:off x="1341603" y="3984943"/>
            <a:ext cx="9491237" cy="523220"/>
          </a:xfrm>
          <a:prstGeom prst="rect">
            <a:avLst/>
          </a:prstGeom>
          <a:noFill/>
        </p:spPr>
        <p:txBody>
          <a:bodyPr wrap="square" rtlCol="0">
            <a:spAutoFit/>
          </a:bodyPr>
          <a:lstStyle/>
          <a:p>
            <a:r>
              <a:rPr lang="en-US" altLang="ja-JP" sz="2800" b="1" dirty="0">
                <a:solidFill>
                  <a:srgbClr val="000066"/>
                </a:solidFill>
                <a:latin typeface="ＭＳ Ｐゴシック" panose="020B0600070205080204" pitchFamily="50" charset="-128"/>
                <a:ea typeface="ＭＳ Ｐゴシック" panose="020B0600070205080204" pitchFamily="50" charset="-128"/>
              </a:rPr>
              <a:t>101</a:t>
            </a:r>
            <a:r>
              <a:rPr lang="ja-JP" altLang="en-US" sz="2800" b="1" dirty="0">
                <a:solidFill>
                  <a:srgbClr val="000066"/>
                </a:solidFill>
                <a:latin typeface="ＭＳ Ｐゴシック" panose="020B0600070205080204" pitchFamily="50" charset="-128"/>
                <a:ea typeface="ＭＳ Ｐゴシック" panose="020B0600070205080204" pitchFamily="50" charset="-128"/>
              </a:rPr>
              <a:t>　　山田　太郎・加藤　ハナコ　　　　　　　　　電気通信大学</a:t>
            </a:r>
            <a:endParaRPr kumimoji="1" lang="ja-JP" altLang="en-US" sz="2800" b="1" dirty="0">
              <a:solidFill>
                <a:srgbClr val="000066"/>
              </a:solidFill>
              <a:latin typeface="ＭＳ Ｐゴシック" panose="020B0600070205080204" pitchFamily="50" charset="-128"/>
              <a:ea typeface="ＭＳ Ｐゴシック" panose="020B0600070205080204" pitchFamily="50" charset="-128"/>
            </a:endParaRPr>
          </a:p>
        </p:txBody>
      </p:sp>
      <p:sp>
        <p:nvSpPr>
          <p:cNvPr id="45" name="正方形/長方形 44">
            <a:extLst>
              <a:ext uri="{FF2B5EF4-FFF2-40B4-BE49-F238E27FC236}">
                <a16:creationId xmlns:a16="http://schemas.microsoft.com/office/drawing/2014/main" id="{27C24328-73A9-306F-9B8B-33F631489EDB}"/>
              </a:ext>
            </a:extLst>
          </p:cNvPr>
          <p:cNvSpPr/>
          <p:nvPr/>
        </p:nvSpPr>
        <p:spPr>
          <a:xfrm>
            <a:off x="1153626" y="4487253"/>
            <a:ext cx="9718415" cy="481391"/>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46" name="テキスト ボックス 45">
            <a:extLst>
              <a:ext uri="{FF2B5EF4-FFF2-40B4-BE49-F238E27FC236}">
                <a16:creationId xmlns:a16="http://schemas.microsoft.com/office/drawing/2014/main" id="{3B9F6B7B-D405-945A-E917-541FC7AB2E62}"/>
              </a:ext>
            </a:extLst>
          </p:cNvPr>
          <p:cNvSpPr txBox="1"/>
          <p:nvPr/>
        </p:nvSpPr>
        <p:spPr>
          <a:xfrm>
            <a:off x="1341603" y="4480280"/>
            <a:ext cx="9491237" cy="523220"/>
          </a:xfrm>
          <a:prstGeom prst="rect">
            <a:avLst/>
          </a:prstGeom>
          <a:noFill/>
        </p:spPr>
        <p:txBody>
          <a:bodyPr wrap="square" rtlCol="0">
            <a:spAutoFit/>
          </a:bodyPr>
          <a:lstStyle/>
          <a:p>
            <a:r>
              <a:rPr lang="en-US" altLang="ja-JP" sz="2800" b="1" dirty="0">
                <a:solidFill>
                  <a:srgbClr val="000066"/>
                </a:solidFill>
                <a:latin typeface="ＭＳ Ｐゴシック" panose="020B0600070205080204" pitchFamily="50" charset="-128"/>
                <a:ea typeface="ＭＳ Ｐゴシック" panose="020B0600070205080204" pitchFamily="50" charset="-128"/>
              </a:rPr>
              <a:t>101</a:t>
            </a:r>
            <a:r>
              <a:rPr lang="ja-JP" altLang="en-US" sz="2800" b="1" dirty="0">
                <a:solidFill>
                  <a:srgbClr val="000066"/>
                </a:solidFill>
                <a:latin typeface="ＭＳ Ｐゴシック" panose="020B0600070205080204" pitchFamily="50" charset="-128"/>
                <a:ea typeface="ＭＳ Ｐゴシック" panose="020B0600070205080204" pitchFamily="50" charset="-128"/>
              </a:rPr>
              <a:t>　　山田　太郎・加藤　ハナコ　　　　　　　　　電気通信大学</a:t>
            </a:r>
            <a:endParaRPr kumimoji="1" lang="ja-JP" altLang="en-US" sz="2800" b="1" dirty="0">
              <a:solidFill>
                <a:srgbClr val="000066"/>
              </a:solidFill>
              <a:latin typeface="ＭＳ Ｐゴシック" panose="020B0600070205080204" pitchFamily="50" charset="-128"/>
              <a:ea typeface="ＭＳ Ｐゴシック" panose="020B0600070205080204" pitchFamily="50" charset="-128"/>
            </a:endParaRPr>
          </a:p>
        </p:txBody>
      </p:sp>
      <p:sp>
        <p:nvSpPr>
          <p:cNvPr id="47" name="正方形/長方形 46">
            <a:extLst>
              <a:ext uri="{FF2B5EF4-FFF2-40B4-BE49-F238E27FC236}">
                <a16:creationId xmlns:a16="http://schemas.microsoft.com/office/drawing/2014/main" id="{35882422-DA0F-04F4-3264-CE7560E1CF6F}"/>
              </a:ext>
            </a:extLst>
          </p:cNvPr>
          <p:cNvSpPr/>
          <p:nvPr/>
        </p:nvSpPr>
        <p:spPr>
          <a:xfrm>
            <a:off x="1153626" y="5040084"/>
            <a:ext cx="9718415" cy="481391"/>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48" name="テキスト ボックス 47">
            <a:extLst>
              <a:ext uri="{FF2B5EF4-FFF2-40B4-BE49-F238E27FC236}">
                <a16:creationId xmlns:a16="http://schemas.microsoft.com/office/drawing/2014/main" id="{CAF11173-242B-2097-7C96-D24099C9D1DC}"/>
              </a:ext>
            </a:extLst>
          </p:cNvPr>
          <p:cNvSpPr txBox="1"/>
          <p:nvPr/>
        </p:nvSpPr>
        <p:spPr>
          <a:xfrm>
            <a:off x="1341603" y="5033111"/>
            <a:ext cx="9491237" cy="523220"/>
          </a:xfrm>
          <a:prstGeom prst="rect">
            <a:avLst/>
          </a:prstGeom>
          <a:noFill/>
        </p:spPr>
        <p:txBody>
          <a:bodyPr wrap="square" rtlCol="0">
            <a:spAutoFit/>
          </a:bodyPr>
          <a:lstStyle/>
          <a:p>
            <a:r>
              <a:rPr lang="en-US" altLang="ja-JP" sz="2800" b="1" dirty="0">
                <a:solidFill>
                  <a:srgbClr val="000066"/>
                </a:solidFill>
                <a:latin typeface="ＭＳ Ｐゴシック" panose="020B0600070205080204" pitchFamily="50" charset="-128"/>
                <a:ea typeface="ＭＳ Ｐゴシック" panose="020B0600070205080204" pitchFamily="50" charset="-128"/>
              </a:rPr>
              <a:t>101</a:t>
            </a:r>
            <a:r>
              <a:rPr lang="ja-JP" altLang="en-US" sz="2800" b="1" dirty="0">
                <a:solidFill>
                  <a:srgbClr val="000066"/>
                </a:solidFill>
                <a:latin typeface="ＭＳ Ｐゴシック" panose="020B0600070205080204" pitchFamily="50" charset="-128"/>
                <a:ea typeface="ＭＳ Ｐゴシック" panose="020B0600070205080204" pitchFamily="50" charset="-128"/>
              </a:rPr>
              <a:t>　　山田　太郎・加藤　ハナコ　　　　　　　　　電気通信大学</a:t>
            </a:r>
            <a:endParaRPr kumimoji="1" lang="ja-JP" altLang="en-US" sz="2800" b="1" dirty="0">
              <a:solidFill>
                <a:srgbClr val="000066"/>
              </a:solidFill>
              <a:latin typeface="ＭＳ Ｐゴシック" panose="020B0600070205080204" pitchFamily="50" charset="-128"/>
              <a:ea typeface="ＭＳ Ｐゴシック" panose="020B0600070205080204" pitchFamily="50" charset="-128"/>
            </a:endParaRPr>
          </a:p>
        </p:txBody>
      </p:sp>
      <p:sp>
        <p:nvSpPr>
          <p:cNvPr id="49" name="正方形/長方形 48">
            <a:extLst>
              <a:ext uri="{FF2B5EF4-FFF2-40B4-BE49-F238E27FC236}">
                <a16:creationId xmlns:a16="http://schemas.microsoft.com/office/drawing/2014/main" id="{B4C3057B-0B75-F39F-8969-07AF91B61464}"/>
              </a:ext>
            </a:extLst>
          </p:cNvPr>
          <p:cNvSpPr/>
          <p:nvPr/>
        </p:nvSpPr>
        <p:spPr>
          <a:xfrm>
            <a:off x="1153626" y="5535351"/>
            <a:ext cx="9718415" cy="481391"/>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50" name="テキスト ボックス 49">
            <a:extLst>
              <a:ext uri="{FF2B5EF4-FFF2-40B4-BE49-F238E27FC236}">
                <a16:creationId xmlns:a16="http://schemas.microsoft.com/office/drawing/2014/main" id="{01AD007A-6F91-98E6-5071-8C8742794E0E}"/>
              </a:ext>
            </a:extLst>
          </p:cNvPr>
          <p:cNvSpPr txBox="1"/>
          <p:nvPr/>
        </p:nvSpPr>
        <p:spPr>
          <a:xfrm>
            <a:off x="1341603" y="5528378"/>
            <a:ext cx="9491237" cy="523220"/>
          </a:xfrm>
          <a:prstGeom prst="rect">
            <a:avLst/>
          </a:prstGeom>
          <a:noFill/>
        </p:spPr>
        <p:txBody>
          <a:bodyPr wrap="square" rtlCol="0">
            <a:spAutoFit/>
          </a:bodyPr>
          <a:lstStyle/>
          <a:p>
            <a:r>
              <a:rPr lang="en-US" altLang="ja-JP" sz="2800" b="1" dirty="0">
                <a:solidFill>
                  <a:srgbClr val="000066"/>
                </a:solidFill>
                <a:latin typeface="ＭＳ Ｐゴシック" panose="020B0600070205080204" pitchFamily="50" charset="-128"/>
                <a:ea typeface="ＭＳ Ｐゴシック" panose="020B0600070205080204" pitchFamily="50" charset="-128"/>
              </a:rPr>
              <a:t>101</a:t>
            </a:r>
            <a:r>
              <a:rPr lang="ja-JP" altLang="en-US" sz="2800" b="1" dirty="0">
                <a:solidFill>
                  <a:srgbClr val="000066"/>
                </a:solidFill>
                <a:latin typeface="ＭＳ Ｐゴシック" panose="020B0600070205080204" pitchFamily="50" charset="-128"/>
                <a:ea typeface="ＭＳ Ｐゴシック" panose="020B0600070205080204" pitchFamily="50" charset="-128"/>
              </a:rPr>
              <a:t>　　山田　太郎・加藤　ハナコ　　　　　　　　　電気通信大学</a:t>
            </a:r>
            <a:endParaRPr kumimoji="1" lang="ja-JP" altLang="en-US" sz="2800" b="1" dirty="0">
              <a:solidFill>
                <a:srgbClr val="000066"/>
              </a:solidFill>
              <a:latin typeface="ＭＳ Ｐゴシック" panose="020B0600070205080204" pitchFamily="50" charset="-128"/>
              <a:ea typeface="ＭＳ Ｐゴシック" panose="020B0600070205080204" pitchFamily="50" charset="-128"/>
            </a:endParaRPr>
          </a:p>
        </p:txBody>
      </p:sp>
      <p:sp>
        <p:nvSpPr>
          <p:cNvPr id="51" name="正方形/長方形 50">
            <a:extLst>
              <a:ext uri="{FF2B5EF4-FFF2-40B4-BE49-F238E27FC236}">
                <a16:creationId xmlns:a16="http://schemas.microsoft.com/office/drawing/2014/main" id="{780943E4-A3D0-038C-210C-8290A9744489}"/>
              </a:ext>
            </a:extLst>
          </p:cNvPr>
          <p:cNvSpPr/>
          <p:nvPr/>
        </p:nvSpPr>
        <p:spPr>
          <a:xfrm>
            <a:off x="1153626" y="6058571"/>
            <a:ext cx="9718415" cy="481391"/>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52" name="テキスト ボックス 51">
            <a:extLst>
              <a:ext uri="{FF2B5EF4-FFF2-40B4-BE49-F238E27FC236}">
                <a16:creationId xmlns:a16="http://schemas.microsoft.com/office/drawing/2014/main" id="{01B5CDCA-65CB-C52A-0CAE-954BCAB39AD3}"/>
              </a:ext>
            </a:extLst>
          </p:cNvPr>
          <p:cNvSpPr txBox="1"/>
          <p:nvPr/>
        </p:nvSpPr>
        <p:spPr>
          <a:xfrm>
            <a:off x="1341603" y="6051598"/>
            <a:ext cx="9491237" cy="523220"/>
          </a:xfrm>
          <a:prstGeom prst="rect">
            <a:avLst/>
          </a:prstGeom>
          <a:noFill/>
        </p:spPr>
        <p:txBody>
          <a:bodyPr wrap="square" rtlCol="0">
            <a:spAutoFit/>
          </a:bodyPr>
          <a:lstStyle/>
          <a:p>
            <a:r>
              <a:rPr lang="en-US" altLang="ja-JP" sz="2800" b="1" dirty="0">
                <a:solidFill>
                  <a:srgbClr val="000066"/>
                </a:solidFill>
                <a:latin typeface="ＭＳ Ｐゴシック" panose="020B0600070205080204" pitchFamily="50" charset="-128"/>
                <a:ea typeface="ＭＳ Ｐゴシック" panose="020B0600070205080204" pitchFamily="50" charset="-128"/>
              </a:rPr>
              <a:t>101</a:t>
            </a:r>
            <a:r>
              <a:rPr lang="ja-JP" altLang="en-US" sz="2800" b="1" dirty="0">
                <a:solidFill>
                  <a:srgbClr val="000066"/>
                </a:solidFill>
                <a:latin typeface="ＭＳ Ｐゴシック" panose="020B0600070205080204" pitchFamily="50" charset="-128"/>
                <a:ea typeface="ＭＳ Ｐゴシック" panose="020B0600070205080204" pitchFamily="50" charset="-128"/>
              </a:rPr>
              <a:t>　　山田　太郎・加藤　ハナコ　　　　　　　　　電気通信大学</a:t>
            </a:r>
            <a:endParaRPr kumimoji="1" lang="ja-JP" altLang="en-US" sz="2800" b="1" dirty="0">
              <a:solidFill>
                <a:srgbClr val="000066"/>
              </a:solidFill>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3622911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60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1+#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10" presetClass="exit" presetSubtype="0" fill="hold" grpId="1" nodeType="withEffect">
                                  <p:stCondLst>
                                    <p:cond delay="0"/>
                                  </p:stCondLst>
                                  <p:childTnLst>
                                    <p:animEffect transition="out" filter="fade">
                                      <p:cBhvr>
                                        <p:cTn id="10" dur="500"/>
                                        <p:tgtEl>
                                          <p:spTgt spid="21"/>
                                        </p:tgtEl>
                                      </p:cBhvr>
                                    </p:animEffect>
                                    <p:set>
                                      <p:cBhvr>
                                        <p:cTn id="11" dur="1" fill="hold">
                                          <p:stCondLst>
                                            <p:cond delay="499"/>
                                          </p:stCondLst>
                                        </p:cTn>
                                        <p:tgtEl>
                                          <p:spTgt spid="21"/>
                                        </p:tgtEl>
                                        <p:attrNameLst>
                                          <p:attrName>style.visibility</p:attrName>
                                        </p:attrNameLst>
                                      </p:cBhvr>
                                      <p:to>
                                        <p:strVal val="hidden"/>
                                      </p:to>
                                    </p:set>
                                  </p:childTnLst>
                                </p:cTn>
                              </p:par>
                              <p:par>
                                <p:cTn id="12" presetID="2" presetClass="entr" presetSubtype="2" fill="hold" grpId="0" nodeType="withEffect">
                                  <p:stCondLst>
                                    <p:cond delay="60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1+#ppt_w/2"/>
                                          </p:val>
                                        </p:tav>
                                        <p:tav tm="100000">
                                          <p:val>
                                            <p:strVal val="#ppt_x"/>
                                          </p:val>
                                        </p:tav>
                                      </p:tavLst>
                                    </p:anim>
                                    <p:anim calcmode="lin" valueType="num">
                                      <p:cBhvr additive="base">
                                        <p:cTn id="15" dur="500" fill="hold"/>
                                        <p:tgtEl>
                                          <p:spTgt spid="2"/>
                                        </p:tgtEl>
                                        <p:attrNameLst>
                                          <p:attrName>ppt_y</p:attrName>
                                        </p:attrNameLst>
                                      </p:cBhvr>
                                      <p:tavLst>
                                        <p:tav tm="0">
                                          <p:val>
                                            <p:strVal val="#ppt_y"/>
                                          </p:val>
                                        </p:tav>
                                        <p:tav tm="100000">
                                          <p:val>
                                            <p:strVal val="#ppt_y"/>
                                          </p:val>
                                        </p:tav>
                                      </p:tavLst>
                                    </p:anim>
                                  </p:childTnLst>
                                </p:cTn>
                              </p:par>
                              <p:par>
                                <p:cTn id="16" presetID="10" presetClass="exit" presetSubtype="0" fill="hold" grpId="1" nodeType="withEffect">
                                  <p:stCondLst>
                                    <p:cond delay="0"/>
                                  </p:stCondLst>
                                  <p:childTnLst>
                                    <p:animEffect transition="out" filter="fade">
                                      <p:cBhvr>
                                        <p:cTn id="17" dur="500"/>
                                        <p:tgtEl>
                                          <p:spTgt spid="2"/>
                                        </p:tgtEl>
                                      </p:cBhvr>
                                    </p:animEffect>
                                    <p:set>
                                      <p:cBhvr>
                                        <p:cTn id="18" dur="1" fill="hold">
                                          <p:stCondLst>
                                            <p:cond delay="499"/>
                                          </p:stCondLst>
                                        </p:cTn>
                                        <p:tgtEl>
                                          <p:spTgt spid="2"/>
                                        </p:tgtEl>
                                        <p:attrNameLst>
                                          <p:attrName>style.visibility</p:attrName>
                                        </p:attrNameLst>
                                      </p:cBhvr>
                                      <p:to>
                                        <p:strVal val="hidden"/>
                                      </p:to>
                                    </p:set>
                                  </p:childTnLst>
                                </p:cTn>
                              </p:par>
                              <p:par>
                                <p:cTn id="19" presetID="2" presetClass="entr" presetSubtype="2" fill="hold" grpId="0" nodeType="withEffect">
                                  <p:stCondLst>
                                    <p:cond delay="60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1+#ppt_w/2"/>
                                          </p:val>
                                        </p:tav>
                                        <p:tav tm="100000">
                                          <p:val>
                                            <p:strVal val="#ppt_x"/>
                                          </p:val>
                                        </p:tav>
                                      </p:tavLst>
                                    </p:anim>
                                    <p:anim calcmode="lin" valueType="num">
                                      <p:cBhvr additive="base">
                                        <p:cTn id="22" dur="500" fill="hold"/>
                                        <p:tgtEl>
                                          <p:spTgt spid="3"/>
                                        </p:tgtEl>
                                        <p:attrNameLst>
                                          <p:attrName>ppt_y</p:attrName>
                                        </p:attrNameLst>
                                      </p:cBhvr>
                                      <p:tavLst>
                                        <p:tav tm="0">
                                          <p:val>
                                            <p:strVal val="#ppt_y"/>
                                          </p:val>
                                        </p:tav>
                                        <p:tav tm="100000">
                                          <p:val>
                                            <p:strVal val="#ppt_y"/>
                                          </p:val>
                                        </p:tav>
                                      </p:tavLst>
                                    </p:anim>
                                  </p:childTnLst>
                                </p:cTn>
                              </p:par>
                              <p:par>
                                <p:cTn id="23" presetID="10" presetClass="exit" presetSubtype="0" fill="hold" grpId="1" nodeType="withEffect">
                                  <p:stCondLst>
                                    <p:cond delay="0"/>
                                  </p:stCondLst>
                                  <p:childTnLst>
                                    <p:animEffect transition="out" filter="fade">
                                      <p:cBhvr>
                                        <p:cTn id="24" dur="500"/>
                                        <p:tgtEl>
                                          <p:spTgt spid="3"/>
                                        </p:tgtEl>
                                      </p:cBhvr>
                                    </p:animEffect>
                                    <p:set>
                                      <p:cBhvr>
                                        <p:cTn id="25" dur="1" fill="hold">
                                          <p:stCondLst>
                                            <p:cond delay="499"/>
                                          </p:stCondLst>
                                        </p:cTn>
                                        <p:tgtEl>
                                          <p:spTgt spid="3"/>
                                        </p:tgtEl>
                                        <p:attrNameLst>
                                          <p:attrName>style.visibility</p:attrName>
                                        </p:attrNameLst>
                                      </p:cBhvr>
                                      <p:to>
                                        <p:strVal val="hidden"/>
                                      </p:to>
                                    </p:set>
                                  </p:childTnLst>
                                </p:cTn>
                              </p:par>
                              <p:par>
                                <p:cTn id="26" presetID="2" presetClass="entr" presetSubtype="2" fill="hold" grpId="0" nodeType="withEffect">
                                  <p:stCondLst>
                                    <p:cond delay="600"/>
                                  </p:stCondLst>
                                  <p:childTnLst>
                                    <p:set>
                                      <p:cBhvr>
                                        <p:cTn id="27" dur="1" fill="hold">
                                          <p:stCondLst>
                                            <p:cond delay="0"/>
                                          </p:stCondLst>
                                        </p:cTn>
                                        <p:tgtEl>
                                          <p:spTgt spid="30"/>
                                        </p:tgtEl>
                                        <p:attrNameLst>
                                          <p:attrName>style.visibility</p:attrName>
                                        </p:attrNameLst>
                                      </p:cBhvr>
                                      <p:to>
                                        <p:strVal val="visible"/>
                                      </p:to>
                                    </p:set>
                                    <p:anim calcmode="lin" valueType="num">
                                      <p:cBhvr additive="base">
                                        <p:cTn id="28" dur="500" fill="hold"/>
                                        <p:tgtEl>
                                          <p:spTgt spid="30"/>
                                        </p:tgtEl>
                                        <p:attrNameLst>
                                          <p:attrName>ppt_x</p:attrName>
                                        </p:attrNameLst>
                                      </p:cBhvr>
                                      <p:tavLst>
                                        <p:tav tm="0">
                                          <p:val>
                                            <p:strVal val="1+#ppt_w/2"/>
                                          </p:val>
                                        </p:tav>
                                        <p:tav tm="100000">
                                          <p:val>
                                            <p:strVal val="#ppt_x"/>
                                          </p:val>
                                        </p:tav>
                                      </p:tavLst>
                                    </p:anim>
                                    <p:anim calcmode="lin" valueType="num">
                                      <p:cBhvr additive="base">
                                        <p:cTn id="29" dur="500" fill="hold"/>
                                        <p:tgtEl>
                                          <p:spTgt spid="30"/>
                                        </p:tgtEl>
                                        <p:attrNameLst>
                                          <p:attrName>ppt_y</p:attrName>
                                        </p:attrNameLst>
                                      </p:cBhvr>
                                      <p:tavLst>
                                        <p:tav tm="0">
                                          <p:val>
                                            <p:strVal val="#ppt_y"/>
                                          </p:val>
                                        </p:tav>
                                        <p:tav tm="100000">
                                          <p:val>
                                            <p:strVal val="#ppt_y"/>
                                          </p:val>
                                        </p:tav>
                                      </p:tavLst>
                                    </p:anim>
                                  </p:childTnLst>
                                </p:cTn>
                              </p:par>
                              <p:par>
                                <p:cTn id="30" presetID="10" presetClass="exit" presetSubtype="0" fill="hold" grpId="1" nodeType="withEffect">
                                  <p:stCondLst>
                                    <p:cond delay="0"/>
                                  </p:stCondLst>
                                  <p:childTnLst>
                                    <p:animEffect transition="out" filter="fade">
                                      <p:cBhvr>
                                        <p:cTn id="31" dur="500"/>
                                        <p:tgtEl>
                                          <p:spTgt spid="30"/>
                                        </p:tgtEl>
                                      </p:cBhvr>
                                    </p:animEffect>
                                    <p:set>
                                      <p:cBhvr>
                                        <p:cTn id="32" dur="1" fill="hold">
                                          <p:stCondLst>
                                            <p:cond delay="499"/>
                                          </p:stCondLst>
                                        </p:cTn>
                                        <p:tgtEl>
                                          <p:spTgt spid="30"/>
                                        </p:tgtEl>
                                        <p:attrNameLst>
                                          <p:attrName>style.visibility</p:attrName>
                                        </p:attrNameLst>
                                      </p:cBhvr>
                                      <p:to>
                                        <p:strVal val="hidden"/>
                                      </p:to>
                                    </p:set>
                                  </p:childTnLst>
                                </p:cTn>
                              </p:par>
                              <p:par>
                                <p:cTn id="33" presetID="2" presetClass="entr" presetSubtype="2" fill="hold" grpId="0" nodeType="withEffect">
                                  <p:stCondLst>
                                    <p:cond delay="600"/>
                                  </p:stCondLst>
                                  <p:childTnLst>
                                    <p:set>
                                      <p:cBhvr>
                                        <p:cTn id="34" dur="1" fill="hold">
                                          <p:stCondLst>
                                            <p:cond delay="0"/>
                                          </p:stCondLst>
                                        </p:cTn>
                                        <p:tgtEl>
                                          <p:spTgt spid="34"/>
                                        </p:tgtEl>
                                        <p:attrNameLst>
                                          <p:attrName>style.visibility</p:attrName>
                                        </p:attrNameLst>
                                      </p:cBhvr>
                                      <p:to>
                                        <p:strVal val="visible"/>
                                      </p:to>
                                    </p:set>
                                    <p:anim calcmode="lin" valueType="num">
                                      <p:cBhvr additive="base">
                                        <p:cTn id="35" dur="500" fill="hold"/>
                                        <p:tgtEl>
                                          <p:spTgt spid="34"/>
                                        </p:tgtEl>
                                        <p:attrNameLst>
                                          <p:attrName>ppt_x</p:attrName>
                                        </p:attrNameLst>
                                      </p:cBhvr>
                                      <p:tavLst>
                                        <p:tav tm="0">
                                          <p:val>
                                            <p:strVal val="1+#ppt_w/2"/>
                                          </p:val>
                                        </p:tav>
                                        <p:tav tm="100000">
                                          <p:val>
                                            <p:strVal val="#ppt_x"/>
                                          </p:val>
                                        </p:tav>
                                      </p:tavLst>
                                    </p:anim>
                                    <p:anim calcmode="lin" valueType="num">
                                      <p:cBhvr additive="base">
                                        <p:cTn id="36" dur="500" fill="hold"/>
                                        <p:tgtEl>
                                          <p:spTgt spid="34"/>
                                        </p:tgtEl>
                                        <p:attrNameLst>
                                          <p:attrName>ppt_y</p:attrName>
                                        </p:attrNameLst>
                                      </p:cBhvr>
                                      <p:tavLst>
                                        <p:tav tm="0">
                                          <p:val>
                                            <p:strVal val="#ppt_y"/>
                                          </p:val>
                                        </p:tav>
                                        <p:tav tm="100000">
                                          <p:val>
                                            <p:strVal val="#ppt_y"/>
                                          </p:val>
                                        </p:tav>
                                      </p:tavLst>
                                    </p:anim>
                                  </p:childTnLst>
                                </p:cTn>
                              </p:par>
                              <p:par>
                                <p:cTn id="37" presetID="10" presetClass="exit" presetSubtype="0" fill="hold" grpId="1" nodeType="withEffect">
                                  <p:stCondLst>
                                    <p:cond delay="0"/>
                                  </p:stCondLst>
                                  <p:childTnLst>
                                    <p:animEffect transition="out" filter="fade">
                                      <p:cBhvr>
                                        <p:cTn id="38" dur="500"/>
                                        <p:tgtEl>
                                          <p:spTgt spid="34"/>
                                        </p:tgtEl>
                                      </p:cBhvr>
                                    </p:animEffect>
                                    <p:set>
                                      <p:cBhvr>
                                        <p:cTn id="39" dur="1" fill="hold">
                                          <p:stCondLst>
                                            <p:cond delay="499"/>
                                          </p:stCondLst>
                                        </p:cTn>
                                        <p:tgtEl>
                                          <p:spTgt spid="34"/>
                                        </p:tgtEl>
                                        <p:attrNameLst>
                                          <p:attrName>style.visibility</p:attrName>
                                        </p:attrNameLst>
                                      </p:cBhvr>
                                      <p:to>
                                        <p:strVal val="hidden"/>
                                      </p:to>
                                    </p:set>
                                  </p:childTnLst>
                                </p:cTn>
                              </p:par>
                              <p:par>
                                <p:cTn id="40" presetID="2" presetClass="entr" presetSubtype="2" fill="hold" grpId="0" nodeType="withEffect">
                                  <p:stCondLst>
                                    <p:cond delay="600"/>
                                  </p:stCondLst>
                                  <p:childTnLst>
                                    <p:set>
                                      <p:cBhvr>
                                        <p:cTn id="41" dur="1" fill="hold">
                                          <p:stCondLst>
                                            <p:cond delay="0"/>
                                          </p:stCondLst>
                                        </p:cTn>
                                        <p:tgtEl>
                                          <p:spTgt spid="35"/>
                                        </p:tgtEl>
                                        <p:attrNameLst>
                                          <p:attrName>style.visibility</p:attrName>
                                        </p:attrNameLst>
                                      </p:cBhvr>
                                      <p:to>
                                        <p:strVal val="visible"/>
                                      </p:to>
                                    </p:set>
                                    <p:anim calcmode="lin" valueType="num">
                                      <p:cBhvr additive="base">
                                        <p:cTn id="42" dur="500" fill="hold"/>
                                        <p:tgtEl>
                                          <p:spTgt spid="35"/>
                                        </p:tgtEl>
                                        <p:attrNameLst>
                                          <p:attrName>ppt_x</p:attrName>
                                        </p:attrNameLst>
                                      </p:cBhvr>
                                      <p:tavLst>
                                        <p:tav tm="0">
                                          <p:val>
                                            <p:strVal val="1+#ppt_w/2"/>
                                          </p:val>
                                        </p:tav>
                                        <p:tav tm="100000">
                                          <p:val>
                                            <p:strVal val="#ppt_x"/>
                                          </p:val>
                                        </p:tav>
                                      </p:tavLst>
                                    </p:anim>
                                    <p:anim calcmode="lin" valueType="num">
                                      <p:cBhvr additive="base">
                                        <p:cTn id="43" dur="500" fill="hold"/>
                                        <p:tgtEl>
                                          <p:spTgt spid="35"/>
                                        </p:tgtEl>
                                        <p:attrNameLst>
                                          <p:attrName>ppt_y</p:attrName>
                                        </p:attrNameLst>
                                      </p:cBhvr>
                                      <p:tavLst>
                                        <p:tav tm="0">
                                          <p:val>
                                            <p:strVal val="#ppt_y"/>
                                          </p:val>
                                        </p:tav>
                                        <p:tav tm="100000">
                                          <p:val>
                                            <p:strVal val="#ppt_y"/>
                                          </p:val>
                                        </p:tav>
                                      </p:tavLst>
                                    </p:anim>
                                  </p:childTnLst>
                                </p:cTn>
                              </p:par>
                              <p:par>
                                <p:cTn id="44" presetID="10" presetClass="exit" presetSubtype="0" fill="hold" grpId="1" nodeType="withEffect">
                                  <p:stCondLst>
                                    <p:cond delay="0"/>
                                  </p:stCondLst>
                                  <p:childTnLst>
                                    <p:animEffect transition="out" filter="fade">
                                      <p:cBhvr>
                                        <p:cTn id="45" dur="500"/>
                                        <p:tgtEl>
                                          <p:spTgt spid="35"/>
                                        </p:tgtEl>
                                      </p:cBhvr>
                                    </p:animEffect>
                                    <p:set>
                                      <p:cBhvr>
                                        <p:cTn id="46" dur="1" fill="hold">
                                          <p:stCondLst>
                                            <p:cond delay="499"/>
                                          </p:stCondLst>
                                        </p:cTn>
                                        <p:tgtEl>
                                          <p:spTgt spid="35"/>
                                        </p:tgtEl>
                                        <p:attrNameLst>
                                          <p:attrName>style.visibility</p:attrName>
                                        </p:attrNameLst>
                                      </p:cBhvr>
                                      <p:to>
                                        <p:strVal val="hidden"/>
                                      </p:to>
                                    </p:set>
                                  </p:childTnLst>
                                </p:cTn>
                              </p:par>
                              <p:par>
                                <p:cTn id="47" presetID="2" presetClass="entr" presetSubtype="2" fill="hold" grpId="0" nodeType="withEffect">
                                  <p:stCondLst>
                                    <p:cond delay="600"/>
                                  </p:stCondLst>
                                  <p:childTnLst>
                                    <p:set>
                                      <p:cBhvr>
                                        <p:cTn id="48" dur="1" fill="hold">
                                          <p:stCondLst>
                                            <p:cond delay="0"/>
                                          </p:stCondLst>
                                        </p:cTn>
                                        <p:tgtEl>
                                          <p:spTgt spid="36"/>
                                        </p:tgtEl>
                                        <p:attrNameLst>
                                          <p:attrName>style.visibility</p:attrName>
                                        </p:attrNameLst>
                                      </p:cBhvr>
                                      <p:to>
                                        <p:strVal val="visible"/>
                                      </p:to>
                                    </p:set>
                                    <p:anim calcmode="lin" valueType="num">
                                      <p:cBhvr additive="base">
                                        <p:cTn id="49" dur="500" fill="hold"/>
                                        <p:tgtEl>
                                          <p:spTgt spid="36"/>
                                        </p:tgtEl>
                                        <p:attrNameLst>
                                          <p:attrName>ppt_x</p:attrName>
                                        </p:attrNameLst>
                                      </p:cBhvr>
                                      <p:tavLst>
                                        <p:tav tm="0">
                                          <p:val>
                                            <p:strVal val="1+#ppt_w/2"/>
                                          </p:val>
                                        </p:tav>
                                        <p:tav tm="100000">
                                          <p:val>
                                            <p:strVal val="#ppt_x"/>
                                          </p:val>
                                        </p:tav>
                                      </p:tavLst>
                                    </p:anim>
                                    <p:anim calcmode="lin" valueType="num">
                                      <p:cBhvr additive="base">
                                        <p:cTn id="50" dur="500" fill="hold"/>
                                        <p:tgtEl>
                                          <p:spTgt spid="36"/>
                                        </p:tgtEl>
                                        <p:attrNameLst>
                                          <p:attrName>ppt_y</p:attrName>
                                        </p:attrNameLst>
                                      </p:cBhvr>
                                      <p:tavLst>
                                        <p:tav tm="0">
                                          <p:val>
                                            <p:strVal val="#ppt_y"/>
                                          </p:val>
                                        </p:tav>
                                        <p:tav tm="100000">
                                          <p:val>
                                            <p:strVal val="#ppt_y"/>
                                          </p:val>
                                        </p:tav>
                                      </p:tavLst>
                                    </p:anim>
                                  </p:childTnLst>
                                </p:cTn>
                              </p:par>
                              <p:par>
                                <p:cTn id="51" presetID="10" presetClass="exit" presetSubtype="0" fill="hold" grpId="1" nodeType="withEffect">
                                  <p:stCondLst>
                                    <p:cond delay="0"/>
                                  </p:stCondLst>
                                  <p:childTnLst>
                                    <p:animEffect transition="out" filter="fade">
                                      <p:cBhvr>
                                        <p:cTn id="52" dur="500"/>
                                        <p:tgtEl>
                                          <p:spTgt spid="36"/>
                                        </p:tgtEl>
                                      </p:cBhvr>
                                    </p:animEffect>
                                    <p:set>
                                      <p:cBhvr>
                                        <p:cTn id="53" dur="1" fill="hold">
                                          <p:stCondLst>
                                            <p:cond delay="499"/>
                                          </p:stCondLst>
                                        </p:cTn>
                                        <p:tgtEl>
                                          <p:spTgt spid="36"/>
                                        </p:tgtEl>
                                        <p:attrNameLst>
                                          <p:attrName>style.visibility</p:attrName>
                                        </p:attrNameLst>
                                      </p:cBhvr>
                                      <p:to>
                                        <p:strVal val="hidden"/>
                                      </p:to>
                                    </p:set>
                                  </p:childTnLst>
                                </p:cTn>
                              </p:par>
                              <p:par>
                                <p:cTn id="54" presetID="2" presetClass="entr" presetSubtype="2" fill="hold" grpId="0" nodeType="withEffect">
                                  <p:stCondLst>
                                    <p:cond delay="600"/>
                                  </p:stCondLst>
                                  <p:childTnLst>
                                    <p:set>
                                      <p:cBhvr>
                                        <p:cTn id="55" dur="1" fill="hold">
                                          <p:stCondLst>
                                            <p:cond delay="0"/>
                                          </p:stCondLst>
                                        </p:cTn>
                                        <p:tgtEl>
                                          <p:spTgt spid="37"/>
                                        </p:tgtEl>
                                        <p:attrNameLst>
                                          <p:attrName>style.visibility</p:attrName>
                                        </p:attrNameLst>
                                      </p:cBhvr>
                                      <p:to>
                                        <p:strVal val="visible"/>
                                      </p:to>
                                    </p:set>
                                    <p:anim calcmode="lin" valueType="num">
                                      <p:cBhvr additive="base">
                                        <p:cTn id="56" dur="500" fill="hold"/>
                                        <p:tgtEl>
                                          <p:spTgt spid="37"/>
                                        </p:tgtEl>
                                        <p:attrNameLst>
                                          <p:attrName>ppt_x</p:attrName>
                                        </p:attrNameLst>
                                      </p:cBhvr>
                                      <p:tavLst>
                                        <p:tav tm="0">
                                          <p:val>
                                            <p:strVal val="1+#ppt_w/2"/>
                                          </p:val>
                                        </p:tav>
                                        <p:tav tm="100000">
                                          <p:val>
                                            <p:strVal val="#ppt_x"/>
                                          </p:val>
                                        </p:tav>
                                      </p:tavLst>
                                    </p:anim>
                                    <p:anim calcmode="lin" valueType="num">
                                      <p:cBhvr additive="base">
                                        <p:cTn id="57" dur="500" fill="hold"/>
                                        <p:tgtEl>
                                          <p:spTgt spid="37"/>
                                        </p:tgtEl>
                                        <p:attrNameLst>
                                          <p:attrName>ppt_y</p:attrName>
                                        </p:attrNameLst>
                                      </p:cBhvr>
                                      <p:tavLst>
                                        <p:tav tm="0">
                                          <p:val>
                                            <p:strVal val="#ppt_y"/>
                                          </p:val>
                                        </p:tav>
                                        <p:tav tm="100000">
                                          <p:val>
                                            <p:strVal val="#ppt_y"/>
                                          </p:val>
                                        </p:tav>
                                      </p:tavLst>
                                    </p:anim>
                                  </p:childTnLst>
                                </p:cTn>
                              </p:par>
                              <p:par>
                                <p:cTn id="58" presetID="10" presetClass="exit" presetSubtype="0" fill="hold" grpId="1" nodeType="withEffect">
                                  <p:stCondLst>
                                    <p:cond delay="0"/>
                                  </p:stCondLst>
                                  <p:childTnLst>
                                    <p:animEffect transition="out" filter="fade">
                                      <p:cBhvr>
                                        <p:cTn id="59" dur="500"/>
                                        <p:tgtEl>
                                          <p:spTgt spid="37"/>
                                        </p:tgtEl>
                                      </p:cBhvr>
                                    </p:animEffect>
                                    <p:set>
                                      <p:cBhvr>
                                        <p:cTn id="60" dur="1" fill="hold">
                                          <p:stCondLst>
                                            <p:cond delay="499"/>
                                          </p:stCondLst>
                                        </p:cTn>
                                        <p:tgtEl>
                                          <p:spTgt spid="37"/>
                                        </p:tgtEl>
                                        <p:attrNameLst>
                                          <p:attrName>style.visibility</p:attrName>
                                        </p:attrNameLst>
                                      </p:cBhvr>
                                      <p:to>
                                        <p:strVal val="hidden"/>
                                      </p:to>
                                    </p:set>
                                  </p:childTnLst>
                                </p:cTn>
                              </p:par>
                              <p:par>
                                <p:cTn id="61" presetID="2" presetClass="entr" presetSubtype="2" fill="hold" grpId="0" nodeType="withEffect">
                                  <p:stCondLst>
                                    <p:cond delay="600"/>
                                  </p:stCondLst>
                                  <p:childTnLst>
                                    <p:set>
                                      <p:cBhvr>
                                        <p:cTn id="62" dur="1" fill="hold">
                                          <p:stCondLst>
                                            <p:cond delay="0"/>
                                          </p:stCondLst>
                                        </p:cTn>
                                        <p:tgtEl>
                                          <p:spTgt spid="38"/>
                                        </p:tgtEl>
                                        <p:attrNameLst>
                                          <p:attrName>style.visibility</p:attrName>
                                        </p:attrNameLst>
                                      </p:cBhvr>
                                      <p:to>
                                        <p:strVal val="visible"/>
                                      </p:to>
                                    </p:set>
                                    <p:anim calcmode="lin" valueType="num">
                                      <p:cBhvr additive="base">
                                        <p:cTn id="63" dur="500" fill="hold"/>
                                        <p:tgtEl>
                                          <p:spTgt spid="38"/>
                                        </p:tgtEl>
                                        <p:attrNameLst>
                                          <p:attrName>ppt_x</p:attrName>
                                        </p:attrNameLst>
                                      </p:cBhvr>
                                      <p:tavLst>
                                        <p:tav tm="0">
                                          <p:val>
                                            <p:strVal val="1+#ppt_w/2"/>
                                          </p:val>
                                        </p:tav>
                                        <p:tav tm="100000">
                                          <p:val>
                                            <p:strVal val="#ppt_x"/>
                                          </p:val>
                                        </p:tav>
                                      </p:tavLst>
                                    </p:anim>
                                    <p:anim calcmode="lin" valueType="num">
                                      <p:cBhvr additive="base">
                                        <p:cTn id="64" dur="500" fill="hold"/>
                                        <p:tgtEl>
                                          <p:spTgt spid="38"/>
                                        </p:tgtEl>
                                        <p:attrNameLst>
                                          <p:attrName>ppt_y</p:attrName>
                                        </p:attrNameLst>
                                      </p:cBhvr>
                                      <p:tavLst>
                                        <p:tav tm="0">
                                          <p:val>
                                            <p:strVal val="#ppt_y"/>
                                          </p:val>
                                        </p:tav>
                                        <p:tav tm="100000">
                                          <p:val>
                                            <p:strVal val="#ppt_y"/>
                                          </p:val>
                                        </p:tav>
                                      </p:tavLst>
                                    </p:anim>
                                  </p:childTnLst>
                                </p:cTn>
                              </p:par>
                              <p:par>
                                <p:cTn id="65" presetID="10" presetClass="exit" presetSubtype="0" fill="hold" grpId="1" nodeType="withEffect">
                                  <p:stCondLst>
                                    <p:cond delay="0"/>
                                  </p:stCondLst>
                                  <p:childTnLst>
                                    <p:animEffect transition="out" filter="fade">
                                      <p:cBhvr>
                                        <p:cTn id="66" dur="500"/>
                                        <p:tgtEl>
                                          <p:spTgt spid="38"/>
                                        </p:tgtEl>
                                      </p:cBhvr>
                                    </p:animEffect>
                                    <p:set>
                                      <p:cBhvr>
                                        <p:cTn id="67" dur="1" fill="hold">
                                          <p:stCondLst>
                                            <p:cond delay="499"/>
                                          </p:stCondLst>
                                        </p:cTn>
                                        <p:tgtEl>
                                          <p:spTgt spid="38"/>
                                        </p:tgtEl>
                                        <p:attrNameLst>
                                          <p:attrName>style.visibility</p:attrName>
                                        </p:attrNameLst>
                                      </p:cBhvr>
                                      <p:to>
                                        <p:strVal val="hidden"/>
                                      </p:to>
                                    </p:set>
                                  </p:childTnLst>
                                </p:cTn>
                              </p:par>
                              <p:par>
                                <p:cTn id="68" presetID="2" presetClass="entr" presetSubtype="2" fill="hold" grpId="0" nodeType="withEffect">
                                  <p:stCondLst>
                                    <p:cond delay="600"/>
                                  </p:stCondLst>
                                  <p:childTnLst>
                                    <p:set>
                                      <p:cBhvr>
                                        <p:cTn id="69" dur="1" fill="hold">
                                          <p:stCondLst>
                                            <p:cond delay="0"/>
                                          </p:stCondLst>
                                        </p:cTn>
                                        <p:tgtEl>
                                          <p:spTgt spid="39"/>
                                        </p:tgtEl>
                                        <p:attrNameLst>
                                          <p:attrName>style.visibility</p:attrName>
                                        </p:attrNameLst>
                                      </p:cBhvr>
                                      <p:to>
                                        <p:strVal val="visible"/>
                                      </p:to>
                                    </p:set>
                                    <p:anim calcmode="lin" valueType="num">
                                      <p:cBhvr additive="base">
                                        <p:cTn id="70" dur="500" fill="hold"/>
                                        <p:tgtEl>
                                          <p:spTgt spid="39"/>
                                        </p:tgtEl>
                                        <p:attrNameLst>
                                          <p:attrName>ppt_x</p:attrName>
                                        </p:attrNameLst>
                                      </p:cBhvr>
                                      <p:tavLst>
                                        <p:tav tm="0">
                                          <p:val>
                                            <p:strVal val="1+#ppt_w/2"/>
                                          </p:val>
                                        </p:tav>
                                        <p:tav tm="100000">
                                          <p:val>
                                            <p:strVal val="#ppt_x"/>
                                          </p:val>
                                        </p:tav>
                                      </p:tavLst>
                                    </p:anim>
                                    <p:anim calcmode="lin" valueType="num">
                                      <p:cBhvr additive="base">
                                        <p:cTn id="71" dur="500" fill="hold"/>
                                        <p:tgtEl>
                                          <p:spTgt spid="39"/>
                                        </p:tgtEl>
                                        <p:attrNameLst>
                                          <p:attrName>ppt_y</p:attrName>
                                        </p:attrNameLst>
                                      </p:cBhvr>
                                      <p:tavLst>
                                        <p:tav tm="0">
                                          <p:val>
                                            <p:strVal val="#ppt_y"/>
                                          </p:val>
                                        </p:tav>
                                        <p:tav tm="100000">
                                          <p:val>
                                            <p:strVal val="#ppt_y"/>
                                          </p:val>
                                        </p:tav>
                                      </p:tavLst>
                                    </p:anim>
                                  </p:childTnLst>
                                </p:cTn>
                              </p:par>
                              <p:par>
                                <p:cTn id="72" presetID="10" presetClass="exit" presetSubtype="0" fill="hold" grpId="1" nodeType="withEffect">
                                  <p:stCondLst>
                                    <p:cond delay="0"/>
                                  </p:stCondLst>
                                  <p:childTnLst>
                                    <p:animEffect transition="out" filter="fade">
                                      <p:cBhvr>
                                        <p:cTn id="73" dur="500"/>
                                        <p:tgtEl>
                                          <p:spTgt spid="39"/>
                                        </p:tgtEl>
                                      </p:cBhvr>
                                    </p:animEffect>
                                    <p:set>
                                      <p:cBhvr>
                                        <p:cTn id="74" dur="1" fill="hold">
                                          <p:stCondLst>
                                            <p:cond delay="499"/>
                                          </p:stCondLst>
                                        </p:cTn>
                                        <p:tgtEl>
                                          <p:spTgt spid="39"/>
                                        </p:tgtEl>
                                        <p:attrNameLst>
                                          <p:attrName>style.visibility</p:attrName>
                                        </p:attrNameLst>
                                      </p:cBhvr>
                                      <p:to>
                                        <p:strVal val="hidden"/>
                                      </p:to>
                                    </p:set>
                                  </p:childTnLst>
                                </p:cTn>
                              </p:par>
                              <p:par>
                                <p:cTn id="75" presetID="2" presetClass="entr" presetSubtype="2" fill="hold" grpId="0" nodeType="withEffect">
                                  <p:stCondLst>
                                    <p:cond delay="600"/>
                                  </p:stCondLst>
                                  <p:childTnLst>
                                    <p:set>
                                      <p:cBhvr>
                                        <p:cTn id="76" dur="1" fill="hold">
                                          <p:stCondLst>
                                            <p:cond delay="0"/>
                                          </p:stCondLst>
                                        </p:cTn>
                                        <p:tgtEl>
                                          <p:spTgt spid="40"/>
                                        </p:tgtEl>
                                        <p:attrNameLst>
                                          <p:attrName>style.visibility</p:attrName>
                                        </p:attrNameLst>
                                      </p:cBhvr>
                                      <p:to>
                                        <p:strVal val="visible"/>
                                      </p:to>
                                    </p:set>
                                    <p:anim calcmode="lin" valueType="num">
                                      <p:cBhvr additive="base">
                                        <p:cTn id="77" dur="500" fill="hold"/>
                                        <p:tgtEl>
                                          <p:spTgt spid="40"/>
                                        </p:tgtEl>
                                        <p:attrNameLst>
                                          <p:attrName>ppt_x</p:attrName>
                                        </p:attrNameLst>
                                      </p:cBhvr>
                                      <p:tavLst>
                                        <p:tav tm="0">
                                          <p:val>
                                            <p:strVal val="1+#ppt_w/2"/>
                                          </p:val>
                                        </p:tav>
                                        <p:tav tm="100000">
                                          <p:val>
                                            <p:strVal val="#ppt_x"/>
                                          </p:val>
                                        </p:tav>
                                      </p:tavLst>
                                    </p:anim>
                                    <p:anim calcmode="lin" valueType="num">
                                      <p:cBhvr additive="base">
                                        <p:cTn id="78" dur="500" fill="hold"/>
                                        <p:tgtEl>
                                          <p:spTgt spid="40"/>
                                        </p:tgtEl>
                                        <p:attrNameLst>
                                          <p:attrName>ppt_y</p:attrName>
                                        </p:attrNameLst>
                                      </p:cBhvr>
                                      <p:tavLst>
                                        <p:tav tm="0">
                                          <p:val>
                                            <p:strVal val="#ppt_y"/>
                                          </p:val>
                                        </p:tav>
                                        <p:tav tm="100000">
                                          <p:val>
                                            <p:strVal val="#ppt_y"/>
                                          </p:val>
                                        </p:tav>
                                      </p:tavLst>
                                    </p:anim>
                                  </p:childTnLst>
                                </p:cTn>
                              </p:par>
                              <p:par>
                                <p:cTn id="79" presetID="10" presetClass="exit" presetSubtype="0" fill="hold" grpId="1" nodeType="withEffect">
                                  <p:stCondLst>
                                    <p:cond delay="0"/>
                                  </p:stCondLst>
                                  <p:childTnLst>
                                    <p:animEffect transition="out" filter="fade">
                                      <p:cBhvr>
                                        <p:cTn id="80" dur="500"/>
                                        <p:tgtEl>
                                          <p:spTgt spid="40"/>
                                        </p:tgtEl>
                                      </p:cBhvr>
                                    </p:animEffect>
                                    <p:set>
                                      <p:cBhvr>
                                        <p:cTn id="81" dur="1" fill="hold">
                                          <p:stCondLst>
                                            <p:cond delay="499"/>
                                          </p:stCondLst>
                                        </p:cTn>
                                        <p:tgtEl>
                                          <p:spTgt spid="40"/>
                                        </p:tgtEl>
                                        <p:attrNameLst>
                                          <p:attrName>style.visibility</p:attrName>
                                        </p:attrNameLst>
                                      </p:cBhvr>
                                      <p:to>
                                        <p:strVal val="hidden"/>
                                      </p:to>
                                    </p:set>
                                  </p:childTnLst>
                                </p:cTn>
                              </p:par>
                              <p:par>
                                <p:cTn id="82" presetID="2" presetClass="entr" presetSubtype="2" fill="hold" grpId="0" nodeType="withEffect">
                                  <p:stCondLst>
                                    <p:cond delay="600"/>
                                  </p:stCondLst>
                                  <p:childTnLst>
                                    <p:set>
                                      <p:cBhvr>
                                        <p:cTn id="83" dur="1" fill="hold">
                                          <p:stCondLst>
                                            <p:cond delay="0"/>
                                          </p:stCondLst>
                                        </p:cTn>
                                        <p:tgtEl>
                                          <p:spTgt spid="43"/>
                                        </p:tgtEl>
                                        <p:attrNameLst>
                                          <p:attrName>style.visibility</p:attrName>
                                        </p:attrNameLst>
                                      </p:cBhvr>
                                      <p:to>
                                        <p:strVal val="visible"/>
                                      </p:to>
                                    </p:set>
                                    <p:anim calcmode="lin" valueType="num">
                                      <p:cBhvr additive="base">
                                        <p:cTn id="84" dur="500" fill="hold"/>
                                        <p:tgtEl>
                                          <p:spTgt spid="43"/>
                                        </p:tgtEl>
                                        <p:attrNameLst>
                                          <p:attrName>ppt_x</p:attrName>
                                        </p:attrNameLst>
                                      </p:cBhvr>
                                      <p:tavLst>
                                        <p:tav tm="0">
                                          <p:val>
                                            <p:strVal val="1+#ppt_w/2"/>
                                          </p:val>
                                        </p:tav>
                                        <p:tav tm="100000">
                                          <p:val>
                                            <p:strVal val="#ppt_x"/>
                                          </p:val>
                                        </p:tav>
                                      </p:tavLst>
                                    </p:anim>
                                    <p:anim calcmode="lin" valueType="num">
                                      <p:cBhvr additive="base">
                                        <p:cTn id="85" dur="500" fill="hold"/>
                                        <p:tgtEl>
                                          <p:spTgt spid="43"/>
                                        </p:tgtEl>
                                        <p:attrNameLst>
                                          <p:attrName>ppt_y</p:attrName>
                                        </p:attrNameLst>
                                      </p:cBhvr>
                                      <p:tavLst>
                                        <p:tav tm="0">
                                          <p:val>
                                            <p:strVal val="#ppt_y"/>
                                          </p:val>
                                        </p:tav>
                                        <p:tav tm="100000">
                                          <p:val>
                                            <p:strVal val="#ppt_y"/>
                                          </p:val>
                                        </p:tav>
                                      </p:tavLst>
                                    </p:anim>
                                  </p:childTnLst>
                                </p:cTn>
                              </p:par>
                              <p:par>
                                <p:cTn id="86" presetID="10" presetClass="exit" presetSubtype="0" fill="hold" grpId="1" nodeType="withEffect">
                                  <p:stCondLst>
                                    <p:cond delay="0"/>
                                  </p:stCondLst>
                                  <p:childTnLst>
                                    <p:animEffect transition="out" filter="fade">
                                      <p:cBhvr>
                                        <p:cTn id="87" dur="500"/>
                                        <p:tgtEl>
                                          <p:spTgt spid="43"/>
                                        </p:tgtEl>
                                      </p:cBhvr>
                                    </p:animEffect>
                                    <p:set>
                                      <p:cBhvr>
                                        <p:cTn id="88" dur="1" fill="hold">
                                          <p:stCondLst>
                                            <p:cond delay="499"/>
                                          </p:stCondLst>
                                        </p:cTn>
                                        <p:tgtEl>
                                          <p:spTgt spid="43"/>
                                        </p:tgtEl>
                                        <p:attrNameLst>
                                          <p:attrName>style.visibility</p:attrName>
                                        </p:attrNameLst>
                                      </p:cBhvr>
                                      <p:to>
                                        <p:strVal val="hidden"/>
                                      </p:to>
                                    </p:set>
                                  </p:childTnLst>
                                </p:cTn>
                              </p:par>
                              <p:par>
                                <p:cTn id="89" presetID="2" presetClass="entr" presetSubtype="2" fill="hold" grpId="0" nodeType="withEffect">
                                  <p:stCondLst>
                                    <p:cond delay="600"/>
                                  </p:stCondLst>
                                  <p:childTnLst>
                                    <p:set>
                                      <p:cBhvr>
                                        <p:cTn id="90" dur="1" fill="hold">
                                          <p:stCondLst>
                                            <p:cond delay="0"/>
                                          </p:stCondLst>
                                        </p:cTn>
                                        <p:tgtEl>
                                          <p:spTgt spid="45"/>
                                        </p:tgtEl>
                                        <p:attrNameLst>
                                          <p:attrName>style.visibility</p:attrName>
                                        </p:attrNameLst>
                                      </p:cBhvr>
                                      <p:to>
                                        <p:strVal val="visible"/>
                                      </p:to>
                                    </p:set>
                                    <p:anim calcmode="lin" valueType="num">
                                      <p:cBhvr additive="base">
                                        <p:cTn id="91" dur="500" fill="hold"/>
                                        <p:tgtEl>
                                          <p:spTgt spid="45"/>
                                        </p:tgtEl>
                                        <p:attrNameLst>
                                          <p:attrName>ppt_x</p:attrName>
                                        </p:attrNameLst>
                                      </p:cBhvr>
                                      <p:tavLst>
                                        <p:tav tm="0">
                                          <p:val>
                                            <p:strVal val="1+#ppt_w/2"/>
                                          </p:val>
                                        </p:tav>
                                        <p:tav tm="100000">
                                          <p:val>
                                            <p:strVal val="#ppt_x"/>
                                          </p:val>
                                        </p:tav>
                                      </p:tavLst>
                                    </p:anim>
                                    <p:anim calcmode="lin" valueType="num">
                                      <p:cBhvr additive="base">
                                        <p:cTn id="92" dur="500" fill="hold"/>
                                        <p:tgtEl>
                                          <p:spTgt spid="45"/>
                                        </p:tgtEl>
                                        <p:attrNameLst>
                                          <p:attrName>ppt_y</p:attrName>
                                        </p:attrNameLst>
                                      </p:cBhvr>
                                      <p:tavLst>
                                        <p:tav tm="0">
                                          <p:val>
                                            <p:strVal val="#ppt_y"/>
                                          </p:val>
                                        </p:tav>
                                        <p:tav tm="100000">
                                          <p:val>
                                            <p:strVal val="#ppt_y"/>
                                          </p:val>
                                        </p:tav>
                                      </p:tavLst>
                                    </p:anim>
                                  </p:childTnLst>
                                </p:cTn>
                              </p:par>
                              <p:par>
                                <p:cTn id="93" presetID="10" presetClass="exit" presetSubtype="0" fill="hold" grpId="1" nodeType="withEffect">
                                  <p:stCondLst>
                                    <p:cond delay="0"/>
                                  </p:stCondLst>
                                  <p:childTnLst>
                                    <p:animEffect transition="out" filter="fade">
                                      <p:cBhvr>
                                        <p:cTn id="94" dur="500"/>
                                        <p:tgtEl>
                                          <p:spTgt spid="45"/>
                                        </p:tgtEl>
                                      </p:cBhvr>
                                    </p:animEffect>
                                    <p:set>
                                      <p:cBhvr>
                                        <p:cTn id="95" dur="1" fill="hold">
                                          <p:stCondLst>
                                            <p:cond delay="499"/>
                                          </p:stCondLst>
                                        </p:cTn>
                                        <p:tgtEl>
                                          <p:spTgt spid="45"/>
                                        </p:tgtEl>
                                        <p:attrNameLst>
                                          <p:attrName>style.visibility</p:attrName>
                                        </p:attrNameLst>
                                      </p:cBhvr>
                                      <p:to>
                                        <p:strVal val="hidden"/>
                                      </p:to>
                                    </p:set>
                                  </p:childTnLst>
                                </p:cTn>
                              </p:par>
                              <p:par>
                                <p:cTn id="96" presetID="2" presetClass="entr" presetSubtype="2" fill="hold" grpId="0" nodeType="withEffect">
                                  <p:stCondLst>
                                    <p:cond delay="600"/>
                                  </p:stCondLst>
                                  <p:childTnLst>
                                    <p:set>
                                      <p:cBhvr>
                                        <p:cTn id="97" dur="1" fill="hold">
                                          <p:stCondLst>
                                            <p:cond delay="0"/>
                                          </p:stCondLst>
                                        </p:cTn>
                                        <p:tgtEl>
                                          <p:spTgt spid="47"/>
                                        </p:tgtEl>
                                        <p:attrNameLst>
                                          <p:attrName>style.visibility</p:attrName>
                                        </p:attrNameLst>
                                      </p:cBhvr>
                                      <p:to>
                                        <p:strVal val="visible"/>
                                      </p:to>
                                    </p:set>
                                    <p:anim calcmode="lin" valueType="num">
                                      <p:cBhvr additive="base">
                                        <p:cTn id="98" dur="500" fill="hold"/>
                                        <p:tgtEl>
                                          <p:spTgt spid="47"/>
                                        </p:tgtEl>
                                        <p:attrNameLst>
                                          <p:attrName>ppt_x</p:attrName>
                                        </p:attrNameLst>
                                      </p:cBhvr>
                                      <p:tavLst>
                                        <p:tav tm="0">
                                          <p:val>
                                            <p:strVal val="1+#ppt_w/2"/>
                                          </p:val>
                                        </p:tav>
                                        <p:tav tm="100000">
                                          <p:val>
                                            <p:strVal val="#ppt_x"/>
                                          </p:val>
                                        </p:tav>
                                      </p:tavLst>
                                    </p:anim>
                                    <p:anim calcmode="lin" valueType="num">
                                      <p:cBhvr additive="base">
                                        <p:cTn id="99" dur="500" fill="hold"/>
                                        <p:tgtEl>
                                          <p:spTgt spid="47"/>
                                        </p:tgtEl>
                                        <p:attrNameLst>
                                          <p:attrName>ppt_y</p:attrName>
                                        </p:attrNameLst>
                                      </p:cBhvr>
                                      <p:tavLst>
                                        <p:tav tm="0">
                                          <p:val>
                                            <p:strVal val="#ppt_y"/>
                                          </p:val>
                                        </p:tav>
                                        <p:tav tm="100000">
                                          <p:val>
                                            <p:strVal val="#ppt_y"/>
                                          </p:val>
                                        </p:tav>
                                      </p:tavLst>
                                    </p:anim>
                                  </p:childTnLst>
                                </p:cTn>
                              </p:par>
                              <p:par>
                                <p:cTn id="100" presetID="10" presetClass="exit" presetSubtype="0" fill="hold" grpId="1" nodeType="withEffect">
                                  <p:stCondLst>
                                    <p:cond delay="0"/>
                                  </p:stCondLst>
                                  <p:childTnLst>
                                    <p:animEffect transition="out" filter="fade">
                                      <p:cBhvr>
                                        <p:cTn id="101" dur="500"/>
                                        <p:tgtEl>
                                          <p:spTgt spid="47"/>
                                        </p:tgtEl>
                                      </p:cBhvr>
                                    </p:animEffect>
                                    <p:set>
                                      <p:cBhvr>
                                        <p:cTn id="102" dur="1" fill="hold">
                                          <p:stCondLst>
                                            <p:cond delay="499"/>
                                          </p:stCondLst>
                                        </p:cTn>
                                        <p:tgtEl>
                                          <p:spTgt spid="47"/>
                                        </p:tgtEl>
                                        <p:attrNameLst>
                                          <p:attrName>style.visibility</p:attrName>
                                        </p:attrNameLst>
                                      </p:cBhvr>
                                      <p:to>
                                        <p:strVal val="hidden"/>
                                      </p:to>
                                    </p:set>
                                  </p:childTnLst>
                                </p:cTn>
                              </p:par>
                              <p:par>
                                <p:cTn id="103" presetID="2" presetClass="entr" presetSubtype="2" fill="hold" grpId="0" nodeType="withEffect">
                                  <p:stCondLst>
                                    <p:cond delay="600"/>
                                  </p:stCondLst>
                                  <p:childTnLst>
                                    <p:set>
                                      <p:cBhvr>
                                        <p:cTn id="104" dur="1" fill="hold">
                                          <p:stCondLst>
                                            <p:cond delay="0"/>
                                          </p:stCondLst>
                                        </p:cTn>
                                        <p:tgtEl>
                                          <p:spTgt spid="49"/>
                                        </p:tgtEl>
                                        <p:attrNameLst>
                                          <p:attrName>style.visibility</p:attrName>
                                        </p:attrNameLst>
                                      </p:cBhvr>
                                      <p:to>
                                        <p:strVal val="visible"/>
                                      </p:to>
                                    </p:set>
                                    <p:anim calcmode="lin" valueType="num">
                                      <p:cBhvr additive="base">
                                        <p:cTn id="105" dur="500" fill="hold"/>
                                        <p:tgtEl>
                                          <p:spTgt spid="49"/>
                                        </p:tgtEl>
                                        <p:attrNameLst>
                                          <p:attrName>ppt_x</p:attrName>
                                        </p:attrNameLst>
                                      </p:cBhvr>
                                      <p:tavLst>
                                        <p:tav tm="0">
                                          <p:val>
                                            <p:strVal val="1+#ppt_w/2"/>
                                          </p:val>
                                        </p:tav>
                                        <p:tav tm="100000">
                                          <p:val>
                                            <p:strVal val="#ppt_x"/>
                                          </p:val>
                                        </p:tav>
                                      </p:tavLst>
                                    </p:anim>
                                    <p:anim calcmode="lin" valueType="num">
                                      <p:cBhvr additive="base">
                                        <p:cTn id="106" dur="500" fill="hold"/>
                                        <p:tgtEl>
                                          <p:spTgt spid="49"/>
                                        </p:tgtEl>
                                        <p:attrNameLst>
                                          <p:attrName>ppt_y</p:attrName>
                                        </p:attrNameLst>
                                      </p:cBhvr>
                                      <p:tavLst>
                                        <p:tav tm="0">
                                          <p:val>
                                            <p:strVal val="#ppt_y"/>
                                          </p:val>
                                        </p:tav>
                                        <p:tav tm="100000">
                                          <p:val>
                                            <p:strVal val="#ppt_y"/>
                                          </p:val>
                                        </p:tav>
                                      </p:tavLst>
                                    </p:anim>
                                  </p:childTnLst>
                                </p:cTn>
                              </p:par>
                              <p:par>
                                <p:cTn id="107" presetID="10" presetClass="exit" presetSubtype="0" fill="hold" grpId="1" nodeType="withEffect">
                                  <p:stCondLst>
                                    <p:cond delay="0"/>
                                  </p:stCondLst>
                                  <p:childTnLst>
                                    <p:animEffect transition="out" filter="fade">
                                      <p:cBhvr>
                                        <p:cTn id="108" dur="500"/>
                                        <p:tgtEl>
                                          <p:spTgt spid="49"/>
                                        </p:tgtEl>
                                      </p:cBhvr>
                                    </p:animEffect>
                                    <p:set>
                                      <p:cBhvr>
                                        <p:cTn id="109" dur="1" fill="hold">
                                          <p:stCondLst>
                                            <p:cond delay="499"/>
                                          </p:stCondLst>
                                        </p:cTn>
                                        <p:tgtEl>
                                          <p:spTgt spid="49"/>
                                        </p:tgtEl>
                                        <p:attrNameLst>
                                          <p:attrName>style.visibility</p:attrName>
                                        </p:attrNameLst>
                                      </p:cBhvr>
                                      <p:to>
                                        <p:strVal val="hidden"/>
                                      </p:to>
                                    </p:set>
                                  </p:childTnLst>
                                </p:cTn>
                              </p:par>
                              <p:par>
                                <p:cTn id="110" presetID="2" presetClass="entr" presetSubtype="2" fill="hold" grpId="0" nodeType="withEffect">
                                  <p:stCondLst>
                                    <p:cond delay="600"/>
                                  </p:stCondLst>
                                  <p:childTnLst>
                                    <p:set>
                                      <p:cBhvr>
                                        <p:cTn id="111" dur="1" fill="hold">
                                          <p:stCondLst>
                                            <p:cond delay="0"/>
                                          </p:stCondLst>
                                        </p:cTn>
                                        <p:tgtEl>
                                          <p:spTgt spid="51"/>
                                        </p:tgtEl>
                                        <p:attrNameLst>
                                          <p:attrName>style.visibility</p:attrName>
                                        </p:attrNameLst>
                                      </p:cBhvr>
                                      <p:to>
                                        <p:strVal val="visible"/>
                                      </p:to>
                                    </p:set>
                                    <p:anim calcmode="lin" valueType="num">
                                      <p:cBhvr additive="base">
                                        <p:cTn id="112" dur="500" fill="hold"/>
                                        <p:tgtEl>
                                          <p:spTgt spid="51"/>
                                        </p:tgtEl>
                                        <p:attrNameLst>
                                          <p:attrName>ppt_x</p:attrName>
                                        </p:attrNameLst>
                                      </p:cBhvr>
                                      <p:tavLst>
                                        <p:tav tm="0">
                                          <p:val>
                                            <p:strVal val="1+#ppt_w/2"/>
                                          </p:val>
                                        </p:tav>
                                        <p:tav tm="100000">
                                          <p:val>
                                            <p:strVal val="#ppt_x"/>
                                          </p:val>
                                        </p:tav>
                                      </p:tavLst>
                                    </p:anim>
                                    <p:anim calcmode="lin" valueType="num">
                                      <p:cBhvr additive="base">
                                        <p:cTn id="113" dur="500" fill="hold"/>
                                        <p:tgtEl>
                                          <p:spTgt spid="51"/>
                                        </p:tgtEl>
                                        <p:attrNameLst>
                                          <p:attrName>ppt_y</p:attrName>
                                        </p:attrNameLst>
                                      </p:cBhvr>
                                      <p:tavLst>
                                        <p:tav tm="0">
                                          <p:val>
                                            <p:strVal val="#ppt_y"/>
                                          </p:val>
                                        </p:tav>
                                        <p:tav tm="100000">
                                          <p:val>
                                            <p:strVal val="#ppt_y"/>
                                          </p:val>
                                        </p:tav>
                                      </p:tavLst>
                                    </p:anim>
                                  </p:childTnLst>
                                </p:cTn>
                              </p:par>
                              <p:par>
                                <p:cTn id="114" presetID="10" presetClass="exit" presetSubtype="0" fill="hold" grpId="1" nodeType="withEffect">
                                  <p:stCondLst>
                                    <p:cond delay="0"/>
                                  </p:stCondLst>
                                  <p:childTnLst>
                                    <p:animEffect transition="out" filter="fade">
                                      <p:cBhvr>
                                        <p:cTn id="115" dur="500"/>
                                        <p:tgtEl>
                                          <p:spTgt spid="51"/>
                                        </p:tgtEl>
                                      </p:cBhvr>
                                    </p:animEffect>
                                    <p:set>
                                      <p:cBhvr>
                                        <p:cTn id="116" dur="1" fill="hold">
                                          <p:stCondLst>
                                            <p:cond delay="499"/>
                                          </p:stCondLst>
                                        </p:cTn>
                                        <p:tgtEl>
                                          <p:spTgt spid="5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1" grpId="0" animBg="1"/>
      <p:bldP spid="21" grpId="1" animBg="1"/>
      <p:bldP spid="3" grpId="0" animBg="1"/>
      <p:bldP spid="3" grpId="1" animBg="1"/>
      <p:bldP spid="30" grpId="0" animBg="1"/>
      <p:bldP spid="30" grpId="1" animBg="1"/>
      <p:bldP spid="34" grpId="0" animBg="1"/>
      <p:bldP spid="34" grpId="1" animBg="1"/>
      <p:bldP spid="35" grpId="0" animBg="1"/>
      <p:bldP spid="35" grpId="1" animBg="1"/>
      <p:bldP spid="36" grpId="0" animBg="1"/>
      <p:bldP spid="36" grpId="1" animBg="1"/>
      <p:bldP spid="37" grpId="0" animBg="1"/>
      <p:bldP spid="37" grpId="1" animBg="1"/>
      <p:bldP spid="38" grpId="0" animBg="1"/>
      <p:bldP spid="38" grpId="1" animBg="1"/>
      <p:bldP spid="39" grpId="0" animBg="1"/>
      <p:bldP spid="39" grpId="1" animBg="1"/>
      <p:bldP spid="40" grpId="0" animBg="1"/>
      <p:bldP spid="40" grpId="1" animBg="1"/>
      <p:bldP spid="43" grpId="0" animBg="1"/>
      <p:bldP spid="43" grpId="1" animBg="1"/>
      <p:bldP spid="45" grpId="0" animBg="1"/>
      <p:bldP spid="45" grpId="1" animBg="1"/>
      <p:bldP spid="47" grpId="0" animBg="1"/>
      <p:bldP spid="47" grpId="1" animBg="1"/>
      <p:bldP spid="49" grpId="0" animBg="1"/>
      <p:bldP spid="49" grpId="1" animBg="1"/>
      <p:bldP spid="51" grpId="0" animBg="1"/>
      <p:bldP spid="51"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8000"/>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888E68E1-64F4-C7DC-9D9B-1BFB0FA19BA1}"/>
              </a:ext>
            </a:extLst>
          </p:cNvPr>
          <p:cNvSpPr/>
          <p:nvPr/>
        </p:nvSpPr>
        <p:spPr>
          <a:xfrm>
            <a:off x="541073" y="1398147"/>
            <a:ext cx="10536501" cy="625403"/>
          </a:xfrm>
          <a:prstGeom prst="rect">
            <a:avLst/>
          </a:prstGeom>
          <a:gradFill>
            <a:gsLst>
              <a:gs pos="8000">
                <a:srgbClr val="006666"/>
              </a:gs>
              <a:gs pos="48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21" name="正方形/長方形 20">
            <a:extLst>
              <a:ext uri="{FF2B5EF4-FFF2-40B4-BE49-F238E27FC236}">
                <a16:creationId xmlns:a16="http://schemas.microsoft.com/office/drawing/2014/main" id="{D8535294-CB8E-AC5B-33BB-8CC737D6EB1E}"/>
              </a:ext>
            </a:extLst>
          </p:cNvPr>
          <p:cNvSpPr/>
          <p:nvPr/>
        </p:nvSpPr>
        <p:spPr>
          <a:xfrm>
            <a:off x="541073" y="984962"/>
            <a:ext cx="6885311" cy="413185"/>
          </a:xfrm>
          <a:prstGeom prst="rect">
            <a:avLst/>
          </a:prstGeom>
          <a:gradFill>
            <a:gsLst>
              <a:gs pos="86000">
                <a:srgbClr val="004846"/>
              </a:gs>
              <a:gs pos="100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a:solidFill>
                <a:schemeClr val="bg1"/>
              </a:solidFill>
            </a:endParaRPr>
          </a:p>
        </p:txBody>
      </p:sp>
      <p:sp>
        <p:nvSpPr>
          <p:cNvPr id="5" name="テキスト ボックス 4">
            <a:extLst>
              <a:ext uri="{FF2B5EF4-FFF2-40B4-BE49-F238E27FC236}">
                <a16:creationId xmlns:a16="http://schemas.microsoft.com/office/drawing/2014/main" id="{FF481A78-0663-808F-B26C-C4647510C417}"/>
              </a:ext>
            </a:extLst>
          </p:cNvPr>
          <p:cNvSpPr txBox="1"/>
          <p:nvPr/>
        </p:nvSpPr>
        <p:spPr>
          <a:xfrm>
            <a:off x="712522" y="1398147"/>
            <a:ext cx="5292435" cy="461665"/>
          </a:xfrm>
          <a:prstGeom prst="rect">
            <a:avLst/>
          </a:prstGeom>
          <a:noFill/>
        </p:spPr>
        <p:txBody>
          <a:bodyPr wrap="square" rtlCol="0">
            <a:spAutoFit/>
          </a:bodyPr>
          <a:lstStyle/>
          <a:p>
            <a:endParaRPr kumimoji="1" lang="ja-JP" altLang="en-US" sz="2400" b="1" dirty="0">
              <a:solidFill>
                <a:schemeClr val="bg1"/>
              </a:solidFill>
              <a:latin typeface="ＭＳ Ｐゴシック" panose="020B0600070205080204" pitchFamily="50" charset="-128"/>
              <a:ea typeface="ＭＳ Ｐゴシック" panose="020B0600070205080204" pitchFamily="50" charset="-128"/>
            </a:endParaRPr>
          </a:p>
        </p:txBody>
      </p:sp>
      <p:sp>
        <p:nvSpPr>
          <p:cNvPr id="20" name="テキスト ボックス 19">
            <a:extLst>
              <a:ext uri="{FF2B5EF4-FFF2-40B4-BE49-F238E27FC236}">
                <a16:creationId xmlns:a16="http://schemas.microsoft.com/office/drawing/2014/main" id="{613F965B-1200-EB06-96A1-C0B5A9AA3FFF}"/>
              </a:ext>
            </a:extLst>
          </p:cNvPr>
          <p:cNvSpPr txBox="1"/>
          <p:nvPr/>
        </p:nvSpPr>
        <p:spPr>
          <a:xfrm>
            <a:off x="541073" y="1034828"/>
            <a:ext cx="2836033" cy="369332"/>
          </a:xfrm>
          <a:prstGeom prst="rect">
            <a:avLst/>
          </a:prstGeom>
          <a:noFill/>
        </p:spPr>
        <p:txBody>
          <a:bodyPr wrap="none" rtlCol="0">
            <a:spAutoFit/>
          </a:bodyPr>
          <a:lstStyle/>
          <a:p>
            <a:r>
              <a:rPr kumimoji="1" lang="en-US" altLang="ja-JP" b="1" dirty="0">
                <a:solidFill>
                  <a:schemeClr val="bg1"/>
                </a:solidFill>
                <a:latin typeface="ＭＳ Ｐゴシック" panose="020B0600070205080204" pitchFamily="50" charset="-128"/>
                <a:ea typeface="ＭＳ Ｐゴシック" panose="020B0600070205080204" pitchFamily="50" charset="-128"/>
              </a:rPr>
              <a:t>A</a:t>
            </a:r>
            <a:r>
              <a:rPr kumimoji="1" lang="ja-JP" altLang="en-US" b="1" dirty="0">
                <a:solidFill>
                  <a:schemeClr val="bg1"/>
                </a:solidFill>
                <a:latin typeface="ＭＳ Ｐゴシック" panose="020B0600070205080204" pitchFamily="50" charset="-128"/>
                <a:ea typeface="ＭＳ Ｐゴシック" panose="020B0600070205080204" pitchFamily="50" charset="-128"/>
              </a:rPr>
              <a:t>級戦スタンダード　準決勝</a:t>
            </a:r>
          </a:p>
        </p:txBody>
      </p:sp>
      <p:pic>
        <p:nvPicPr>
          <p:cNvPr id="19" name="図 18">
            <a:extLst>
              <a:ext uri="{FF2B5EF4-FFF2-40B4-BE49-F238E27FC236}">
                <a16:creationId xmlns:a16="http://schemas.microsoft.com/office/drawing/2014/main" id="{556278A7-1B8B-4296-07B0-351D6A96A508}"/>
              </a:ext>
            </a:extLst>
          </p:cNvPr>
          <p:cNvPicPr>
            <a:picLocks noChangeAspect="1"/>
          </p:cNvPicPr>
          <p:nvPr/>
        </p:nvPicPr>
        <p:blipFill>
          <a:blip r:embed="rId2"/>
          <a:stretch>
            <a:fillRect/>
          </a:stretch>
        </p:blipFill>
        <p:spPr>
          <a:xfrm>
            <a:off x="0" y="0"/>
            <a:ext cx="617273" cy="739204"/>
          </a:xfrm>
          <a:prstGeom prst="rect">
            <a:avLst/>
          </a:prstGeom>
        </p:spPr>
      </p:pic>
      <p:sp>
        <p:nvSpPr>
          <p:cNvPr id="22" name="テキスト ボックス 21">
            <a:extLst>
              <a:ext uri="{FF2B5EF4-FFF2-40B4-BE49-F238E27FC236}">
                <a16:creationId xmlns:a16="http://schemas.microsoft.com/office/drawing/2014/main" id="{695708AE-8DAF-BC8C-BDB7-833AD880BC14}"/>
              </a:ext>
            </a:extLst>
          </p:cNvPr>
          <p:cNvSpPr txBox="1"/>
          <p:nvPr/>
        </p:nvSpPr>
        <p:spPr>
          <a:xfrm>
            <a:off x="541073" y="131820"/>
            <a:ext cx="4826962" cy="369332"/>
          </a:xfrm>
          <a:prstGeom prst="rect">
            <a:avLst/>
          </a:prstGeom>
          <a:noFill/>
        </p:spPr>
        <p:txBody>
          <a:bodyPr wrap="none" rtlCol="0">
            <a:spAutoFit/>
          </a:bodyPr>
          <a:lstStyle/>
          <a:p>
            <a:r>
              <a:rPr kumimoji="1" lang="ja-JP" altLang="en-US" b="1" dirty="0">
                <a:solidFill>
                  <a:srgbClr val="FFFF00"/>
                </a:solidFill>
              </a:rPr>
              <a:t>第</a:t>
            </a:r>
            <a:r>
              <a:rPr kumimoji="1" lang="en-US" altLang="ja-JP" b="1" dirty="0">
                <a:solidFill>
                  <a:srgbClr val="FFFF00"/>
                </a:solidFill>
              </a:rPr>
              <a:t>44</a:t>
            </a:r>
            <a:r>
              <a:rPr kumimoji="1" lang="ja-JP" altLang="en-US" b="1" dirty="0">
                <a:solidFill>
                  <a:srgbClr val="FFFF00"/>
                </a:solidFill>
              </a:rPr>
              <a:t>回三笠宮杯全日本ダンススポーツ選手権</a:t>
            </a:r>
          </a:p>
        </p:txBody>
      </p:sp>
      <p:sp>
        <p:nvSpPr>
          <p:cNvPr id="23" name="テキスト ボックス 22">
            <a:extLst>
              <a:ext uri="{FF2B5EF4-FFF2-40B4-BE49-F238E27FC236}">
                <a16:creationId xmlns:a16="http://schemas.microsoft.com/office/drawing/2014/main" id="{FAFC1C0A-5D4A-8FB5-E2E2-F498AC773736}"/>
              </a:ext>
            </a:extLst>
          </p:cNvPr>
          <p:cNvSpPr txBox="1"/>
          <p:nvPr/>
        </p:nvSpPr>
        <p:spPr>
          <a:xfrm>
            <a:off x="614330" y="1509273"/>
            <a:ext cx="5292435" cy="461665"/>
          </a:xfrm>
          <a:prstGeom prst="rect">
            <a:avLst/>
          </a:prstGeom>
          <a:noFill/>
        </p:spPr>
        <p:txBody>
          <a:bodyPr wrap="square" rtlCol="0">
            <a:spAutoFit/>
          </a:bodyPr>
          <a:lstStyle/>
          <a:p>
            <a:r>
              <a:rPr kumimoji="1" lang="ja-JP" altLang="en-US" sz="2400" b="1" dirty="0">
                <a:solidFill>
                  <a:schemeClr val="bg1"/>
                </a:solidFill>
                <a:latin typeface="ＭＳ Ｐゴシック" panose="020B0600070205080204" pitchFamily="50" charset="-128"/>
                <a:ea typeface="ＭＳ Ｐゴシック" panose="020B0600070205080204" pitchFamily="50" charset="-128"/>
              </a:rPr>
              <a:t>ワルツ　</a:t>
            </a:r>
          </a:p>
        </p:txBody>
      </p:sp>
      <p:sp>
        <p:nvSpPr>
          <p:cNvPr id="24" name="テキスト ボックス 23">
            <a:extLst>
              <a:ext uri="{FF2B5EF4-FFF2-40B4-BE49-F238E27FC236}">
                <a16:creationId xmlns:a16="http://schemas.microsoft.com/office/drawing/2014/main" id="{25FFD4F4-F2FB-76EA-7088-ACE76918D0E0}"/>
              </a:ext>
            </a:extLst>
          </p:cNvPr>
          <p:cNvSpPr txBox="1"/>
          <p:nvPr/>
        </p:nvSpPr>
        <p:spPr>
          <a:xfrm>
            <a:off x="10088232" y="131820"/>
            <a:ext cx="1933543" cy="369332"/>
          </a:xfrm>
          <a:prstGeom prst="rect">
            <a:avLst/>
          </a:prstGeom>
          <a:noFill/>
        </p:spPr>
        <p:txBody>
          <a:bodyPr wrap="none" rtlCol="0">
            <a:spAutoFit/>
          </a:bodyPr>
          <a:lstStyle/>
          <a:p>
            <a:r>
              <a:rPr kumimoji="1" lang="en-US" altLang="ja-JP" b="1" dirty="0">
                <a:solidFill>
                  <a:srgbClr val="FFFF00"/>
                </a:solidFill>
              </a:rPr>
              <a:t>1</a:t>
            </a:r>
            <a:r>
              <a:rPr kumimoji="1" lang="ja-JP" altLang="en-US" b="1" dirty="0">
                <a:solidFill>
                  <a:srgbClr val="FFFF00"/>
                </a:solidFill>
              </a:rPr>
              <a:t>種目目　ワルツ</a:t>
            </a:r>
          </a:p>
        </p:txBody>
      </p:sp>
      <p:sp>
        <p:nvSpPr>
          <p:cNvPr id="3" name="正方形/長方形 2">
            <a:extLst>
              <a:ext uri="{FF2B5EF4-FFF2-40B4-BE49-F238E27FC236}">
                <a16:creationId xmlns:a16="http://schemas.microsoft.com/office/drawing/2014/main" id="{199CDC3E-27E1-A9AC-42A5-AAC54F75B747}"/>
              </a:ext>
            </a:extLst>
          </p:cNvPr>
          <p:cNvSpPr/>
          <p:nvPr/>
        </p:nvSpPr>
        <p:spPr>
          <a:xfrm>
            <a:off x="1153627" y="2433747"/>
            <a:ext cx="9718415" cy="254745"/>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18" name="テキスト ボックス 17">
            <a:extLst>
              <a:ext uri="{FF2B5EF4-FFF2-40B4-BE49-F238E27FC236}">
                <a16:creationId xmlns:a16="http://schemas.microsoft.com/office/drawing/2014/main" id="{FBE7F27C-42FF-B78A-6326-D3BAB8D286DE}"/>
              </a:ext>
            </a:extLst>
          </p:cNvPr>
          <p:cNvSpPr txBox="1"/>
          <p:nvPr/>
        </p:nvSpPr>
        <p:spPr>
          <a:xfrm>
            <a:off x="10080218" y="470335"/>
            <a:ext cx="1941557" cy="369332"/>
          </a:xfrm>
          <a:prstGeom prst="rect">
            <a:avLst/>
          </a:prstGeom>
          <a:noFill/>
        </p:spPr>
        <p:txBody>
          <a:bodyPr wrap="none" rtlCol="0">
            <a:spAutoFit/>
          </a:bodyPr>
          <a:lstStyle/>
          <a:p>
            <a:r>
              <a:rPr kumimoji="1" lang="ja-JP" altLang="en-US" b="1" dirty="0">
                <a:solidFill>
                  <a:srgbClr val="FFFF00"/>
                </a:solidFill>
              </a:rPr>
              <a:t>現在時刻　</a:t>
            </a:r>
            <a:r>
              <a:rPr kumimoji="1" lang="en-US" altLang="ja-JP" b="1" dirty="0">
                <a:solidFill>
                  <a:srgbClr val="FFFF00"/>
                </a:solidFill>
              </a:rPr>
              <a:t>10:38</a:t>
            </a:r>
            <a:endParaRPr kumimoji="1" lang="ja-JP" altLang="en-US" b="1" dirty="0">
              <a:solidFill>
                <a:srgbClr val="FFFF00"/>
              </a:solidFill>
            </a:endParaRPr>
          </a:p>
        </p:txBody>
      </p:sp>
      <p:sp>
        <p:nvSpPr>
          <p:cNvPr id="29" name="テキスト ボックス 28">
            <a:extLst>
              <a:ext uri="{FF2B5EF4-FFF2-40B4-BE49-F238E27FC236}">
                <a16:creationId xmlns:a16="http://schemas.microsoft.com/office/drawing/2014/main" id="{867A1B16-42FE-F0CA-5596-4DBDE7DF3685}"/>
              </a:ext>
            </a:extLst>
          </p:cNvPr>
          <p:cNvSpPr txBox="1"/>
          <p:nvPr/>
        </p:nvSpPr>
        <p:spPr>
          <a:xfrm>
            <a:off x="541073" y="458375"/>
            <a:ext cx="2882520" cy="369332"/>
          </a:xfrm>
          <a:prstGeom prst="rect">
            <a:avLst/>
          </a:prstGeom>
          <a:noFill/>
        </p:spPr>
        <p:txBody>
          <a:bodyPr wrap="none" rtlCol="0">
            <a:spAutoFit/>
          </a:bodyPr>
          <a:lstStyle/>
          <a:p>
            <a:r>
              <a:rPr lang="en-US" altLang="ja-JP" b="1" dirty="0">
                <a:solidFill>
                  <a:srgbClr val="FFFF00"/>
                </a:solidFill>
              </a:rPr>
              <a:t>A</a:t>
            </a:r>
            <a:r>
              <a:rPr lang="ja-JP" altLang="en-US" b="1" dirty="0">
                <a:solidFill>
                  <a:srgbClr val="FFFF00"/>
                </a:solidFill>
              </a:rPr>
              <a:t>級戦スタンダード　決勝</a:t>
            </a:r>
            <a:endParaRPr kumimoji="1" lang="ja-JP" altLang="en-US" b="1" dirty="0">
              <a:solidFill>
                <a:srgbClr val="FFFF00"/>
              </a:solidFill>
            </a:endParaRPr>
          </a:p>
        </p:txBody>
      </p:sp>
      <p:sp>
        <p:nvSpPr>
          <p:cNvPr id="30" name="正方形/長方形 29">
            <a:extLst>
              <a:ext uri="{FF2B5EF4-FFF2-40B4-BE49-F238E27FC236}">
                <a16:creationId xmlns:a16="http://schemas.microsoft.com/office/drawing/2014/main" id="{8C9F22D2-1BFC-A707-A70A-A10DAFCD27DB}"/>
              </a:ext>
            </a:extLst>
          </p:cNvPr>
          <p:cNvSpPr/>
          <p:nvPr/>
        </p:nvSpPr>
        <p:spPr>
          <a:xfrm>
            <a:off x="1114426" y="2044434"/>
            <a:ext cx="9718415" cy="315980"/>
          </a:xfrm>
          <a:prstGeom prst="rect">
            <a:avLst/>
          </a:prstGeom>
          <a:gradFill>
            <a:gsLst>
              <a:gs pos="8000">
                <a:srgbClr val="006666"/>
              </a:gs>
              <a:gs pos="48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31" name="テキスト ボックス 30">
            <a:extLst>
              <a:ext uri="{FF2B5EF4-FFF2-40B4-BE49-F238E27FC236}">
                <a16:creationId xmlns:a16="http://schemas.microsoft.com/office/drawing/2014/main" id="{0AD891FC-B4E5-7090-334D-EF6C23D61FD1}"/>
              </a:ext>
            </a:extLst>
          </p:cNvPr>
          <p:cNvSpPr txBox="1"/>
          <p:nvPr/>
        </p:nvSpPr>
        <p:spPr>
          <a:xfrm>
            <a:off x="1177071" y="2025520"/>
            <a:ext cx="2480529" cy="369332"/>
          </a:xfrm>
          <a:prstGeom prst="rect">
            <a:avLst/>
          </a:prstGeom>
          <a:noFill/>
        </p:spPr>
        <p:txBody>
          <a:bodyPr wrap="square" rtlCol="0">
            <a:spAutoFit/>
          </a:bodyPr>
          <a:lstStyle/>
          <a:p>
            <a:r>
              <a:rPr lang="ja-JP" altLang="en-US" b="1" dirty="0">
                <a:solidFill>
                  <a:schemeClr val="bg1"/>
                </a:solidFill>
                <a:latin typeface="ＭＳ Ｐゴシック" panose="020B0600070205080204" pitchFamily="50" charset="-128"/>
                <a:ea typeface="ＭＳ Ｐゴシック" panose="020B0600070205080204" pitchFamily="50" charset="-128"/>
              </a:rPr>
              <a:t>出場選手　</a:t>
            </a:r>
            <a:r>
              <a:rPr lang="en-US" altLang="ja-JP" b="1" dirty="0">
                <a:solidFill>
                  <a:schemeClr val="bg1"/>
                </a:solidFill>
                <a:latin typeface="ＭＳ Ｐゴシック" panose="020B0600070205080204" pitchFamily="50" charset="-128"/>
                <a:ea typeface="ＭＳ Ｐゴシック" panose="020B0600070205080204" pitchFamily="50" charset="-128"/>
              </a:rPr>
              <a:t>12</a:t>
            </a:r>
            <a:r>
              <a:rPr lang="ja-JP" altLang="en-US" b="1" dirty="0">
                <a:solidFill>
                  <a:schemeClr val="bg1"/>
                </a:solidFill>
                <a:latin typeface="ＭＳ Ｐゴシック" panose="020B0600070205080204" pitchFamily="50" charset="-128"/>
                <a:ea typeface="ＭＳ Ｐゴシック" panose="020B0600070205080204" pitchFamily="50" charset="-128"/>
              </a:rPr>
              <a:t>組</a:t>
            </a:r>
            <a:endParaRPr kumimoji="1" lang="ja-JP" altLang="en-US" b="1" dirty="0">
              <a:solidFill>
                <a:schemeClr val="bg1"/>
              </a:solidFill>
              <a:latin typeface="ＭＳ Ｐゴシック" panose="020B0600070205080204" pitchFamily="50" charset="-128"/>
              <a:ea typeface="ＭＳ Ｐゴシック" panose="020B0600070205080204" pitchFamily="50" charset="-128"/>
            </a:endParaRPr>
          </a:p>
        </p:txBody>
      </p:sp>
      <p:sp>
        <p:nvSpPr>
          <p:cNvPr id="17" name="正方形/長方形 16">
            <a:extLst>
              <a:ext uri="{FF2B5EF4-FFF2-40B4-BE49-F238E27FC236}">
                <a16:creationId xmlns:a16="http://schemas.microsoft.com/office/drawing/2014/main" id="{ADEE2A55-E235-BAE1-CE0C-5EB640CBBED7}"/>
              </a:ext>
            </a:extLst>
          </p:cNvPr>
          <p:cNvSpPr/>
          <p:nvPr/>
        </p:nvSpPr>
        <p:spPr>
          <a:xfrm>
            <a:off x="1153627" y="2710832"/>
            <a:ext cx="9718415" cy="254745"/>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25" name="正方形/長方形 24">
            <a:extLst>
              <a:ext uri="{FF2B5EF4-FFF2-40B4-BE49-F238E27FC236}">
                <a16:creationId xmlns:a16="http://schemas.microsoft.com/office/drawing/2014/main" id="{62CB7B0F-43EC-A069-297A-551EA222F6A9}"/>
              </a:ext>
            </a:extLst>
          </p:cNvPr>
          <p:cNvSpPr/>
          <p:nvPr/>
        </p:nvSpPr>
        <p:spPr>
          <a:xfrm>
            <a:off x="1153627" y="2987917"/>
            <a:ext cx="9718415" cy="254745"/>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26" name="正方形/長方形 25">
            <a:extLst>
              <a:ext uri="{FF2B5EF4-FFF2-40B4-BE49-F238E27FC236}">
                <a16:creationId xmlns:a16="http://schemas.microsoft.com/office/drawing/2014/main" id="{BF670AF8-8EB5-18EB-A3C5-42439F7E094F}"/>
              </a:ext>
            </a:extLst>
          </p:cNvPr>
          <p:cNvSpPr/>
          <p:nvPr/>
        </p:nvSpPr>
        <p:spPr>
          <a:xfrm>
            <a:off x="1153627" y="3265002"/>
            <a:ext cx="9718415" cy="254745"/>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27" name="正方形/長方形 26">
            <a:extLst>
              <a:ext uri="{FF2B5EF4-FFF2-40B4-BE49-F238E27FC236}">
                <a16:creationId xmlns:a16="http://schemas.microsoft.com/office/drawing/2014/main" id="{8A311DDD-14A5-3E04-F665-07D477128429}"/>
              </a:ext>
            </a:extLst>
          </p:cNvPr>
          <p:cNvSpPr/>
          <p:nvPr/>
        </p:nvSpPr>
        <p:spPr>
          <a:xfrm>
            <a:off x="1153627" y="3542087"/>
            <a:ext cx="9718415" cy="254745"/>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28" name="正方形/長方形 27">
            <a:extLst>
              <a:ext uri="{FF2B5EF4-FFF2-40B4-BE49-F238E27FC236}">
                <a16:creationId xmlns:a16="http://schemas.microsoft.com/office/drawing/2014/main" id="{5010EC5E-AED4-0D8C-2123-80251846F53E}"/>
              </a:ext>
            </a:extLst>
          </p:cNvPr>
          <p:cNvSpPr/>
          <p:nvPr/>
        </p:nvSpPr>
        <p:spPr>
          <a:xfrm>
            <a:off x="1153627" y="3819172"/>
            <a:ext cx="9718415" cy="254745"/>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32" name="正方形/長方形 31">
            <a:extLst>
              <a:ext uri="{FF2B5EF4-FFF2-40B4-BE49-F238E27FC236}">
                <a16:creationId xmlns:a16="http://schemas.microsoft.com/office/drawing/2014/main" id="{BFE5B287-A532-AD28-7DD7-801C4CA49445}"/>
              </a:ext>
            </a:extLst>
          </p:cNvPr>
          <p:cNvSpPr/>
          <p:nvPr/>
        </p:nvSpPr>
        <p:spPr>
          <a:xfrm>
            <a:off x="1153627" y="4096257"/>
            <a:ext cx="9718415" cy="254745"/>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33" name="正方形/長方形 32">
            <a:extLst>
              <a:ext uri="{FF2B5EF4-FFF2-40B4-BE49-F238E27FC236}">
                <a16:creationId xmlns:a16="http://schemas.microsoft.com/office/drawing/2014/main" id="{DC263A1E-231A-E728-BFF0-C028694868AD}"/>
              </a:ext>
            </a:extLst>
          </p:cNvPr>
          <p:cNvSpPr/>
          <p:nvPr/>
        </p:nvSpPr>
        <p:spPr>
          <a:xfrm>
            <a:off x="1153627" y="4373342"/>
            <a:ext cx="9718415" cy="254745"/>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53" name="正方形/長方形 52">
            <a:extLst>
              <a:ext uri="{FF2B5EF4-FFF2-40B4-BE49-F238E27FC236}">
                <a16:creationId xmlns:a16="http://schemas.microsoft.com/office/drawing/2014/main" id="{84DF491C-1FF2-ED75-7033-6A254DB88FB6}"/>
              </a:ext>
            </a:extLst>
          </p:cNvPr>
          <p:cNvSpPr/>
          <p:nvPr/>
        </p:nvSpPr>
        <p:spPr>
          <a:xfrm>
            <a:off x="1153627" y="4650427"/>
            <a:ext cx="9718415" cy="254745"/>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54" name="正方形/長方形 53">
            <a:extLst>
              <a:ext uri="{FF2B5EF4-FFF2-40B4-BE49-F238E27FC236}">
                <a16:creationId xmlns:a16="http://schemas.microsoft.com/office/drawing/2014/main" id="{28EFDF3B-506A-FE5A-8B5D-5AC67039C8C5}"/>
              </a:ext>
            </a:extLst>
          </p:cNvPr>
          <p:cNvSpPr/>
          <p:nvPr/>
        </p:nvSpPr>
        <p:spPr>
          <a:xfrm>
            <a:off x="1153627" y="4927512"/>
            <a:ext cx="9718415" cy="254745"/>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55" name="正方形/長方形 54">
            <a:extLst>
              <a:ext uri="{FF2B5EF4-FFF2-40B4-BE49-F238E27FC236}">
                <a16:creationId xmlns:a16="http://schemas.microsoft.com/office/drawing/2014/main" id="{EA051603-43F2-8BD2-7EDB-1A50BE4B575D}"/>
              </a:ext>
            </a:extLst>
          </p:cNvPr>
          <p:cNvSpPr/>
          <p:nvPr/>
        </p:nvSpPr>
        <p:spPr>
          <a:xfrm>
            <a:off x="1153627" y="5204597"/>
            <a:ext cx="9718415" cy="254745"/>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56" name="正方形/長方形 55">
            <a:extLst>
              <a:ext uri="{FF2B5EF4-FFF2-40B4-BE49-F238E27FC236}">
                <a16:creationId xmlns:a16="http://schemas.microsoft.com/office/drawing/2014/main" id="{7650018B-0C14-70D2-AABF-C3ACA813097D}"/>
              </a:ext>
            </a:extLst>
          </p:cNvPr>
          <p:cNvSpPr/>
          <p:nvPr/>
        </p:nvSpPr>
        <p:spPr>
          <a:xfrm>
            <a:off x="1153627" y="5481682"/>
            <a:ext cx="9718415" cy="254745"/>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57" name="正方形/長方形 56">
            <a:extLst>
              <a:ext uri="{FF2B5EF4-FFF2-40B4-BE49-F238E27FC236}">
                <a16:creationId xmlns:a16="http://schemas.microsoft.com/office/drawing/2014/main" id="{DC66A6CE-A92E-4817-0381-E8630FC220A0}"/>
              </a:ext>
            </a:extLst>
          </p:cNvPr>
          <p:cNvSpPr/>
          <p:nvPr/>
        </p:nvSpPr>
        <p:spPr>
          <a:xfrm>
            <a:off x="1153627" y="5758767"/>
            <a:ext cx="9718415" cy="254745"/>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58" name="正方形/長方形 57">
            <a:extLst>
              <a:ext uri="{FF2B5EF4-FFF2-40B4-BE49-F238E27FC236}">
                <a16:creationId xmlns:a16="http://schemas.microsoft.com/office/drawing/2014/main" id="{7C3C54DB-52FF-89D6-C6D6-A329D46DA32B}"/>
              </a:ext>
            </a:extLst>
          </p:cNvPr>
          <p:cNvSpPr/>
          <p:nvPr/>
        </p:nvSpPr>
        <p:spPr>
          <a:xfrm>
            <a:off x="1153627" y="6035852"/>
            <a:ext cx="9718415" cy="254745"/>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59" name="正方形/長方形 58">
            <a:extLst>
              <a:ext uri="{FF2B5EF4-FFF2-40B4-BE49-F238E27FC236}">
                <a16:creationId xmlns:a16="http://schemas.microsoft.com/office/drawing/2014/main" id="{0D55CCD1-9E23-A11A-980B-52921262CD90}"/>
              </a:ext>
            </a:extLst>
          </p:cNvPr>
          <p:cNvSpPr/>
          <p:nvPr/>
        </p:nvSpPr>
        <p:spPr>
          <a:xfrm>
            <a:off x="1153627" y="6312937"/>
            <a:ext cx="9718415" cy="254745"/>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60" name="正方形/長方形 59">
            <a:extLst>
              <a:ext uri="{FF2B5EF4-FFF2-40B4-BE49-F238E27FC236}">
                <a16:creationId xmlns:a16="http://schemas.microsoft.com/office/drawing/2014/main" id="{28C65E15-05C0-A217-414D-DDAA9AB2B2B1}"/>
              </a:ext>
            </a:extLst>
          </p:cNvPr>
          <p:cNvSpPr/>
          <p:nvPr/>
        </p:nvSpPr>
        <p:spPr>
          <a:xfrm>
            <a:off x="1153627" y="6590022"/>
            <a:ext cx="9718415" cy="254745"/>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61" name="テキスト ボックス 60">
            <a:extLst>
              <a:ext uri="{FF2B5EF4-FFF2-40B4-BE49-F238E27FC236}">
                <a16:creationId xmlns:a16="http://schemas.microsoft.com/office/drawing/2014/main" id="{91C17D7B-69BD-193E-B09F-91D9EB6EDF95}"/>
              </a:ext>
            </a:extLst>
          </p:cNvPr>
          <p:cNvSpPr txBox="1"/>
          <p:nvPr/>
        </p:nvSpPr>
        <p:spPr>
          <a:xfrm>
            <a:off x="1341603" y="2384344"/>
            <a:ext cx="9491237" cy="369332"/>
          </a:xfrm>
          <a:prstGeom prst="rect">
            <a:avLst/>
          </a:prstGeom>
          <a:noFill/>
        </p:spPr>
        <p:txBody>
          <a:bodyPr wrap="square" rtlCol="0">
            <a:spAutoFit/>
          </a:bodyPr>
          <a:lstStyle/>
          <a:p>
            <a:r>
              <a:rPr lang="en-US" altLang="ja-JP" b="1" dirty="0">
                <a:solidFill>
                  <a:srgbClr val="000066"/>
                </a:solidFill>
                <a:latin typeface="ＭＳ Ｐゴシック" panose="020B0600070205080204" pitchFamily="50" charset="-128"/>
                <a:ea typeface="ＭＳ Ｐゴシック" panose="020B0600070205080204" pitchFamily="50" charset="-128"/>
              </a:rPr>
              <a:t>101</a:t>
            </a:r>
            <a:r>
              <a:rPr lang="ja-JP" altLang="en-US" b="1" dirty="0">
                <a:solidFill>
                  <a:srgbClr val="000066"/>
                </a:solidFill>
                <a:latin typeface="ＭＳ Ｐゴシック" panose="020B0600070205080204" pitchFamily="50" charset="-128"/>
                <a:ea typeface="ＭＳ Ｐゴシック" panose="020B0600070205080204" pitchFamily="50" charset="-128"/>
              </a:rPr>
              <a:t>　　山田　太郎・加藤　ハナコ　　　　　　　　　　　　　　　　　　　　東京電機大学</a:t>
            </a:r>
            <a:r>
              <a:rPr lang="en-US" altLang="ja-JP" b="1" dirty="0">
                <a:solidFill>
                  <a:srgbClr val="000066"/>
                </a:solidFill>
                <a:latin typeface="ＭＳ Ｐゴシック" panose="020B0600070205080204" pitchFamily="50" charset="-128"/>
                <a:ea typeface="ＭＳ Ｐゴシック" panose="020B0600070205080204" pitchFamily="50" charset="-128"/>
              </a:rPr>
              <a:t>/</a:t>
            </a:r>
            <a:r>
              <a:rPr lang="ja-JP" altLang="en-US" b="1" dirty="0">
                <a:solidFill>
                  <a:srgbClr val="000066"/>
                </a:solidFill>
                <a:latin typeface="ＭＳ Ｐゴシック" panose="020B0600070205080204" pitchFamily="50" charset="-128"/>
                <a:ea typeface="ＭＳ Ｐゴシック" panose="020B0600070205080204" pitchFamily="50" charset="-128"/>
              </a:rPr>
              <a:t>立教女子大学</a:t>
            </a:r>
            <a:endParaRPr kumimoji="1" lang="ja-JP" altLang="en-US" b="1" dirty="0">
              <a:solidFill>
                <a:srgbClr val="000066"/>
              </a:solidFill>
              <a:latin typeface="ＭＳ Ｐゴシック" panose="020B0600070205080204" pitchFamily="50" charset="-128"/>
              <a:ea typeface="ＭＳ Ｐゴシック" panose="020B0600070205080204" pitchFamily="50" charset="-128"/>
            </a:endParaRPr>
          </a:p>
        </p:txBody>
      </p:sp>
      <p:sp>
        <p:nvSpPr>
          <p:cNvPr id="62" name="テキスト ボックス 61">
            <a:extLst>
              <a:ext uri="{FF2B5EF4-FFF2-40B4-BE49-F238E27FC236}">
                <a16:creationId xmlns:a16="http://schemas.microsoft.com/office/drawing/2014/main" id="{2C25A41B-B2EF-BF31-1156-B7CB08A7BCDC}"/>
              </a:ext>
            </a:extLst>
          </p:cNvPr>
          <p:cNvSpPr txBox="1"/>
          <p:nvPr/>
        </p:nvSpPr>
        <p:spPr>
          <a:xfrm>
            <a:off x="1341603" y="2657315"/>
            <a:ext cx="9491237" cy="369332"/>
          </a:xfrm>
          <a:prstGeom prst="rect">
            <a:avLst/>
          </a:prstGeom>
          <a:noFill/>
        </p:spPr>
        <p:txBody>
          <a:bodyPr wrap="square" rtlCol="0">
            <a:spAutoFit/>
          </a:bodyPr>
          <a:lstStyle/>
          <a:p>
            <a:r>
              <a:rPr lang="en-US" altLang="ja-JP" b="1" dirty="0">
                <a:solidFill>
                  <a:srgbClr val="000066"/>
                </a:solidFill>
                <a:latin typeface="ＭＳ Ｐゴシック" panose="020B0600070205080204" pitchFamily="50" charset="-128"/>
                <a:ea typeface="ＭＳ Ｐゴシック" panose="020B0600070205080204" pitchFamily="50" charset="-128"/>
              </a:rPr>
              <a:t>101</a:t>
            </a:r>
            <a:r>
              <a:rPr lang="ja-JP" altLang="en-US" b="1" dirty="0">
                <a:solidFill>
                  <a:srgbClr val="000066"/>
                </a:solidFill>
                <a:latin typeface="ＭＳ Ｐゴシック" panose="020B0600070205080204" pitchFamily="50" charset="-128"/>
                <a:ea typeface="ＭＳ Ｐゴシック" panose="020B0600070205080204" pitchFamily="50" charset="-128"/>
              </a:rPr>
              <a:t>　　山田　太郎・加藤　ハナコ　　　　　　　　　　　　　　　　　　　　東京電機大学</a:t>
            </a:r>
            <a:r>
              <a:rPr lang="en-US" altLang="ja-JP" b="1" dirty="0">
                <a:solidFill>
                  <a:srgbClr val="000066"/>
                </a:solidFill>
                <a:latin typeface="ＭＳ Ｐゴシック" panose="020B0600070205080204" pitchFamily="50" charset="-128"/>
                <a:ea typeface="ＭＳ Ｐゴシック" panose="020B0600070205080204" pitchFamily="50" charset="-128"/>
              </a:rPr>
              <a:t>/</a:t>
            </a:r>
            <a:r>
              <a:rPr lang="ja-JP" altLang="en-US" b="1" dirty="0">
                <a:solidFill>
                  <a:srgbClr val="000066"/>
                </a:solidFill>
                <a:latin typeface="ＭＳ Ｐゴシック" panose="020B0600070205080204" pitchFamily="50" charset="-128"/>
                <a:ea typeface="ＭＳ Ｐゴシック" panose="020B0600070205080204" pitchFamily="50" charset="-128"/>
              </a:rPr>
              <a:t>立教女子大学</a:t>
            </a:r>
            <a:endParaRPr kumimoji="1" lang="ja-JP" altLang="en-US" b="1" dirty="0">
              <a:solidFill>
                <a:srgbClr val="000066"/>
              </a:solidFill>
              <a:latin typeface="ＭＳ Ｐゴシック" panose="020B0600070205080204" pitchFamily="50" charset="-128"/>
              <a:ea typeface="ＭＳ Ｐゴシック" panose="020B0600070205080204" pitchFamily="50" charset="-128"/>
            </a:endParaRPr>
          </a:p>
        </p:txBody>
      </p:sp>
      <p:sp>
        <p:nvSpPr>
          <p:cNvPr id="63" name="テキスト ボックス 62">
            <a:extLst>
              <a:ext uri="{FF2B5EF4-FFF2-40B4-BE49-F238E27FC236}">
                <a16:creationId xmlns:a16="http://schemas.microsoft.com/office/drawing/2014/main" id="{F45E10DF-AF69-05EE-DFAD-C5FB1AA77CD3}"/>
              </a:ext>
            </a:extLst>
          </p:cNvPr>
          <p:cNvSpPr txBox="1"/>
          <p:nvPr/>
        </p:nvSpPr>
        <p:spPr>
          <a:xfrm>
            <a:off x="1341603" y="2938237"/>
            <a:ext cx="9491237" cy="369332"/>
          </a:xfrm>
          <a:prstGeom prst="rect">
            <a:avLst/>
          </a:prstGeom>
          <a:noFill/>
        </p:spPr>
        <p:txBody>
          <a:bodyPr wrap="square" rtlCol="0">
            <a:spAutoFit/>
          </a:bodyPr>
          <a:lstStyle/>
          <a:p>
            <a:r>
              <a:rPr lang="en-US" altLang="ja-JP" b="1" dirty="0">
                <a:solidFill>
                  <a:srgbClr val="000066"/>
                </a:solidFill>
                <a:latin typeface="ＭＳ Ｐゴシック" panose="020B0600070205080204" pitchFamily="50" charset="-128"/>
                <a:ea typeface="ＭＳ Ｐゴシック" panose="020B0600070205080204" pitchFamily="50" charset="-128"/>
              </a:rPr>
              <a:t>101</a:t>
            </a:r>
            <a:r>
              <a:rPr lang="ja-JP" altLang="en-US" b="1" dirty="0">
                <a:solidFill>
                  <a:srgbClr val="000066"/>
                </a:solidFill>
                <a:latin typeface="ＭＳ Ｐゴシック" panose="020B0600070205080204" pitchFamily="50" charset="-128"/>
                <a:ea typeface="ＭＳ Ｐゴシック" panose="020B0600070205080204" pitchFamily="50" charset="-128"/>
              </a:rPr>
              <a:t>　　山田　太郎・加藤　ハナコ　　　　　　　　　　　　　　　　　　　　東京電機大学</a:t>
            </a:r>
            <a:r>
              <a:rPr lang="en-US" altLang="ja-JP" b="1" dirty="0">
                <a:solidFill>
                  <a:srgbClr val="000066"/>
                </a:solidFill>
                <a:latin typeface="ＭＳ Ｐゴシック" panose="020B0600070205080204" pitchFamily="50" charset="-128"/>
                <a:ea typeface="ＭＳ Ｐゴシック" panose="020B0600070205080204" pitchFamily="50" charset="-128"/>
              </a:rPr>
              <a:t>/</a:t>
            </a:r>
            <a:r>
              <a:rPr lang="ja-JP" altLang="en-US" b="1" dirty="0">
                <a:solidFill>
                  <a:srgbClr val="000066"/>
                </a:solidFill>
                <a:latin typeface="ＭＳ Ｐゴシック" panose="020B0600070205080204" pitchFamily="50" charset="-128"/>
                <a:ea typeface="ＭＳ Ｐゴシック" panose="020B0600070205080204" pitchFamily="50" charset="-128"/>
              </a:rPr>
              <a:t>立教女子大学</a:t>
            </a:r>
            <a:endParaRPr kumimoji="1" lang="ja-JP" altLang="en-US" b="1" dirty="0">
              <a:solidFill>
                <a:srgbClr val="000066"/>
              </a:solidFill>
              <a:latin typeface="ＭＳ Ｐゴシック" panose="020B0600070205080204" pitchFamily="50" charset="-128"/>
              <a:ea typeface="ＭＳ Ｐゴシック" panose="020B0600070205080204" pitchFamily="50" charset="-128"/>
            </a:endParaRPr>
          </a:p>
        </p:txBody>
      </p:sp>
      <p:sp>
        <p:nvSpPr>
          <p:cNvPr id="64" name="テキスト ボックス 63">
            <a:extLst>
              <a:ext uri="{FF2B5EF4-FFF2-40B4-BE49-F238E27FC236}">
                <a16:creationId xmlns:a16="http://schemas.microsoft.com/office/drawing/2014/main" id="{A42744A4-7AFC-F96C-E2BD-41E833D484BC}"/>
              </a:ext>
            </a:extLst>
          </p:cNvPr>
          <p:cNvSpPr txBox="1"/>
          <p:nvPr/>
        </p:nvSpPr>
        <p:spPr>
          <a:xfrm>
            <a:off x="1341603" y="3198618"/>
            <a:ext cx="9491237" cy="369332"/>
          </a:xfrm>
          <a:prstGeom prst="rect">
            <a:avLst/>
          </a:prstGeom>
          <a:noFill/>
        </p:spPr>
        <p:txBody>
          <a:bodyPr wrap="square" rtlCol="0">
            <a:spAutoFit/>
          </a:bodyPr>
          <a:lstStyle/>
          <a:p>
            <a:r>
              <a:rPr lang="en-US" altLang="ja-JP" b="1" dirty="0">
                <a:solidFill>
                  <a:srgbClr val="000066"/>
                </a:solidFill>
                <a:latin typeface="ＭＳ Ｐゴシック" panose="020B0600070205080204" pitchFamily="50" charset="-128"/>
                <a:ea typeface="ＭＳ Ｐゴシック" panose="020B0600070205080204" pitchFamily="50" charset="-128"/>
              </a:rPr>
              <a:t>101</a:t>
            </a:r>
            <a:r>
              <a:rPr lang="ja-JP" altLang="en-US" b="1" dirty="0">
                <a:solidFill>
                  <a:srgbClr val="000066"/>
                </a:solidFill>
                <a:latin typeface="ＭＳ Ｐゴシック" panose="020B0600070205080204" pitchFamily="50" charset="-128"/>
                <a:ea typeface="ＭＳ Ｐゴシック" panose="020B0600070205080204" pitchFamily="50" charset="-128"/>
              </a:rPr>
              <a:t>　　山田　太郎・加藤　ハナコ　　　　　　　　　　　　　　　　　　　　東京電機大学</a:t>
            </a:r>
            <a:r>
              <a:rPr lang="en-US" altLang="ja-JP" b="1" dirty="0">
                <a:solidFill>
                  <a:srgbClr val="000066"/>
                </a:solidFill>
                <a:latin typeface="ＭＳ Ｐゴシック" panose="020B0600070205080204" pitchFamily="50" charset="-128"/>
                <a:ea typeface="ＭＳ Ｐゴシック" panose="020B0600070205080204" pitchFamily="50" charset="-128"/>
              </a:rPr>
              <a:t>/</a:t>
            </a:r>
            <a:r>
              <a:rPr lang="ja-JP" altLang="en-US" b="1" dirty="0">
                <a:solidFill>
                  <a:srgbClr val="000066"/>
                </a:solidFill>
                <a:latin typeface="ＭＳ Ｐゴシック" panose="020B0600070205080204" pitchFamily="50" charset="-128"/>
                <a:ea typeface="ＭＳ Ｐゴシック" panose="020B0600070205080204" pitchFamily="50" charset="-128"/>
              </a:rPr>
              <a:t>立教女子大学</a:t>
            </a:r>
            <a:endParaRPr kumimoji="1" lang="ja-JP" altLang="en-US" b="1" dirty="0">
              <a:solidFill>
                <a:srgbClr val="000066"/>
              </a:solidFill>
              <a:latin typeface="ＭＳ Ｐゴシック" panose="020B0600070205080204" pitchFamily="50" charset="-128"/>
              <a:ea typeface="ＭＳ Ｐゴシック" panose="020B0600070205080204" pitchFamily="50" charset="-128"/>
            </a:endParaRPr>
          </a:p>
        </p:txBody>
      </p:sp>
      <p:sp>
        <p:nvSpPr>
          <p:cNvPr id="65" name="テキスト ボックス 64">
            <a:extLst>
              <a:ext uri="{FF2B5EF4-FFF2-40B4-BE49-F238E27FC236}">
                <a16:creationId xmlns:a16="http://schemas.microsoft.com/office/drawing/2014/main" id="{C6D1B60C-65FC-8724-AE8F-7F2FD97D3516}"/>
              </a:ext>
            </a:extLst>
          </p:cNvPr>
          <p:cNvSpPr txBox="1"/>
          <p:nvPr/>
        </p:nvSpPr>
        <p:spPr>
          <a:xfrm>
            <a:off x="1341603" y="3469505"/>
            <a:ext cx="9491237" cy="369332"/>
          </a:xfrm>
          <a:prstGeom prst="rect">
            <a:avLst/>
          </a:prstGeom>
          <a:noFill/>
        </p:spPr>
        <p:txBody>
          <a:bodyPr wrap="square" rtlCol="0">
            <a:spAutoFit/>
          </a:bodyPr>
          <a:lstStyle/>
          <a:p>
            <a:r>
              <a:rPr lang="en-US" altLang="ja-JP" b="1" dirty="0">
                <a:solidFill>
                  <a:srgbClr val="000066"/>
                </a:solidFill>
                <a:latin typeface="ＭＳ Ｐゴシック" panose="020B0600070205080204" pitchFamily="50" charset="-128"/>
                <a:ea typeface="ＭＳ Ｐゴシック" panose="020B0600070205080204" pitchFamily="50" charset="-128"/>
              </a:rPr>
              <a:t>101</a:t>
            </a:r>
            <a:r>
              <a:rPr lang="ja-JP" altLang="en-US" b="1" dirty="0">
                <a:solidFill>
                  <a:srgbClr val="000066"/>
                </a:solidFill>
                <a:latin typeface="ＭＳ Ｐゴシック" panose="020B0600070205080204" pitchFamily="50" charset="-128"/>
                <a:ea typeface="ＭＳ Ｐゴシック" panose="020B0600070205080204" pitchFamily="50" charset="-128"/>
              </a:rPr>
              <a:t>　　山田　太郎・加藤　ハナコ　　　　　　　　　　　　　　　　　　　　東京電機大学</a:t>
            </a:r>
            <a:r>
              <a:rPr lang="en-US" altLang="ja-JP" b="1" dirty="0">
                <a:solidFill>
                  <a:srgbClr val="000066"/>
                </a:solidFill>
                <a:latin typeface="ＭＳ Ｐゴシック" panose="020B0600070205080204" pitchFamily="50" charset="-128"/>
                <a:ea typeface="ＭＳ Ｐゴシック" panose="020B0600070205080204" pitchFamily="50" charset="-128"/>
              </a:rPr>
              <a:t>/</a:t>
            </a:r>
            <a:r>
              <a:rPr lang="ja-JP" altLang="en-US" b="1" dirty="0">
                <a:solidFill>
                  <a:srgbClr val="000066"/>
                </a:solidFill>
                <a:latin typeface="ＭＳ Ｐゴシック" panose="020B0600070205080204" pitchFamily="50" charset="-128"/>
                <a:ea typeface="ＭＳ Ｐゴシック" panose="020B0600070205080204" pitchFamily="50" charset="-128"/>
              </a:rPr>
              <a:t>立教女子大学</a:t>
            </a:r>
            <a:endParaRPr kumimoji="1" lang="ja-JP" altLang="en-US" b="1" dirty="0">
              <a:solidFill>
                <a:srgbClr val="000066"/>
              </a:solidFill>
              <a:latin typeface="ＭＳ Ｐゴシック" panose="020B0600070205080204" pitchFamily="50" charset="-128"/>
              <a:ea typeface="ＭＳ Ｐゴシック" panose="020B0600070205080204" pitchFamily="50" charset="-128"/>
            </a:endParaRPr>
          </a:p>
        </p:txBody>
      </p:sp>
      <p:sp>
        <p:nvSpPr>
          <p:cNvPr id="66" name="テキスト ボックス 65">
            <a:extLst>
              <a:ext uri="{FF2B5EF4-FFF2-40B4-BE49-F238E27FC236}">
                <a16:creationId xmlns:a16="http://schemas.microsoft.com/office/drawing/2014/main" id="{EC2E80DF-C8B1-0B4C-266B-147573407006}"/>
              </a:ext>
            </a:extLst>
          </p:cNvPr>
          <p:cNvSpPr txBox="1"/>
          <p:nvPr/>
        </p:nvSpPr>
        <p:spPr>
          <a:xfrm>
            <a:off x="1341603" y="3742476"/>
            <a:ext cx="9491237" cy="369332"/>
          </a:xfrm>
          <a:prstGeom prst="rect">
            <a:avLst/>
          </a:prstGeom>
          <a:noFill/>
        </p:spPr>
        <p:txBody>
          <a:bodyPr wrap="square" rtlCol="0">
            <a:spAutoFit/>
          </a:bodyPr>
          <a:lstStyle/>
          <a:p>
            <a:r>
              <a:rPr lang="en-US" altLang="ja-JP" b="1" dirty="0">
                <a:solidFill>
                  <a:srgbClr val="000066"/>
                </a:solidFill>
                <a:latin typeface="ＭＳ Ｐゴシック" panose="020B0600070205080204" pitchFamily="50" charset="-128"/>
                <a:ea typeface="ＭＳ Ｐゴシック" panose="020B0600070205080204" pitchFamily="50" charset="-128"/>
              </a:rPr>
              <a:t>101</a:t>
            </a:r>
            <a:r>
              <a:rPr lang="ja-JP" altLang="en-US" b="1" dirty="0">
                <a:solidFill>
                  <a:srgbClr val="000066"/>
                </a:solidFill>
                <a:latin typeface="ＭＳ Ｐゴシック" panose="020B0600070205080204" pitchFamily="50" charset="-128"/>
                <a:ea typeface="ＭＳ Ｐゴシック" panose="020B0600070205080204" pitchFamily="50" charset="-128"/>
              </a:rPr>
              <a:t>　　山田　太郎・加藤　ハナコ　　　　　　　　　　　　　　　　　　　　東京電機大学</a:t>
            </a:r>
            <a:r>
              <a:rPr lang="en-US" altLang="ja-JP" b="1" dirty="0">
                <a:solidFill>
                  <a:srgbClr val="000066"/>
                </a:solidFill>
                <a:latin typeface="ＭＳ Ｐゴシック" panose="020B0600070205080204" pitchFamily="50" charset="-128"/>
                <a:ea typeface="ＭＳ Ｐゴシック" panose="020B0600070205080204" pitchFamily="50" charset="-128"/>
              </a:rPr>
              <a:t>/</a:t>
            </a:r>
            <a:r>
              <a:rPr lang="ja-JP" altLang="en-US" b="1" dirty="0">
                <a:solidFill>
                  <a:srgbClr val="000066"/>
                </a:solidFill>
                <a:latin typeface="ＭＳ Ｐゴシック" panose="020B0600070205080204" pitchFamily="50" charset="-128"/>
                <a:ea typeface="ＭＳ Ｐゴシック" panose="020B0600070205080204" pitchFamily="50" charset="-128"/>
              </a:rPr>
              <a:t>立教女子大学</a:t>
            </a:r>
            <a:endParaRPr kumimoji="1" lang="ja-JP" altLang="en-US" b="1" dirty="0">
              <a:solidFill>
                <a:srgbClr val="000066"/>
              </a:solidFill>
              <a:latin typeface="ＭＳ Ｐゴシック" panose="020B0600070205080204" pitchFamily="50" charset="-128"/>
              <a:ea typeface="ＭＳ Ｐゴシック" panose="020B0600070205080204" pitchFamily="50" charset="-128"/>
            </a:endParaRPr>
          </a:p>
        </p:txBody>
      </p:sp>
      <p:sp>
        <p:nvSpPr>
          <p:cNvPr id="67" name="テキスト ボックス 66">
            <a:extLst>
              <a:ext uri="{FF2B5EF4-FFF2-40B4-BE49-F238E27FC236}">
                <a16:creationId xmlns:a16="http://schemas.microsoft.com/office/drawing/2014/main" id="{26EDB842-DD7F-86A4-83A6-CC6524DE0114}"/>
              </a:ext>
            </a:extLst>
          </p:cNvPr>
          <p:cNvSpPr txBox="1"/>
          <p:nvPr/>
        </p:nvSpPr>
        <p:spPr>
          <a:xfrm>
            <a:off x="1341603" y="4023398"/>
            <a:ext cx="9491237" cy="369332"/>
          </a:xfrm>
          <a:prstGeom prst="rect">
            <a:avLst/>
          </a:prstGeom>
          <a:noFill/>
        </p:spPr>
        <p:txBody>
          <a:bodyPr wrap="square" rtlCol="0">
            <a:spAutoFit/>
          </a:bodyPr>
          <a:lstStyle/>
          <a:p>
            <a:r>
              <a:rPr lang="en-US" altLang="ja-JP" b="1" dirty="0">
                <a:solidFill>
                  <a:srgbClr val="000066"/>
                </a:solidFill>
                <a:latin typeface="ＭＳ Ｐゴシック" panose="020B0600070205080204" pitchFamily="50" charset="-128"/>
                <a:ea typeface="ＭＳ Ｐゴシック" panose="020B0600070205080204" pitchFamily="50" charset="-128"/>
              </a:rPr>
              <a:t>101</a:t>
            </a:r>
            <a:r>
              <a:rPr lang="ja-JP" altLang="en-US" b="1" dirty="0">
                <a:solidFill>
                  <a:srgbClr val="000066"/>
                </a:solidFill>
                <a:latin typeface="ＭＳ Ｐゴシック" panose="020B0600070205080204" pitchFamily="50" charset="-128"/>
                <a:ea typeface="ＭＳ Ｐゴシック" panose="020B0600070205080204" pitchFamily="50" charset="-128"/>
              </a:rPr>
              <a:t>　　山田　太郎・加藤　ハナコ　　　　　　　　　　　　　　　　　　　　東京電機大学</a:t>
            </a:r>
            <a:r>
              <a:rPr lang="en-US" altLang="ja-JP" b="1" dirty="0">
                <a:solidFill>
                  <a:srgbClr val="000066"/>
                </a:solidFill>
                <a:latin typeface="ＭＳ Ｐゴシック" panose="020B0600070205080204" pitchFamily="50" charset="-128"/>
                <a:ea typeface="ＭＳ Ｐゴシック" panose="020B0600070205080204" pitchFamily="50" charset="-128"/>
              </a:rPr>
              <a:t>/</a:t>
            </a:r>
            <a:r>
              <a:rPr lang="ja-JP" altLang="en-US" b="1" dirty="0">
                <a:solidFill>
                  <a:srgbClr val="000066"/>
                </a:solidFill>
                <a:latin typeface="ＭＳ Ｐゴシック" panose="020B0600070205080204" pitchFamily="50" charset="-128"/>
                <a:ea typeface="ＭＳ Ｐゴシック" panose="020B0600070205080204" pitchFamily="50" charset="-128"/>
              </a:rPr>
              <a:t>立教女子大学</a:t>
            </a:r>
            <a:endParaRPr kumimoji="1" lang="ja-JP" altLang="en-US" b="1" dirty="0">
              <a:solidFill>
                <a:srgbClr val="000066"/>
              </a:solidFill>
              <a:latin typeface="ＭＳ Ｐゴシック" panose="020B0600070205080204" pitchFamily="50" charset="-128"/>
              <a:ea typeface="ＭＳ Ｐゴシック" panose="020B0600070205080204" pitchFamily="50" charset="-128"/>
            </a:endParaRPr>
          </a:p>
        </p:txBody>
      </p:sp>
      <p:sp>
        <p:nvSpPr>
          <p:cNvPr id="68" name="テキスト ボックス 67">
            <a:extLst>
              <a:ext uri="{FF2B5EF4-FFF2-40B4-BE49-F238E27FC236}">
                <a16:creationId xmlns:a16="http://schemas.microsoft.com/office/drawing/2014/main" id="{3ED8AB2F-8E74-953E-7297-2625DD884891}"/>
              </a:ext>
            </a:extLst>
          </p:cNvPr>
          <p:cNvSpPr txBox="1"/>
          <p:nvPr/>
        </p:nvSpPr>
        <p:spPr>
          <a:xfrm>
            <a:off x="1341603" y="4283779"/>
            <a:ext cx="9491237" cy="369332"/>
          </a:xfrm>
          <a:prstGeom prst="rect">
            <a:avLst/>
          </a:prstGeom>
          <a:noFill/>
        </p:spPr>
        <p:txBody>
          <a:bodyPr wrap="square" rtlCol="0">
            <a:spAutoFit/>
          </a:bodyPr>
          <a:lstStyle/>
          <a:p>
            <a:r>
              <a:rPr lang="en-US" altLang="ja-JP" b="1" dirty="0">
                <a:solidFill>
                  <a:srgbClr val="000066"/>
                </a:solidFill>
                <a:latin typeface="ＭＳ Ｐゴシック" panose="020B0600070205080204" pitchFamily="50" charset="-128"/>
                <a:ea typeface="ＭＳ Ｐゴシック" panose="020B0600070205080204" pitchFamily="50" charset="-128"/>
              </a:rPr>
              <a:t>101</a:t>
            </a:r>
            <a:r>
              <a:rPr lang="ja-JP" altLang="en-US" b="1" dirty="0">
                <a:solidFill>
                  <a:srgbClr val="000066"/>
                </a:solidFill>
                <a:latin typeface="ＭＳ Ｐゴシック" panose="020B0600070205080204" pitchFamily="50" charset="-128"/>
                <a:ea typeface="ＭＳ Ｐゴシック" panose="020B0600070205080204" pitchFamily="50" charset="-128"/>
              </a:rPr>
              <a:t>　　山田　太郎・加藤　ハナコ　　　　　　　　　　　　　　　　　　　　東京電機大学</a:t>
            </a:r>
            <a:r>
              <a:rPr lang="en-US" altLang="ja-JP" b="1" dirty="0">
                <a:solidFill>
                  <a:srgbClr val="000066"/>
                </a:solidFill>
                <a:latin typeface="ＭＳ Ｐゴシック" panose="020B0600070205080204" pitchFamily="50" charset="-128"/>
                <a:ea typeface="ＭＳ Ｐゴシック" panose="020B0600070205080204" pitchFamily="50" charset="-128"/>
              </a:rPr>
              <a:t>/</a:t>
            </a:r>
            <a:r>
              <a:rPr lang="ja-JP" altLang="en-US" b="1" dirty="0">
                <a:solidFill>
                  <a:srgbClr val="000066"/>
                </a:solidFill>
                <a:latin typeface="ＭＳ Ｐゴシック" panose="020B0600070205080204" pitchFamily="50" charset="-128"/>
                <a:ea typeface="ＭＳ Ｐゴシック" panose="020B0600070205080204" pitchFamily="50" charset="-128"/>
              </a:rPr>
              <a:t>立教女子大学</a:t>
            </a:r>
            <a:endParaRPr kumimoji="1" lang="ja-JP" altLang="en-US" b="1" dirty="0">
              <a:solidFill>
                <a:srgbClr val="000066"/>
              </a:solidFill>
              <a:latin typeface="ＭＳ Ｐゴシック" panose="020B0600070205080204" pitchFamily="50" charset="-128"/>
              <a:ea typeface="ＭＳ Ｐゴシック" panose="020B0600070205080204" pitchFamily="50" charset="-128"/>
            </a:endParaRPr>
          </a:p>
        </p:txBody>
      </p:sp>
      <p:sp>
        <p:nvSpPr>
          <p:cNvPr id="69" name="テキスト ボックス 68">
            <a:extLst>
              <a:ext uri="{FF2B5EF4-FFF2-40B4-BE49-F238E27FC236}">
                <a16:creationId xmlns:a16="http://schemas.microsoft.com/office/drawing/2014/main" id="{088ED1CB-5F47-1FE2-38C6-0D2BC6DA5E3B}"/>
              </a:ext>
            </a:extLst>
          </p:cNvPr>
          <p:cNvSpPr txBox="1"/>
          <p:nvPr/>
        </p:nvSpPr>
        <p:spPr>
          <a:xfrm>
            <a:off x="1341603" y="4575161"/>
            <a:ext cx="9491237" cy="369332"/>
          </a:xfrm>
          <a:prstGeom prst="rect">
            <a:avLst/>
          </a:prstGeom>
          <a:noFill/>
        </p:spPr>
        <p:txBody>
          <a:bodyPr wrap="square" rtlCol="0">
            <a:spAutoFit/>
          </a:bodyPr>
          <a:lstStyle/>
          <a:p>
            <a:r>
              <a:rPr lang="en-US" altLang="ja-JP" b="1" dirty="0">
                <a:solidFill>
                  <a:srgbClr val="000066"/>
                </a:solidFill>
                <a:latin typeface="ＭＳ Ｐゴシック" panose="020B0600070205080204" pitchFamily="50" charset="-128"/>
                <a:ea typeface="ＭＳ Ｐゴシック" panose="020B0600070205080204" pitchFamily="50" charset="-128"/>
              </a:rPr>
              <a:t>101</a:t>
            </a:r>
            <a:r>
              <a:rPr lang="ja-JP" altLang="en-US" b="1" dirty="0">
                <a:solidFill>
                  <a:srgbClr val="000066"/>
                </a:solidFill>
                <a:latin typeface="ＭＳ Ｐゴシック" panose="020B0600070205080204" pitchFamily="50" charset="-128"/>
                <a:ea typeface="ＭＳ Ｐゴシック" panose="020B0600070205080204" pitchFamily="50" charset="-128"/>
              </a:rPr>
              <a:t>　　山田　太郎・加藤　ハナコ　　　　　　　　　　　　　　　　　　　　東京電機大学</a:t>
            </a:r>
            <a:r>
              <a:rPr lang="en-US" altLang="ja-JP" b="1" dirty="0">
                <a:solidFill>
                  <a:srgbClr val="000066"/>
                </a:solidFill>
                <a:latin typeface="ＭＳ Ｐゴシック" panose="020B0600070205080204" pitchFamily="50" charset="-128"/>
                <a:ea typeface="ＭＳ Ｐゴシック" panose="020B0600070205080204" pitchFamily="50" charset="-128"/>
              </a:rPr>
              <a:t>/</a:t>
            </a:r>
            <a:r>
              <a:rPr lang="ja-JP" altLang="en-US" b="1" dirty="0">
                <a:solidFill>
                  <a:srgbClr val="000066"/>
                </a:solidFill>
                <a:latin typeface="ＭＳ Ｐゴシック" panose="020B0600070205080204" pitchFamily="50" charset="-128"/>
                <a:ea typeface="ＭＳ Ｐゴシック" panose="020B0600070205080204" pitchFamily="50" charset="-128"/>
              </a:rPr>
              <a:t>立教女子大学</a:t>
            </a:r>
            <a:endParaRPr kumimoji="1" lang="ja-JP" altLang="en-US" b="1" dirty="0">
              <a:solidFill>
                <a:srgbClr val="000066"/>
              </a:solidFill>
              <a:latin typeface="ＭＳ Ｐゴシック" panose="020B0600070205080204" pitchFamily="50" charset="-128"/>
              <a:ea typeface="ＭＳ Ｐゴシック" panose="020B0600070205080204" pitchFamily="50" charset="-128"/>
            </a:endParaRPr>
          </a:p>
        </p:txBody>
      </p:sp>
      <p:sp>
        <p:nvSpPr>
          <p:cNvPr id="70" name="テキスト ボックス 69">
            <a:extLst>
              <a:ext uri="{FF2B5EF4-FFF2-40B4-BE49-F238E27FC236}">
                <a16:creationId xmlns:a16="http://schemas.microsoft.com/office/drawing/2014/main" id="{506B5226-8B50-6EC1-2B87-D0842F161176}"/>
              </a:ext>
            </a:extLst>
          </p:cNvPr>
          <p:cNvSpPr txBox="1"/>
          <p:nvPr/>
        </p:nvSpPr>
        <p:spPr>
          <a:xfrm>
            <a:off x="1341603" y="4848132"/>
            <a:ext cx="9491237" cy="369332"/>
          </a:xfrm>
          <a:prstGeom prst="rect">
            <a:avLst/>
          </a:prstGeom>
          <a:noFill/>
        </p:spPr>
        <p:txBody>
          <a:bodyPr wrap="square" rtlCol="0">
            <a:spAutoFit/>
          </a:bodyPr>
          <a:lstStyle/>
          <a:p>
            <a:r>
              <a:rPr lang="en-US" altLang="ja-JP" b="1" dirty="0">
                <a:solidFill>
                  <a:srgbClr val="000066"/>
                </a:solidFill>
                <a:latin typeface="ＭＳ Ｐゴシック" panose="020B0600070205080204" pitchFamily="50" charset="-128"/>
                <a:ea typeface="ＭＳ Ｐゴシック" panose="020B0600070205080204" pitchFamily="50" charset="-128"/>
              </a:rPr>
              <a:t>101</a:t>
            </a:r>
            <a:r>
              <a:rPr lang="ja-JP" altLang="en-US" b="1" dirty="0">
                <a:solidFill>
                  <a:srgbClr val="000066"/>
                </a:solidFill>
                <a:latin typeface="ＭＳ Ｐゴシック" panose="020B0600070205080204" pitchFamily="50" charset="-128"/>
                <a:ea typeface="ＭＳ Ｐゴシック" panose="020B0600070205080204" pitchFamily="50" charset="-128"/>
              </a:rPr>
              <a:t>　　山田　太郎・加藤　ハナコ　　　　　　　　　　　　　　　　　　　　東京電機大学</a:t>
            </a:r>
            <a:r>
              <a:rPr lang="en-US" altLang="ja-JP" b="1" dirty="0">
                <a:solidFill>
                  <a:srgbClr val="000066"/>
                </a:solidFill>
                <a:latin typeface="ＭＳ Ｐゴシック" panose="020B0600070205080204" pitchFamily="50" charset="-128"/>
                <a:ea typeface="ＭＳ Ｐゴシック" panose="020B0600070205080204" pitchFamily="50" charset="-128"/>
              </a:rPr>
              <a:t>/</a:t>
            </a:r>
            <a:r>
              <a:rPr lang="ja-JP" altLang="en-US" b="1" dirty="0">
                <a:solidFill>
                  <a:srgbClr val="000066"/>
                </a:solidFill>
                <a:latin typeface="ＭＳ Ｐゴシック" panose="020B0600070205080204" pitchFamily="50" charset="-128"/>
                <a:ea typeface="ＭＳ Ｐゴシック" panose="020B0600070205080204" pitchFamily="50" charset="-128"/>
              </a:rPr>
              <a:t>立教女子大学</a:t>
            </a:r>
            <a:endParaRPr kumimoji="1" lang="ja-JP" altLang="en-US" b="1" dirty="0">
              <a:solidFill>
                <a:srgbClr val="000066"/>
              </a:solidFill>
              <a:latin typeface="ＭＳ Ｐゴシック" panose="020B0600070205080204" pitchFamily="50" charset="-128"/>
              <a:ea typeface="ＭＳ Ｐゴシック" panose="020B0600070205080204" pitchFamily="50" charset="-128"/>
            </a:endParaRPr>
          </a:p>
        </p:txBody>
      </p:sp>
      <p:sp>
        <p:nvSpPr>
          <p:cNvPr id="71" name="テキスト ボックス 70">
            <a:extLst>
              <a:ext uri="{FF2B5EF4-FFF2-40B4-BE49-F238E27FC236}">
                <a16:creationId xmlns:a16="http://schemas.microsoft.com/office/drawing/2014/main" id="{42AA7BF1-EF6E-8C33-F68F-7A2ABFDA4031}"/>
              </a:ext>
            </a:extLst>
          </p:cNvPr>
          <p:cNvSpPr txBox="1"/>
          <p:nvPr/>
        </p:nvSpPr>
        <p:spPr>
          <a:xfrm>
            <a:off x="1341603" y="5129054"/>
            <a:ext cx="9491237" cy="369332"/>
          </a:xfrm>
          <a:prstGeom prst="rect">
            <a:avLst/>
          </a:prstGeom>
          <a:noFill/>
        </p:spPr>
        <p:txBody>
          <a:bodyPr wrap="square" rtlCol="0">
            <a:spAutoFit/>
          </a:bodyPr>
          <a:lstStyle/>
          <a:p>
            <a:r>
              <a:rPr lang="en-US" altLang="ja-JP" b="1" dirty="0">
                <a:solidFill>
                  <a:srgbClr val="000066"/>
                </a:solidFill>
                <a:latin typeface="ＭＳ Ｐゴシック" panose="020B0600070205080204" pitchFamily="50" charset="-128"/>
                <a:ea typeface="ＭＳ Ｐゴシック" panose="020B0600070205080204" pitchFamily="50" charset="-128"/>
              </a:rPr>
              <a:t>101</a:t>
            </a:r>
            <a:r>
              <a:rPr lang="ja-JP" altLang="en-US" b="1" dirty="0">
                <a:solidFill>
                  <a:srgbClr val="000066"/>
                </a:solidFill>
                <a:latin typeface="ＭＳ Ｐゴシック" panose="020B0600070205080204" pitchFamily="50" charset="-128"/>
                <a:ea typeface="ＭＳ Ｐゴシック" panose="020B0600070205080204" pitchFamily="50" charset="-128"/>
              </a:rPr>
              <a:t>　　山田　太郎・加藤　ハナコ　　　　　　　　　　　　　　　　　　　　東京電機大学</a:t>
            </a:r>
            <a:r>
              <a:rPr lang="en-US" altLang="ja-JP" b="1" dirty="0">
                <a:solidFill>
                  <a:srgbClr val="000066"/>
                </a:solidFill>
                <a:latin typeface="ＭＳ Ｐゴシック" panose="020B0600070205080204" pitchFamily="50" charset="-128"/>
                <a:ea typeface="ＭＳ Ｐゴシック" panose="020B0600070205080204" pitchFamily="50" charset="-128"/>
              </a:rPr>
              <a:t>/</a:t>
            </a:r>
            <a:r>
              <a:rPr lang="ja-JP" altLang="en-US" b="1" dirty="0">
                <a:solidFill>
                  <a:srgbClr val="000066"/>
                </a:solidFill>
                <a:latin typeface="ＭＳ Ｐゴシック" panose="020B0600070205080204" pitchFamily="50" charset="-128"/>
                <a:ea typeface="ＭＳ Ｐゴシック" panose="020B0600070205080204" pitchFamily="50" charset="-128"/>
              </a:rPr>
              <a:t>立教女子大学</a:t>
            </a:r>
            <a:endParaRPr kumimoji="1" lang="ja-JP" altLang="en-US" b="1" dirty="0">
              <a:solidFill>
                <a:srgbClr val="000066"/>
              </a:solidFill>
              <a:latin typeface="ＭＳ Ｐゴシック" panose="020B0600070205080204" pitchFamily="50" charset="-128"/>
              <a:ea typeface="ＭＳ Ｐゴシック" panose="020B0600070205080204" pitchFamily="50" charset="-128"/>
            </a:endParaRPr>
          </a:p>
        </p:txBody>
      </p:sp>
      <p:sp>
        <p:nvSpPr>
          <p:cNvPr id="72" name="テキスト ボックス 71">
            <a:extLst>
              <a:ext uri="{FF2B5EF4-FFF2-40B4-BE49-F238E27FC236}">
                <a16:creationId xmlns:a16="http://schemas.microsoft.com/office/drawing/2014/main" id="{7C73F87E-2E9A-CA82-5D43-FD6B309CD3E2}"/>
              </a:ext>
            </a:extLst>
          </p:cNvPr>
          <p:cNvSpPr txBox="1"/>
          <p:nvPr/>
        </p:nvSpPr>
        <p:spPr>
          <a:xfrm>
            <a:off x="1341603" y="5389435"/>
            <a:ext cx="9491237" cy="369332"/>
          </a:xfrm>
          <a:prstGeom prst="rect">
            <a:avLst/>
          </a:prstGeom>
          <a:noFill/>
        </p:spPr>
        <p:txBody>
          <a:bodyPr wrap="square" rtlCol="0">
            <a:spAutoFit/>
          </a:bodyPr>
          <a:lstStyle/>
          <a:p>
            <a:r>
              <a:rPr lang="en-US" altLang="ja-JP" b="1" dirty="0">
                <a:solidFill>
                  <a:srgbClr val="000066"/>
                </a:solidFill>
                <a:latin typeface="ＭＳ Ｐゴシック" panose="020B0600070205080204" pitchFamily="50" charset="-128"/>
                <a:ea typeface="ＭＳ Ｐゴシック" panose="020B0600070205080204" pitchFamily="50" charset="-128"/>
              </a:rPr>
              <a:t>101</a:t>
            </a:r>
            <a:r>
              <a:rPr lang="ja-JP" altLang="en-US" b="1" dirty="0">
                <a:solidFill>
                  <a:srgbClr val="000066"/>
                </a:solidFill>
                <a:latin typeface="ＭＳ Ｐゴシック" panose="020B0600070205080204" pitchFamily="50" charset="-128"/>
                <a:ea typeface="ＭＳ Ｐゴシック" panose="020B0600070205080204" pitchFamily="50" charset="-128"/>
              </a:rPr>
              <a:t>　　山田　太郎・加藤　ハナコ　　　　　　　　　　　　　　　　　　　　東京電機大学</a:t>
            </a:r>
            <a:r>
              <a:rPr lang="en-US" altLang="ja-JP" b="1" dirty="0">
                <a:solidFill>
                  <a:srgbClr val="000066"/>
                </a:solidFill>
                <a:latin typeface="ＭＳ Ｐゴシック" panose="020B0600070205080204" pitchFamily="50" charset="-128"/>
                <a:ea typeface="ＭＳ Ｐゴシック" panose="020B0600070205080204" pitchFamily="50" charset="-128"/>
              </a:rPr>
              <a:t>/</a:t>
            </a:r>
            <a:r>
              <a:rPr lang="ja-JP" altLang="en-US" b="1" dirty="0">
                <a:solidFill>
                  <a:srgbClr val="000066"/>
                </a:solidFill>
                <a:latin typeface="ＭＳ Ｐゴシック" panose="020B0600070205080204" pitchFamily="50" charset="-128"/>
                <a:ea typeface="ＭＳ Ｐゴシック" panose="020B0600070205080204" pitchFamily="50" charset="-128"/>
              </a:rPr>
              <a:t>立教女子大学</a:t>
            </a:r>
            <a:endParaRPr kumimoji="1" lang="ja-JP" altLang="en-US" b="1" dirty="0">
              <a:solidFill>
                <a:srgbClr val="000066"/>
              </a:solidFill>
              <a:latin typeface="ＭＳ Ｐゴシック" panose="020B0600070205080204" pitchFamily="50" charset="-128"/>
              <a:ea typeface="ＭＳ Ｐゴシック" panose="020B0600070205080204" pitchFamily="50" charset="-128"/>
            </a:endParaRPr>
          </a:p>
        </p:txBody>
      </p:sp>
      <p:sp>
        <p:nvSpPr>
          <p:cNvPr id="73" name="テキスト ボックス 72">
            <a:extLst>
              <a:ext uri="{FF2B5EF4-FFF2-40B4-BE49-F238E27FC236}">
                <a16:creationId xmlns:a16="http://schemas.microsoft.com/office/drawing/2014/main" id="{4B16D405-2395-0A3C-323D-7648F4F874CF}"/>
              </a:ext>
            </a:extLst>
          </p:cNvPr>
          <p:cNvSpPr txBox="1"/>
          <p:nvPr/>
        </p:nvSpPr>
        <p:spPr>
          <a:xfrm>
            <a:off x="9409723" y="2025520"/>
            <a:ext cx="1423117" cy="369332"/>
          </a:xfrm>
          <a:prstGeom prst="rect">
            <a:avLst/>
          </a:prstGeom>
          <a:noFill/>
        </p:spPr>
        <p:txBody>
          <a:bodyPr wrap="square" rtlCol="0">
            <a:spAutoFit/>
          </a:bodyPr>
          <a:lstStyle/>
          <a:p>
            <a:r>
              <a:rPr kumimoji="1" lang="en-US" altLang="ja-JP" b="1">
                <a:solidFill>
                  <a:schemeClr val="bg1"/>
                </a:solidFill>
                <a:latin typeface="ＭＳ Ｐゴシック" panose="020B0600070205080204" pitchFamily="50" charset="-128"/>
                <a:ea typeface="ＭＳ Ｐゴシック" panose="020B0600070205080204" pitchFamily="50" charset="-128"/>
              </a:rPr>
              <a:t>Page 1 /  2</a:t>
            </a:r>
            <a:endParaRPr kumimoji="1" lang="ja-JP" altLang="en-US" b="1" dirty="0">
              <a:solidFill>
                <a:schemeClr val="bg1"/>
              </a:solidFill>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1405179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60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1+#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10" presetClass="exit" presetSubtype="0" fill="hold" grpId="1" nodeType="withEffect">
                                  <p:stCondLst>
                                    <p:cond delay="0"/>
                                  </p:stCondLst>
                                  <p:childTnLst>
                                    <p:animEffect transition="out" filter="fade">
                                      <p:cBhvr>
                                        <p:cTn id="10" dur="500"/>
                                        <p:tgtEl>
                                          <p:spTgt spid="21"/>
                                        </p:tgtEl>
                                      </p:cBhvr>
                                    </p:animEffect>
                                    <p:set>
                                      <p:cBhvr>
                                        <p:cTn id="11" dur="1" fill="hold">
                                          <p:stCondLst>
                                            <p:cond delay="499"/>
                                          </p:stCondLst>
                                        </p:cTn>
                                        <p:tgtEl>
                                          <p:spTgt spid="21"/>
                                        </p:tgtEl>
                                        <p:attrNameLst>
                                          <p:attrName>style.visibility</p:attrName>
                                        </p:attrNameLst>
                                      </p:cBhvr>
                                      <p:to>
                                        <p:strVal val="hidden"/>
                                      </p:to>
                                    </p:set>
                                  </p:childTnLst>
                                </p:cTn>
                              </p:par>
                              <p:par>
                                <p:cTn id="12" presetID="2" presetClass="entr" presetSubtype="2" fill="hold" grpId="0" nodeType="withEffect">
                                  <p:stCondLst>
                                    <p:cond delay="60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1+#ppt_w/2"/>
                                          </p:val>
                                        </p:tav>
                                        <p:tav tm="100000">
                                          <p:val>
                                            <p:strVal val="#ppt_x"/>
                                          </p:val>
                                        </p:tav>
                                      </p:tavLst>
                                    </p:anim>
                                    <p:anim calcmode="lin" valueType="num">
                                      <p:cBhvr additive="base">
                                        <p:cTn id="15" dur="500" fill="hold"/>
                                        <p:tgtEl>
                                          <p:spTgt spid="2"/>
                                        </p:tgtEl>
                                        <p:attrNameLst>
                                          <p:attrName>ppt_y</p:attrName>
                                        </p:attrNameLst>
                                      </p:cBhvr>
                                      <p:tavLst>
                                        <p:tav tm="0">
                                          <p:val>
                                            <p:strVal val="#ppt_y"/>
                                          </p:val>
                                        </p:tav>
                                        <p:tav tm="100000">
                                          <p:val>
                                            <p:strVal val="#ppt_y"/>
                                          </p:val>
                                        </p:tav>
                                      </p:tavLst>
                                    </p:anim>
                                  </p:childTnLst>
                                </p:cTn>
                              </p:par>
                              <p:par>
                                <p:cTn id="16" presetID="10" presetClass="exit" presetSubtype="0" fill="hold" grpId="1" nodeType="withEffect">
                                  <p:stCondLst>
                                    <p:cond delay="0"/>
                                  </p:stCondLst>
                                  <p:childTnLst>
                                    <p:animEffect transition="out" filter="fade">
                                      <p:cBhvr>
                                        <p:cTn id="17" dur="500"/>
                                        <p:tgtEl>
                                          <p:spTgt spid="2"/>
                                        </p:tgtEl>
                                      </p:cBhvr>
                                    </p:animEffect>
                                    <p:set>
                                      <p:cBhvr>
                                        <p:cTn id="18" dur="1" fill="hold">
                                          <p:stCondLst>
                                            <p:cond delay="499"/>
                                          </p:stCondLst>
                                        </p:cTn>
                                        <p:tgtEl>
                                          <p:spTgt spid="2"/>
                                        </p:tgtEl>
                                        <p:attrNameLst>
                                          <p:attrName>style.visibility</p:attrName>
                                        </p:attrNameLst>
                                      </p:cBhvr>
                                      <p:to>
                                        <p:strVal val="hidden"/>
                                      </p:to>
                                    </p:set>
                                  </p:childTnLst>
                                </p:cTn>
                              </p:par>
                              <p:par>
                                <p:cTn id="19" presetID="2" presetClass="entr" presetSubtype="2" fill="hold" grpId="0" nodeType="withEffect">
                                  <p:stCondLst>
                                    <p:cond delay="60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1+#ppt_w/2"/>
                                          </p:val>
                                        </p:tav>
                                        <p:tav tm="100000">
                                          <p:val>
                                            <p:strVal val="#ppt_x"/>
                                          </p:val>
                                        </p:tav>
                                      </p:tavLst>
                                    </p:anim>
                                    <p:anim calcmode="lin" valueType="num">
                                      <p:cBhvr additive="base">
                                        <p:cTn id="22" dur="500" fill="hold"/>
                                        <p:tgtEl>
                                          <p:spTgt spid="3"/>
                                        </p:tgtEl>
                                        <p:attrNameLst>
                                          <p:attrName>ppt_y</p:attrName>
                                        </p:attrNameLst>
                                      </p:cBhvr>
                                      <p:tavLst>
                                        <p:tav tm="0">
                                          <p:val>
                                            <p:strVal val="#ppt_y"/>
                                          </p:val>
                                        </p:tav>
                                        <p:tav tm="100000">
                                          <p:val>
                                            <p:strVal val="#ppt_y"/>
                                          </p:val>
                                        </p:tav>
                                      </p:tavLst>
                                    </p:anim>
                                  </p:childTnLst>
                                </p:cTn>
                              </p:par>
                              <p:par>
                                <p:cTn id="23" presetID="10" presetClass="exit" presetSubtype="0" fill="hold" grpId="1" nodeType="withEffect">
                                  <p:stCondLst>
                                    <p:cond delay="0"/>
                                  </p:stCondLst>
                                  <p:childTnLst>
                                    <p:animEffect transition="out" filter="fade">
                                      <p:cBhvr>
                                        <p:cTn id="24" dur="500"/>
                                        <p:tgtEl>
                                          <p:spTgt spid="3"/>
                                        </p:tgtEl>
                                      </p:cBhvr>
                                    </p:animEffect>
                                    <p:set>
                                      <p:cBhvr>
                                        <p:cTn id="25" dur="1" fill="hold">
                                          <p:stCondLst>
                                            <p:cond delay="499"/>
                                          </p:stCondLst>
                                        </p:cTn>
                                        <p:tgtEl>
                                          <p:spTgt spid="3"/>
                                        </p:tgtEl>
                                        <p:attrNameLst>
                                          <p:attrName>style.visibility</p:attrName>
                                        </p:attrNameLst>
                                      </p:cBhvr>
                                      <p:to>
                                        <p:strVal val="hidden"/>
                                      </p:to>
                                    </p:set>
                                  </p:childTnLst>
                                </p:cTn>
                              </p:par>
                              <p:par>
                                <p:cTn id="26" presetID="2" presetClass="entr" presetSubtype="2" fill="hold" grpId="0" nodeType="withEffect">
                                  <p:stCondLst>
                                    <p:cond delay="600"/>
                                  </p:stCondLst>
                                  <p:childTnLst>
                                    <p:set>
                                      <p:cBhvr>
                                        <p:cTn id="27" dur="1" fill="hold">
                                          <p:stCondLst>
                                            <p:cond delay="0"/>
                                          </p:stCondLst>
                                        </p:cTn>
                                        <p:tgtEl>
                                          <p:spTgt spid="30"/>
                                        </p:tgtEl>
                                        <p:attrNameLst>
                                          <p:attrName>style.visibility</p:attrName>
                                        </p:attrNameLst>
                                      </p:cBhvr>
                                      <p:to>
                                        <p:strVal val="visible"/>
                                      </p:to>
                                    </p:set>
                                    <p:anim calcmode="lin" valueType="num">
                                      <p:cBhvr additive="base">
                                        <p:cTn id="28" dur="500" fill="hold"/>
                                        <p:tgtEl>
                                          <p:spTgt spid="30"/>
                                        </p:tgtEl>
                                        <p:attrNameLst>
                                          <p:attrName>ppt_x</p:attrName>
                                        </p:attrNameLst>
                                      </p:cBhvr>
                                      <p:tavLst>
                                        <p:tav tm="0">
                                          <p:val>
                                            <p:strVal val="1+#ppt_w/2"/>
                                          </p:val>
                                        </p:tav>
                                        <p:tav tm="100000">
                                          <p:val>
                                            <p:strVal val="#ppt_x"/>
                                          </p:val>
                                        </p:tav>
                                      </p:tavLst>
                                    </p:anim>
                                    <p:anim calcmode="lin" valueType="num">
                                      <p:cBhvr additive="base">
                                        <p:cTn id="29" dur="500" fill="hold"/>
                                        <p:tgtEl>
                                          <p:spTgt spid="30"/>
                                        </p:tgtEl>
                                        <p:attrNameLst>
                                          <p:attrName>ppt_y</p:attrName>
                                        </p:attrNameLst>
                                      </p:cBhvr>
                                      <p:tavLst>
                                        <p:tav tm="0">
                                          <p:val>
                                            <p:strVal val="#ppt_y"/>
                                          </p:val>
                                        </p:tav>
                                        <p:tav tm="100000">
                                          <p:val>
                                            <p:strVal val="#ppt_y"/>
                                          </p:val>
                                        </p:tav>
                                      </p:tavLst>
                                    </p:anim>
                                  </p:childTnLst>
                                </p:cTn>
                              </p:par>
                              <p:par>
                                <p:cTn id="30" presetID="10" presetClass="exit" presetSubtype="0" fill="hold" grpId="1" nodeType="withEffect">
                                  <p:stCondLst>
                                    <p:cond delay="0"/>
                                  </p:stCondLst>
                                  <p:childTnLst>
                                    <p:animEffect transition="out" filter="fade">
                                      <p:cBhvr>
                                        <p:cTn id="31" dur="500"/>
                                        <p:tgtEl>
                                          <p:spTgt spid="30"/>
                                        </p:tgtEl>
                                      </p:cBhvr>
                                    </p:animEffect>
                                    <p:set>
                                      <p:cBhvr>
                                        <p:cTn id="32" dur="1" fill="hold">
                                          <p:stCondLst>
                                            <p:cond delay="499"/>
                                          </p:stCondLst>
                                        </p:cTn>
                                        <p:tgtEl>
                                          <p:spTgt spid="30"/>
                                        </p:tgtEl>
                                        <p:attrNameLst>
                                          <p:attrName>style.visibility</p:attrName>
                                        </p:attrNameLst>
                                      </p:cBhvr>
                                      <p:to>
                                        <p:strVal val="hidden"/>
                                      </p:to>
                                    </p:set>
                                  </p:childTnLst>
                                </p:cTn>
                              </p:par>
                              <p:par>
                                <p:cTn id="33" presetID="2" presetClass="entr" presetSubtype="2" fill="hold" grpId="0" nodeType="withEffect">
                                  <p:stCondLst>
                                    <p:cond delay="60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500" fill="hold"/>
                                        <p:tgtEl>
                                          <p:spTgt spid="17"/>
                                        </p:tgtEl>
                                        <p:attrNameLst>
                                          <p:attrName>ppt_x</p:attrName>
                                        </p:attrNameLst>
                                      </p:cBhvr>
                                      <p:tavLst>
                                        <p:tav tm="0">
                                          <p:val>
                                            <p:strVal val="1+#ppt_w/2"/>
                                          </p:val>
                                        </p:tav>
                                        <p:tav tm="100000">
                                          <p:val>
                                            <p:strVal val="#ppt_x"/>
                                          </p:val>
                                        </p:tav>
                                      </p:tavLst>
                                    </p:anim>
                                    <p:anim calcmode="lin" valueType="num">
                                      <p:cBhvr additive="base">
                                        <p:cTn id="36" dur="500" fill="hold"/>
                                        <p:tgtEl>
                                          <p:spTgt spid="17"/>
                                        </p:tgtEl>
                                        <p:attrNameLst>
                                          <p:attrName>ppt_y</p:attrName>
                                        </p:attrNameLst>
                                      </p:cBhvr>
                                      <p:tavLst>
                                        <p:tav tm="0">
                                          <p:val>
                                            <p:strVal val="#ppt_y"/>
                                          </p:val>
                                        </p:tav>
                                        <p:tav tm="100000">
                                          <p:val>
                                            <p:strVal val="#ppt_y"/>
                                          </p:val>
                                        </p:tav>
                                      </p:tavLst>
                                    </p:anim>
                                  </p:childTnLst>
                                </p:cTn>
                              </p:par>
                              <p:par>
                                <p:cTn id="37" presetID="10" presetClass="exit" presetSubtype="0" fill="hold" grpId="1" nodeType="withEffect">
                                  <p:stCondLst>
                                    <p:cond delay="0"/>
                                  </p:stCondLst>
                                  <p:childTnLst>
                                    <p:animEffect transition="out" filter="fade">
                                      <p:cBhvr>
                                        <p:cTn id="38" dur="500"/>
                                        <p:tgtEl>
                                          <p:spTgt spid="17"/>
                                        </p:tgtEl>
                                      </p:cBhvr>
                                    </p:animEffect>
                                    <p:set>
                                      <p:cBhvr>
                                        <p:cTn id="39" dur="1" fill="hold">
                                          <p:stCondLst>
                                            <p:cond delay="499"/>
                                          </p:stCondLst>
                                        </p:cTn>
                                        <p:tgtEl>
                                          <p:spTgt spid="17"/>
                                        </p:tgtEl>
                                        <p:attrNameLst>
                                          <p:attrName>style.visibility</p:attrName>
                                        </p:attrNameLst>
                                      </p:cBhvr>
                                      <p:to>
                                        <p:strVal val="hidden"/>
                                      </p:to>
                                    </p:set>
                                  </p:childTnLst>
                                </p:cTn>
                              </p:par>
                              <p:par>
                                <p:cTn id="40" presetID="2" presetClass="entr" presetSubtype="2" fill="hold" grpId="0" nodeType="withEffect">
                                  <p:stCondLst>
                                    <p:cond delay="600"/>
                                  </p:stCondLst>
                                  <p:childTnLst>
                                    <p:set>
                                      <p:cBhvr>
                                        <p:cTn id="41" dur="1" fill="hold">
                                          <p:stCondLst>
                                            <p:cond delay="0"/>
                                          </p:stCondLst>
                                        </p:cTn>
                                        <p:tgtEl>
                                          <p:spTgt spid="25"/>
                                        </p:tgtEl>
                                        <p:attrNameLst>
                                          <p:attrName>style.visibility</p:attrName>
                                        </p:attrNameLst>
                                      </p:cBhvr>
                                      <p:to>
                                        <p:strVal val="visible"/>
                                      </p:to>
                                    </p:set>
                                    <p:anim calcmode="lin" valueType="num">
                                      <p:cBhvr additive="base">
                                        <p:cTn id="42" dur="500" fill="hold"/>
                                        <p:tgtEl>
                                          <p:spTgt spid="25"/>
                                        </p:tgtEl>
                                        <p:attrNameLst>
                                          <p:attrName>ppt_x</p:attrName>
                                        </p:attrNameLst>
                                      </p:cBhvr>
                                      <p:tavLst>
                                        <p:tav tm="0">
                                          <p:val>
                                            <p:strVal val="1+#ppt_w/2"/>
                                          </p:val>
                                        </p:tav>
                                        <p:tav tm="100000">
                                          <p:val>
                                            <p:strVal val="#ppt_x"/>
                                          </p:val>
                                        </p:tav>
                                      </p:tavLst>
                                    </p:anim>
                                    <p:anim calcmode="lin" valueType="num">
                                      <p:cBhvr additive="base">
                                        <p:cTn id="43" dur="500" fill="hold"/>
                                        <p:tgtEl>
                                          <p:spTgt spid="25"/>
                                        </p:tgtEl>
                                        <p:attrNameLst>
                                          <p:attrName>ppt_y</p:attrName>
                                        </p:attrNameLst>
                                      </p:cBhvr>
                                      <p:tavLst>
                                        <p:tav tm="0">
                                          <p:val>
                                            <p:strVal val="#ppt_y"/>
                                          </p:val>
                                        </p:tav>
                                        <p:tav tm="100000">
                                          <p:val>
                                            <p:strVal val="#ppt_y"/>
                                          </p:val>
                                        </p:tav>
                                      </p:tavLst>
                                    </p:anim>
                                  </p:childTnLst>
                                </p:cTn>
                              </p:par>
                              <p:par>
                                <p:cTn id="44" presetID="10" presetClass="exit" presetSubtype="0" fill="hold" grpId="1" nodeType="withEffect">
                                  <p:stCondLst>
                                    <p:cond delay="0"/>
                                  </p:stCondLst>
                                  <p:childTnLst>
                                    <p:animEffect transition="out" filter="fade">
                                      <p:cBhvr>
                                        <p:cTn id="45" dur="500"/>
                                        <p:tgtEl>
                                          <p:spTgt spid="25"/>
                                        </p:tgtEl>
                                      </p:cBhvr>
                                    </p:animEffect>
                                    <p:set>
                                      <p:cBhvr>
                                        <p:cTn id="46" dur="1" fill="hold">
                                          <p:stCondLst>
                                            <p:cond delay="499"/>
                                          </p:stCondLst>
                                        </p:cTn>
                                        <p:tgtEl>
                                          <p:spTgt spid="25"/>
                                        </p:tgtEl>
                                        <p:attrNameLst>
                                          <p:attrName>style.visibility</p:attrName>
                                        </p:attrNameLst>
                                      </p:cBhvr>
                                      <p:to>
                                        <p:strVal val="hidden"/>
                                      </p:to>
                                    </p:set>
                                  </p:childTnLst>
                                </p:cTn>
                              </p:par>
                              <p:par>
                                <p:cTn id="47" presetID="2" presetClass="entr" presetSubtype="2" fill="hold" grpId="0" nodeType="withEffect">
                                  <p:stCondLst>
                                    <p:cond delay="600"/>
                                  </p:stCondLst>
                                  <p:childTnLst>
                                    <p:set>
                                      <p:cBhvr>
                                        <p:cTn id="48" dur="1" fill="hold">
                                          <p:stCondLst>
                                            <p:cond delay="0"/>
                                          </p:stCondLst>
                                        </p:cTn>
                                        <p:tgtEl>
                                          <p:spTgt spid="26"/>
                                        </p:tgtEl>
                                        <p:attrNameLst>
                                          <p:attrName>style.visibility</p:attrName>
                                        </p:attrNameLst>
                                      </p:cBhvr>
                                      <p:to>
                                        <p:strVal val="visible"/>
                                      </p:to>
                                    </p:set>
                                    <p:anim calcmode="lin" valueType="num">
                                      <p:cBhvr additive="base">
                                        <p:cTn id="49" dur="500" fill="hold"/>
                                        <p:tgtEl>
                                          <p:spTgt spid="26"/>
                                        </p:tgtEl>
                                        <p:attrNameLst>
                                          <p:attrName>ppt_x</p:attrName>
                                        </p:attrNameLst>
                                      </p:cBhvr>
                                      <p:tavLst>
                                        <p:tav tm="0">
                                          <p:val>
                                            <p:strVal val="1+#ppt_w/2"/>
                                          </p:val>
                                        </p:tav>
                                        <p:tav tm="100000">
                                          <p:val>
                                            <p:strVal val="#ppt_x"/>
                                          </p:val>
                                        </p:tav>
                                      </p:tavLst>
                                    </p:anim>
                                    <p:anim calcmode="lin" valueType="num">
                                      <p:cBhvr additive="base">
                                        <p:cTn id="50" dur="500" fill="hold"/>
                                        <p:tgtEl>
                                          <p:spTgt spid="26"/>
                                        </p:tgtEl>
                                        <p:attrNameLst>
                                          <p:attrName>ppt_y</p:attrName>
                                        </p:attrNameLst>
                                      </p:cBhvr>
                                      <p:tavLst>
                                        <p:tav tm="0">
                                          <p:val>
                                            <p:strVal val="#ppt_y"/>
                                          </p:val>
                                        </p:tav>
                                        <p:tav tm="100000">
                                          <p:val>
                                            <p:strVal val="#ppt_y"/>
                                          </p:val>
                                        </p:tav>
                                      </p:tavLst>
                                    </p:anim>
                                  </p:childTnLst>
                                </p:cTn>
                              </p:par>
                              <p:par>
                                <p:cTn id="51" presetID="10" presetClass="exit" presetSubtype="0" fill="hold" grpId="1" nodeType="withEffect">
                                  <p:stCondLst>
                                    <p:cond delay="0"/>
                                  </p:stCondLst>
                                  <p:childTnLst>
                                    <p:animEffect transition="out" filter="fade">
                                      <p:cBhvr>
                                        <p:cTn id="52" dur="500"/>
                                        <p:tgtEl>
                                          <p:spTgt spid="26"/>
                                        </p:tgtEl>
                                      </p:cBhvr>
                                    </p:animEffect>
                                    <p:set>
                                      <p:cBhvr>
                                        <p:cTn id="53" dur="1" fill="hold">
                                          <p:stCondLst>
                                            <p:cond delay="499"/>
                                          </p:stCondLst>
                                        </p:cTn>
                                        <p:tgtEl>
                                          <p:spTgt spid="26"/>
                                        </p:tgtEl>
                                        <p:attrNameLst>
                                          <p:attrName>style.visibility</p:attrName>
                                        </p:attrNameLst>
                                      </p:cBhvr>
                                      <p:to>
                                        <p:strVal val="hidden"/>
                                      </p:to>
                                    </p:set>
                                  </p:childTnLst>
                                </p:cTn>
                              </p:par>
                              <p:par>
                                <p:cTn id="54" presetID="2" presetClass="entr" presetSubtype="2" fill="hold" grpId="0" nodeType="withEffect">
                                  <p:stCondLst>
                                    <p:cond delay="600"/>
                                  </p:stCondLst>
                                  <p:childTnLst>
                                    <p:set>
                                      <p:cBhvr>
                                        <p:cTn id="55" dur="1" fill="hold">
                                          <p:stCondLst>
                                            <p:cond delay="0"/>
                                          </p:stCondLst>
                                        </p:cTn>
                                        <p:tgtEl>
                                          <p:spTgt spid="27"/>
                                        </p:tgtEl>
                                        <p:attrNameLst>
                                          <p:attrName>style.visibility</p:attrName>
                                        </p:attrNameLst>
                                      </p:cBhvr>
                                      <p:to>
                                        <p:strVal val="visible"/>
                                      </p:to>
                                    </p:set>
                                    <p:anim calcmode="lin" valueType="num">
                                      <p:cBhvr additive="base">
                                        <p:cTn id="56" dur="500" fill="hold"/>
                                        <p:tgtEl>
                                          <p:spTgt spid="27"/>
                                        </p:tgtEl>
                                        <p:attrNameLst>
                                          <p:attrName>ppt_x</p:attrName>
                                        </p:attrNameLst>
                                      </p:cBhvr>
                                      <p:tavLst>
                                        <p:tav tm="0">
                                          <p:val>
                                            <p:strVal val="1+#ppt_w/2"/>
                                          </p:val>
                                        </p:tav>
                                        <p:tav tm="100000">
                                          <p:val>
                                            <p:strVal val="#ppt_x"/>
                                          </p:val>
                                        </p:tav>
                                      </p:tavLst>
                                    </p:anim>
                                    <p:anim calcmode="lin" valueType="num">
                                      <p:cBhvr additive="base">
                                        <p:cTn id="57" dur="500" fill="hold"/>
                                        <p:tgtEl>
                                          <p:spTgt spid="27"/>
                                        </p:tgtEl>
                                        <p:attrNameLst>
                                          <p:attrName>ppt_y</p:attrName>
                                        </p:attrNameLst>
                                      </p:cBhvr>
                                      <p:tavLst>
                                        <p:tav tm="0">
                                          <p:val>
                                            <p:strVal val="#ppt_y"/>
                                          </p:val>
                                        </p:tav>
                                        <p:tav tm="100000">
                                          <p:val>
                                            <p:strVal val="#ppt_y"/>
                                          </p:val>
                                        </p:tav>
                                      </p:tavLst>
                                    </p:anim>
                                  </p:childTnLst>
                                </p:cTn>
                              </p:par>
                              <p:par>
                                <p:cTn id="58" presetID="10" presetClass="exit" presetSubtype="0" fill="hold" grpId="1" nodeType="withEffect">
                                  <p:stCondLst>
                                    <p:cond delay="0"/>
                                  </p:stCondLst>
                                  <p:childTnLst>
                                    <p:animEffect transition="out" filter="fade">
                                      <p:cBhvr>
                                        <p:cTn id="59" dur="500"/>
                                        <p:tgtEl>
                                          <p:spTgt spid="27"/>
                                        </p:tgtEl>
                                      </p:cBhvr>
                                    </p:animEffect>
                                    <p:set>
                                      <p:cBhvr>
                                        <p:cTn id="60" dur="1" fill="hold">
                                          <p:stCondLst>
                                            <p:cond delay="499"/>
                                          </p:stCondLst>
                                        </p:cTn>
                                        <p:tgtEl>
                                          <p:spTgt spid="27"/>
                                        </p:tgtEl>
                                        <p:attrNameLst>
                                          <p:attrName>style.visibility</p:attrName>
                                        </p:attrNameLst>
                                      </p:cBhvr>
                                      <p:to>
                                        <p:strVal val="hidden"/>
                                      </p:to>
                                    </p:set>
                                  </p:childTnLst>
                                </p:cTn>
                              </p:par>
                              <p:par>
                                <p:cTn id="61" presetID="2" presetClass="entr" presetSubtype="2" fill="hold" grpId="0" nodeType="withEffect">
                                  <p:stCondLst>
                                    <p:cond delay="600"/>
                                  </p:stCondLst>
                                  <p:childTnLst>
                                    <p:set>
                                      <p:cBhvr>
                                        <p:cTn id="62" dur="1" fill="hold">
                                          <p:stCondLst>
                                            <p:cond delay="0"/>
                                          </p:stCondLst>
                                        </p:cTn>
                                        <p:tgtEl>
                                          <p:spTgt spid="28"/>
                                        </p:tgtEl>
                                        <p:attrNameLst>
                                          <p:attrName>style.visibility</p:attrName>
                                        </p:attrNameLst>
                                      </p:cBhvr>
                                      <p:to>
                                        <p:strVal val="visible"/>
                                      </p:to>
                                    </p:set>
                                    <p:anim calcmode="lin" valueType="num">
                                      <p:cBhvr additive="base">
                                        <p:cTn id="63" dur="500" fill="hold"/>
                                        <p:tgtEl>
                                          <p:spTgt spid="28"/>
                                        </p:tgtEl>
                                        <p:attrNameLst>
                                          <p:attrName>ppt_x</p:attrName>
                                        </p:attrNameLst>
                                      </p:cBhvr>
                                      <p:tavLst>
                                        <p:tav tm="0">
                                          <p:val>
                                            <p:strVal val="1+#ppt_w/2"/>
                                          </p:val>
                                        </p:tav>
                                        <p:tav tm="100000">
                                          <p:val>
                                            <p:strVal val="#ppt_x"/>
                                          </p:val>
                                        </p:tav>
                                      </p:tavLst>
                                    </p:anim>
                                    <p:anim calcmode="lin" valueType="num">
                                      <p:cBhvr additive="base">
                                        <p:cTn id="64" dur="500" fill="hold"/>
                                        <p:tgtEl>
                                          <p:spTgt spid="28"/>
                                        </p:tgtEl>
                                        <p:attrNameLst>
                                          <p:attrName>ppt_y</p:attrName>
                                        </p:attrNameLst>
                                      </p:cBhvr>
                                      <p:tavLst>
                                        <p:tav tm="0">
                                          <p:val>
                                            <p:strVal val="#ppt_y"/>
                                          </p:val>
                                        </p:tav>
                                        <p:tav tm="100000">
                                          <p:val>
                                            <p:strVal val="#ppt_y"/>
                                          </p:val>
                                        </p:tav>
                                      </p:tavLst>
                                    </p:anim>
                                  </p:childTnLst>
                                </p:cTn>
                              </p:par>
                              <p:par>
                                <p:cTn id="65" presetID="10" presetClass="exit" presetSubtype="0" fill="hold" grpId="1" nodeType="withEffect">
                                  <p:stCondLst>
                                    <p:cond delay="0"/>
                                  </p:stCondLst>
                                  <p:childTnLst>
                                    <p:animEffect transition="out" filter="fade">
                                      <p:cBhvr>
                                        <p:cTn id="66" dur="500"/>
                                        <p:tgtEl>
                                          <p:spTgt spid="28"/>
                                        </p:tgtEl>
                                      </p:cBhvr>
                                    </p:animEffect>
                                    <p:set>
                                      <p:cBhvr>
                                        <p:cTn id="67" dur="1" fill="hold">
                                          <p:stCondLst>
                                            <p:cond delay="499"/>
                                          </p:stCondLst>
                                        </p:cTn>
                                        <p:tgtEl>
                                          <p:spTgt spid="28"/>
                                        </p:tgtEl>
                                        <p:attrNameLst>
                                          <p:attrName>style.visibility</p:attrName>
                                        </p:attrNameLst>
                                      </p:cBhvr>
                                      <p:to>
                                        <p:strVal val="hidden"/>
                                      </p:to>
                                    </p:set>
                                  </p:childTnLst>
                                </p:cTn>
                              </p:par>
                              <p:par>
                                <p:cTn id="68" presetID="2" presetClass="entr" presetSubtype="2" fill="hold" grpId="0" nodeType="withEffect">
                                  <p:stCondLst>
                                    <p:cond delay="600"/>
                                  </p:stCondLst>
                                  <p:childTnLst>
                                    <p:set>
                                      <p:cBhvr>
                                        <p:cTn id="69" dur="1" fill="hold">
                                          <p:stCondLst>
                                            <p:cond delay="0"/>
                                          </p:stCondLst>
                                        </p:cTn>
                                        <p:tgtEl>
                                          <p:spTgt spid="32"/>
                                        </p:tgtEl>
                                        <p:attrNameLst>
                                          <p:attrName>style.visibility</p:attrName>
                                        </p:attrNameLst>
                                      </p:cBhvr>
                                      <p:to>
                                        <p:strVal val="visible"/>
                                      </p:to>
                                    </p:set>
                                    <p:anim calcmode="lin" valueType="num">
                                      <p:cBhvr additive="base">
                                        <p:cTn id="70" dur="500" fill="hold"/>
                                        <p:tgtEl>
                                          <p:spTgt spid="32"/>
                                        </p:tgtEl>
                                        <p:attrNameLst>
                                          <p:attrName>ppt_x</p:attrName>
                                        </p:attrNameLst>
                                      </p:cBhvr>
                                      <p:tavLst>
                                        <p:tav tm="0">
                                          <p:val>
                                            <p:strVal val="1+#ppt_w/2"/>
                                          </p:val>
                                        </p:tav>
                                        <p:tav tm="100000">
                                          <p:val>
                                            <p:strVal val="#ppt_x"/>
                                          </p:val>
                                        </p:tav>
                                      </p:tavLst>
                                    </p:anim>
                                    <p:anim calcmode="lin" valueType="num">
                                      <p:cBhvr additive="base">
                                        <p:cTn id="71" dur="500" fill="hold"/>
                                        <p:tgtEl>
                                          <p:spTgt spid="32"/>
                                        </p:tgtEl>
                                        <p:attrNameLst>
                                          <p:attrName>ppt_y</p:attrName>
                                        </p:attrNameLst>
                                      </p:cBhvr>
                                      <p:tavLst>
                                        <p:tav tm="0">
                                          <p:val>
                                            <p:strVal val="#ppt_y"/>
                                          </p:val>
                                        </p:tav>
                                        <p:tav tm="100000">
                                          <p:val>
                                            <p:strVal val="#ppt_y"/>
                                          </p:val>
                                        </p:tav>
                                      </p:tavLst>
                                    </p:anim>
                                  </p:childTnLst>
                                </p:cTn>
                              </p:par>
                              <p:par>
                                <p:cTn id="72" presetID="10" presetClass="exit" presetSubtype="0" fill="hold" grpId="1" nodeType="withEffect">
                                  <p:stCondLst>
                                    <p:cond delay="0"/>
                                  </p:stCondLst>
                                  <p:childTnLst>
                                    <p:animEffect transition="out" filter="fade">
                                      <p:cBhvr>
                                        <p:cTn id="73" dur="500"/>
                                        <p:tgtEl>
                                          <p:spTgt spid="32"/>
                                        </p:tgtEl>
                                      </p:cBhvr>
                                    </p:animEffect>
                                    <p:set>
                                      <p:cBhvr>
                                        <p:cTn id="74" dur="1" fill="hold">
                                          <p:stCondLst>
                                            <p:cond delay="499"/>
                                          </p:stCondLst>
                                        </p:cTn>
                                        <p:tgtEl>
                                          <p:spTgt spid="32"/>
                                        </p:tgtEl>
                                        <p:attrNameLst>
                                          <p:attrName>style.visibility</p:attrName>
                                        </p:attrNameLst>
                                      </p:cBhvr>
                                      <p:to>
                                        <p:strVal val="hidden"/>
                                      </p:to>
                                    </p:set>
                                  </p:childTnLst>
                                </p:cTn>
                              </p:par>
                              <p:par>
                                <p:cTn id="75" presetID="2" presetClass="entr" presetSubtype="2" fill="hold" grpId="0" nodeType="withEffect">
                                  <p:stCondLst>
                                    <p:cond delay="600"/>
                                  </p:stCondLst>
                                  <p:childTnLst>
                                    <p:set>
                                      <p:cBhvr>
                                        <p:cTn id="76" dur="1" fill="hold">
                                          <p:stCondLst>
                                            <p:cond delay="0"/>
                                          </p:stCondLst>
                                        </p:cTn>
                                        <p:tgtEl>
                                          <p:spTgt spid="33"/>
                                        </p:tgtEl>
                                        <p:attrNameLst>
                                          <p:attrName>style.visibility</p:attrName>
                                        </p:attrNameLst>
                                      </p:cBhvr>
                                      <p:to>
                                        <p:strVal val="visible"/>
                                      </p:to>
                                    </p:set>
                                    <p:anim calcmode="lin" valueType="num">
                                      <p:cBhvr additive="base">
                                        <p:cTn id="77" dur="500" fill="hold"/>
                                        <p:tgtEl>
                                          <p:spTgt spid="33"/>
                                        </p:tgtEl>
                                        <p:attrNameLst>
                                          <p:attrName>ppt_x</p:attrName>
                                        </p:attrNameLst>
                                      </p:cBhvr>
                                      <p:tavLst>
                                        <p:tav tm="0">
                                          <p:val>
                                            <p:strVal val="1+#ppt_w/2"/>
                                          </p:val>
                                        </p:tav>
                                        <p:tav tm="100000">
                                          <p:val>
                                            <p:strVal val="#ppt_x"/>
                                          </p:val>
                                        </p:tav>
                                      </p:tavLst>
                                    </p:anim>
                                    <p:anim calcmode="lin" valueType="num">
                                      <p:cBhvr additive="base">
                                        <p:cTn id="78" dur="500" fill="hold"/>
                                        <p:tgtEl>
                                          <p:spTgt spid="33"/>
                                        </p:tgtEl>
                                        <p:attrNameLst>
                                          <p:attrName>ppt_y</p:attrName>
                                        </p:attrNameLst>
                                      </p:cBhvr>
                                      <p:tavLst>
                                        <p:tav tm="0">
                                          <p:val>
                                            <p:strVal val="#ppt_y"/>
                                          </p:val>
                                        </p:tav>
                                        <p:tav tm="100000">
                                          <p:val>
                                            <p:strVal val="#ppt_y"/>
                                          </p:val>
                                        </p:tav>
                                      </p:tavLst>
                                    </p:anim>
                                  </p:childTnLst>
                                </p:cTn>
                              </p:par>
                              <p:par>
                                <p:cTn id="79" presetID="10" presetClass="exit" presetSubtype="0" fill="hold" grpId="1" nodeType="withEffect">
                                  <p:stCondLst>
                                    <p:cond delay="0"/>
                                  </p:stCondLst>
                                  <p:childTnLst>
                                    <p:animEffect transition="out" filter="fade">
                                      <p:cBhvr>
                                        <p:cTn id="80" dur="500"/>
                                        <p:tgtEl>
                                          <p:spTgt spid="33"/>
                                        </p:tgtEl>
                                      </p:cBhvr>
                                    </p:animEffect>
                                    <p:set>
                                      <p:cBhvr>
                                        <p:cTn id="81" dur="1" fill="hold">
                                          <p:stCondLst>
                                            <p:cond delay="499"/>
                                          </p:stCondLst>
                                        </p:cTn>
                                        <p:tgtEl>
                                          <p:spTgt spid="33"/>
                                        </p:tgtEl>
                                        <p:attrNameLst>
                                          <p:attrName>style.visibility</p:attrName>
                                        </p:attrNameLst>
                                      </p:cBhvr>
                                      <p:to>
                                        <p:strVal val="hidden"/>
                                      </p:to>
                                    </p:set>
                                  </p:childTnLst>
                                </p:cTn>
                              </p:par>
                              <p:par>
                                <p:cTn id="82" presetID="2" presetClass="entr" presetSubtype="2" fill="hold" grpId="0" nodeType="withEffect">
                                  <p:stCondLst>
                                    <p:cond delay="600"/>
                                  </p:stCondLst>
                                  <p:childTnLst>
                                    <p:set>
                                      <p:cBhvr>
                                        <p:cTn id="83" dur="1" fill="hold">
                                          <p:stCondLst>
                                            <p:cond delay="0"/>
                                          </p:stCondLst>
                                        </p:cTn>
                                        <p:tgtEl>
                                          <p:spTgt spid="53"/>
                                        </p:tgtEl>
                                        <p:attrNameLst>
                                          <p:attrName>style.visibility</p:attrName>
                                        </p:attrNameLst>
                                      </p:cBhvr>
                                      <p:to>
                                        <p:strVal val="visible"/>
                                      </p:to>
                                    </p:set>
                                    <p:anim calcmode="lin" valueType="num">
                                      <p:cBhvr additive="base">
                                        <p:cTn id="84" dur="500" fill="hold"/>
                                        <p:tgtEl>
                                          <p:spTgt spid="53"/>
                                        </p:tgtEl>
                                        <p:attrNameLst>
                                          <p:attrName>ppt_x</p:attrName>
                                        </p:attrNameLst>
                                      </p:cBhvr>
                                      <p:tavLst>
                                        <p:tav tm="0">
                                          <p:val>
                                            <p:strVal val="1+#ppt_w/2"/>
                                          </p:val>
                                        </p:tav>
                                        <p:tav tm="100000">
                                          <p:val>
                                            <p:strVal val="#ppt_x"/>
                                          </p:val>
                                        </p:tav>
                                      </p:tavLst>
                                    </p:anim>
                                    <p:anim calcmode="lin" valueType="num">
                                      <p:cBhvr additive="base">
                                        <p:cTn id="85" dur="500" fill="hold"/>
                                        <p:tgtEl>
                                          <p:spTgt spid="53"/>
                                        </p:tgtEl>
                                        <p:attrNameLst>
                                          <p:attrName>ppt_y</p:attrName>
                                        </p:attrNameLst>
                                      </p:cBhvr>
                                      <p:tavLst>
                                        <p:tav tm="0">
                                          <p:val>
                                            <p:strVal val="#ppt_y"/>
                                          </p:val>
                                        </p:tav>
                                        <p:tav tm="100000">
                                          <p:val>
                                            <p:strVal val="#ppt_y"/>
                                          </p:val>
                                        </p:tav>
                                      </p:tavLst>
                                    </p:anim>
                                  </p:childTnLst>
                                </p:cTn>
                              </p:par>
                              <p:par>
                                <p:cTn id="86" presetID="10" presetClass="exit" presetSubtype="0" fill="hold" grpId="1" nodeType="withEffect">
                                  <p:stCondLst>
                                    <p:cond delay="0"/>
                                  </p:stCondLst>
                                  <p:childTnLst>
                                    <p:animEffect transition="out" filter="fade">
                                      <p:cBhvr>
                                        <p:cTn id="87" dur="500"/>
                                        <p:tgtEl>
                                          <p:spTgt spid="53"/>
                                        </p:tgtEl>
                                      </p:cBhvr>
                                    </p:animEffect>
                                    <p:set>
                                      <p:cBhvr>
                                        <p:cTn id="88" dur="1" fill="hold">
                                          <p:stCondLst>
                                            <p:cond delay="499"/>
                                          </p:stCondLst>
                                        </p:cTn>
                                        <p:tgtEl>
                                          <p:spTgt spid="53"/>
                                        </p:tgtEl>
                                        <p:attrNameLst>
                                          <p:attrName>style.visibility</p:attrName>
                                        </p:attrNameLst>
                                      </p:cBhvr>
                                      <p:to>
                                        <p:strVal val="hidden"/>
                                      </p:to>
                                    </p:set>
                                  </p:childTnLst>
                                </p:cTn>
                              </p:par>
                              <p:par>
                                <p:cTn id="89" presetID="2" presetClass="entr" presetSubtype="2" fill="hold" grpId="0" nodeType="withEffect">
                                  <p:stCondLst>
                                    <p:cond delay="600"/>
                                  </p:stCondLst>
                                  <p:childTnLst>
                                    <p:set>
                                      <p:cBhvr>
                                        <p:cTn id="90" dur="1" fill="hold">
                                          <p:stCondLst>
                                            <p:cond delay="0"/>
                                          </p:stCondLst>
                                        </p:cTn>
                                        <p:tgtEl>
                                          <p:spTgt spid="54"/>
                                        </p:tgtEl>
                                        <p:attrNameLst>
                                          <p:attrName>style.visibility</p:attrName>
                                        </p:attrNameLst>
                                      </p:cBhvr>
                                      <p:to>
                                        <p:strVal val="visible"/>
                                      </p:to>
                                    </p:set>
                                    <p:anim calcmode="lin" valueType="num">
                                      <p:cBhvr additive="base">
                                        <p:cTn id="91" dur="500" fill="hold"/>
                                        <p:tgtEl>
                                          <p:spTgt spid="54"/>
                                        </p:tgtEl>
                                        <p:attrNameLst>
                                          <p:attrName>ppt_x</p:attrName>
                                        </p:attrNameLst>
                                      </p:cBhvr>
                                      <p:tavLst>
                                        <p:tav tm="0">
                                          <p:val>
                                            <p:strVal val="1+#ppt_w/2"/>
                                          </p:val>
                                        </p:tav>
                                        <p:tav tm="100000">
                                          <p:val>
                                            <p:strVal val="#ppt_x"/>
                                          </p:val>
                                        </p:tav>
                                      </p:tavLst>
                                    </p:anim>
                                    <p:anim calcmode="lin" valueType="num">
                                      <p:cBhvr additive="base">
                                        <p:cTn id="92" dur="500" fill="hold"/>
                                        <p:tgtEl>
                                          <p:spTgt spid="54"/>
                                        </p:tgtEl>
                                        <p:attrNameLst>
                                          <p:attrName>ppt_y</p:attrName>
                                        </p:attrNameLst>
                                      </p:cBhvr>
                                      <p:tavLst>
                                        <p:tav tm="0">
                                          <p:val>
                                            <p:strVal val="#ppt_y"/>
                                          </p:val>
                                        </p:tav>
                                        <p:tav tm="100000">
                                          <p:val>
                                            <p:strVal val="#ppt_y"/>
                                          </p:val>
                                        </p:tav>
                                      </p:tavLst>
                                    </p:anim>
                                  </p:childTnLst>
                                </p:cTn>
                              </p:par>
                              <p:par>
                                <p:cTn id="93" presetID="10" presetClass="exit" presetSubtype="0" fill="hold" grpId="1" nodeType="withEffect">
                                  <p:stCondLst>
                                    <p:cond delay="0"/>
                                  </p:stCondLst>
                                  <p:childTnLst>
                                    <p:animEffect transition="out" filter="fade">
                                      <p:cBhvr>
                                        <p:cTn id="94" dur="500"/>
                                        <p:tgtEl>
                                          <p:spTgt spid="54"/>
                                        </p:tgtEl>
                                      </p:cBhvr>
                                    </p:animEffect>
                                    <p:set>
                                      <p:cBhvr>
                                        <p:cTn id="95" dur="1" fill="hold">
                                          <p:stCondLst>
                                            <p:cond delay="499"/>
                                          </p:stCondLst>
                                        </p:cTn>
                                        <p:tgtEl>
                                          <p:spTgt spid="54"/>
                                        </p:tgtEl>
                                        <p:attrNameLst>
                                          <p:attrName>style.visibility</p:attrName>
                                        </p:attrNameLst>
                                      </p:cBhvr>
                                      <p:to>
                                        <p:strVal val="hidden"/>
                                      </p:to>
                                    </p:set>
                                  </p:childTnLst>
                                </p:cTn>
                              </p:par>
                              <p:par>
                                <p:cTn id="96" presetID="2" presetClass="entr" presetSubtype="2" fill="hold" grpId="0" nodeType="withEffect">
                                  <p:stCondLst>
                                    <p:cond delay="600"/>
                                  </p:stCondLst>
                                  <p:childTnLst>
                                    <p:set>
                                      <p:cBhvr>
                                        <p:cTn id="97" dur="1" fill="hold">
                                          <p:stCondLst>
                                            <p:cond delay="0"/>
                                          </p:stCondLst>
                                        </p:cTn>
                                        <p:tgtEl>
                                          <p:spTgt spid="55"/>
                                        </p:tgtEl>
                                        <p:attrNameLst>
                                          <p:attrName>style.visibility</p:attrName>
                                        </p:attrNameLst>
                                      </p:cBhvr>
                                      <p:to>
                                        <p:strVal val="visible"/>
                                      </p:to>
                                    </p:set>
                                    <p:anim calcmode="lin" valueType="num">
                                      <p:cBhvr additive="base">
                                        <p:cTn id="98" dur="500" fill="hold"/>
                                        <p:tgtEl>
                                          <p:spTgt spid="55"/>
                                        </p:tgtEl>
                                        <p:attrNameLst>
                                          <p:attrName>ppt_x</p:attrName>
                                        </p:attrNameLst>
                                      </p:cBhvr>
                                      <p:tavLst>
                                        <p:tav tm="0">
                                          <p:val>
                                            <p:strVal val="1+#ppt_w/2"/>
                                          </p:val>
                                        </p:tav>
                                        <p:tav tm="100000">
                                          <p:val>
                                            <p:strVal val="#ppt_x"/>
                                          </p:val>
                                        </p:tav>
                                      </p:tavLst>
                                    </p:anim>
                                    <p:anim calcmode="lin" valueType="num">
                                      <p:cBhvr additive="base">
                                        <p:cTn id="99" dur="500" fill="hold"/>
                                        <p:tgtEl>
                                          <p:spTgt spid="55"/>
                                        </p:tgtEl>
                                        <p:attrNameLst>
                                          <p:attrName>ppt_y</p:attrName>
                                        </p:attrNameLst>
                                      </p:cBhvr>
                                      <p:tavLst>
                                        <p:tav tm="0">
                                          <p:val>
                                            <p:strVal val="#ppt_y"/>
                                          </p:val>
                                        </p:tav>
                                        <p:tav tm="100000">
                                          <p:val>
                                            <p:strVal val="#ppt_y"/>
                                          </p:val>
                                        </p:tav>
                                      </p:tavLst>
                                    </p:anim>
                                  </p:childTnLst>
                                </p:cTn>
                              </p:par>
                              <p:par>
                                <p:cTn id="100" presetID="10" presetClass="exit" presetSubtype="0" fill="hold" grpId="1" nodeType="withEffect">
                                  <p:stCondLst>
                                    <p:cond delay="0"/>
                                  </p:stCondLst>
                                  <p:childTnLst>
                                    <p:animEffect transition="out" filter="fade">
                                      <p:cBhvr>
                                        <p:cTn id="101" dur="500"/>
                                        <p:tgtEl>
                                          <p:spTgt spid="55"/>
                                        </p:tgtEl>
                                      </p:cBhvr>
                                    </p:animEffect>
                                    <p:set>
                                      <p:cBhvr>
                                        <p:cTn id="102" dur="1" fill="hold">
                                          <p:stCondLst>
                                            <p:cond delay="499"/>
                                          </p:stCondLst>
                                        </p:cTn>
                                        <p:tgtEl>
                                          <p:spTgt spid="55"/>
                                        </p:tgtEl>
                                        <p:attrNameLst>
                                          <p:attrName>style.visibility</p:attrName>
                                        </p:attrNameLst>
                                      </p:cBhvr>
                                      <p:to>
                                        <p:strVal val="hidden"/>
                                      </p:to>
                                    </p:set>
                                  </p:childTnLst>
                                </p:cTn>
                              </p:par>
                              <p:par>
                                <p:cTn id="103" presetID="2" presetClass="entr" presetSubtype="2" fill="hold" grpId="0" nodeType="withEffect">
                                  <p:stCondLst>
                                    <p:cond delay="600"/>
                                  </p:stCondLst>
                                  <p:childTnLst>
                                    <p:set>
                                      <p:cBhvr>
                                        <p:cTn id="104" dur="1" fill="hold">
                                          <p:stCondLst>
                                            <p:cond delay="0"/>
                                          </p:stCondLst>
                                        </p:cTn>
                                        <p:tgtEl>
                                          <p:spTgt spid="56"/>
                                        </p:tgtEl>
                                        <p:attrNameLst>
                                          <p:attrName>style.visibility</p:attrName>
                                        </p:attrNameLst>
                                      </p:cBhvr>
                                      <p:to>
                                        <p:strVal val="visible"/>
                                      </p:to>
                                    </p:set>
                                    <p:anim calcmode="lin" valueType="num">
                                      <p:cBhvr additive="base">
                                        <p:cTn id="105" dur="500" fill="hold"/>
                                        <p:tgtEl>
                                          <p:spTgt spid="56"/>
                                        </p:tgtEl>
                                        <p:attrNameLst>
                                          <p:attrName>ppt_x</p:attrName>
                                        </p:attrNameLst>
                                      </p:cBhvr>
                                      <p:tavLst>
                                        <p:tav tm="0">
                                          <p:val>
                                            <p:strVal val="1+#ppt_w/2"/>
                                          </p:val>
                                        </p:tav>
                                        <p:tav tm="100000">
                                          <p:val>
                                            <p:strVal val="#ppt_x"/>
                                          </p:val>
                                        </p:tav>
                                      </p:tavLst>
                                    </p:anim>
                                    <p:anim calcmode="lin" valueType="num">
                                      <p:cBhvr additive="base">
                                        <p:cTn id="106" dur="500" fill="hold"/>
                                        <p:tgtEl>
                                          <p:spTgt spid="56"/>
                                        </p:tgtEl>
                                        <p:attrNameLst>
                                          <p:attrName>ppt_y</p:attrName>
                                        </p:attrNameLst>
                                      </p:cBhvr>
                                      <p:tavLst>
                                        <p:tav tm="0">
                                          <p:val>
                                            <p:strVal val="#ppt_y"/>
                                          </p:val>
                                        </p:tav>
                                        <p:tav tm="100000">
                                          <p:val>
                                            <p:strVal val="#ppt_y"/>
                                          </p:val>
                                        </p:tav>
                                      </p:tavLst>
                                    </p:anim>
                                  </p:childTnLst>
                                </p:cTn>
                              </p:par>
                              <p:par>
                                <p:cTn id="107" presetID="10" presetClass="exit" presetSubtype="0" fill="hold" grpId="1" nodeType="withEffect">
                                  <p:stCondLst>
                                    <p:cond delay="0"/>
                                  </p:stCondLst>
                                  <p:childTnLst>
                                    <p:animEffect transition="out" filter="fade">
                                      <p:cBhvr>
                                        <p:cTn id="108" dur="500"/>
                                        <p:tgtEl>
                                          <p:spTgt spid="56"/>
                                        </p:tgtEl>
                                      </p:cBhvr>
                                    </p:animEffect>
                                    <p:set>
                                      <p:cBhvr>
                                        <p:cTn id="109" dur="1" fill="hold">
                                          <p:stCondLst>
                                            <p:cond delay="499"/>
                                          </p:stCondLst>
                                        </p:cTn>
                                        <p:tgtEl>
                                          <p:spTgt spid="56"/>
                                        </p:tgtEl>
                                        <p:attrNameLst>
                                          <p:attrName>style.visibility</p:attrName>
                                        </p:attrNameLst>
                                      </p:cBhvr>
                                      <p:to>
                                        <p:strVal val="hidden"/>
                                      </p:to>
                                    </p:set>
                                  </p:childTnLst>
                                </p:cTn>
                              </p:par>
                              <p:par>
                                <p:cTn id="110" presetID="2" presetClass="entr" presetSubtype="2" fill="hold" grpId="0" nodeType="withEffect">
                                  <p:stCondLst>
                                    <p:cond delay="600"/>
                                  </p:stCondLst>
                                  <p:childTnLst>
                                    <p:set>
                                      <p:cBhvr>
                                        <p:cTn id="111" dur="1" fill="hold">
                                          <p:stCondLst>
                                            <p:cond delay="0"/>
                                          </p:stCondLst>
                                        </p:cTn>
                                        <p:tgtEl>
                                          <p:spTgt spid="57"/>
                                        </p:tgtEl>
                                        <p:attrNameLst>
                                          <p:attrName>style.visibility</p:attrName>
                                        </p:attrNameLst>
                                      </p:cBhvr>
                                      <p:to>
                                        <p:strVal val="visible"/>
                                      </p:to>
                                    </p:set>
                                    <p:anim calcmode="lin" valueType="num">
                                      <p:cBhvr additive="base">
                                        <p:cTn id="112" dur="500" fill="hold"/>
                                        <p:tgtEl>
                                          <p:spTgt spid="57"/>
                                        </p:tgtEl>
                                        <p:attrNameLst>
                                          <p:attrName>ppt_x</p:attrName>
                                        </p:attrNameLst>
                                      </p:cBhvr>
                                      <p:tavLst>
                                        <p:tav tm="0">
                                          <p:val>
                                            <p:strVal val="1+#ppt_w/2"/>
                                          </p:val>
                                        </p:tav>
                                        <p:tav tm="100000">
                                          <p:val>
                                            <p:strVal val="#ppt_x"/>
                                          </p:val>
                                        </p:tav>
                                      </p:tavLst>
                                    </p:anim>
                                    <p:anim calcmode="lin" valueType="num">
                                      <p:cBhvr additive="base">
                                        <p:cTn id="113" dur="500" fill="hold"/>
                                        <p:tgtEl>
                                          <p:spTgt spid="57"/>
                                        </p:tgtEl>
                                        <p:attrNameLst>
                                          <p:attrName>ppt_y</p:attrName>
                                        </p:attrNameLst>
                                      </p:cBhvr>
                                      <p:tavLst>
                                        <p:tav tm="0">
                                          <p:val>
                                            <p:strVal val="#ppt_y"/>
                                          </p:val>
                                        </p:tav>
                                        <p:tav tm="100000">
                                          <p:val>
                                            <p:strVal val="#ppt_y"/>
                                          </p:val>
                                        </p:tav>
                                      </p:tavLst>
                                    </p:anim>
                                  </p:childTnLst>
                                </p:cTn>
                              </p:par>
                              <p:par>
                                <p:cTn id="114" presetID="10" presetClass="exit" presetSubtype="0" fill="hold" grpId="1" nodeType="withEffect">
                                  <p:stCondLst>
                                    <p:cond delay="0"/>
                                  </p:stCondLst>
                                  <p:childTnLst>
                                    <p:animEffect transition="out" filter="fade">
                                      <p:cBhvr>
                                        <p:cTn id="115" dur="500"/>
                                        <p:tgtEl>
                                          <p:spTgt spid="57"/>
                                        </p:tgtEl>
                                      </p:cBhvr>
                                    </p:animEffect>
                                    <p:set>
                                      <p:cBhvr>
                                        <p:cTn id="116" dur="1" fill="hold">
                                          <p:stCondLst>
                                            <p:cond delay="499"/>
                                          </p:stCondLst>
                                        </p:cTn>
                                        <p:tgtEl>
                                          <p:spTgt spid="57"/>
                                        </p:tgtEl>
                                        <p:attrNameLst>
                                          <p:attrName>style.visibility</p:attrName>
                                        </p:attrNameLst>
                                      </p:cBhvr>
                                      <p:to>
                                        <p:strVal val="hidden"/>
                                      </p:to>
                                    </p:set>
                                  </p:childTnLst>
                                </p:cTn>
                              </p:par>
                              <p:par>
                                <p:cTn id="117" presetID="2" presetClass="entr" presetSubtype="2" fill="hold" grpId="0" nodeType="withEffect">
                                  <p:stCondLst>
                                    <p:cond delay="600"/>
                                  </p:stCondLst>
                                  <p:childTnLst>
                                    <p:set>
                                      <p:cBhvr>
                                        <p:cTn id="118" dur="1" fill="hold">
                                          <p:stCondLst>
                                            <p:cond delay="0"/>
                                          </p:stCondLst>
                                        </p:cTn>
                                        <p:tgtEl>
                                          <p:spTgt spid="58"/>
                                        </p:tgtEl>
                                        <p:attrNameLst>
                                          <p:attrName>style.visibility</p:attrName>
                                        </p:attrNameLst>
                                      </p:cBhvr>
                                      <p:to>
                                        <p:strVal val="visible"/>
                                      </p:to>
                                    </p:set>
                                    <p:anim calcmode="lin" valueType="num">
                                      <p:cBhvr additive="base">
                                        <p:cTn id="119" dur="500" fill="hold"/>
                                        <p:tgtEl>
                                          <p:spTgt spid="58"/>
                                        </p:tgtEl>
                                        <p:attrNameLst>
                                          <p:attrName>ppt_x</p:attrName>
                                        </p:attrNameLst>
                                      </p:cBhvr>
                                      <p:tavLst>
                                        <p:tav tm="0">
                                          <p:val>
                                            <p:strVal val="1+#ppt_w/2"/>
                                          </p:val>
                                        </p:tav>
                                        <p:tav tm="100000">
                                          <p:val>
                                            <p:strVal val="#ppt_x"/>
                                          </p:val>
                                        </p:tav>
                                      </p:tavLst>
                                    </p:anim>
                                    <p:anim calcmode="lin" valueType="num">
                                      <p:cBhvr additive="base">
                                        <p:cTn id="120" dur="500" fill="hold"/>
                                        <p:tgtEl>
                                          <p:spTgt spid="58"/>
                                        </p:tgtEl>
                                        <p:attrNameLst>
                                          <p:attrName>ppt_y</p:attrName>
                                        </p:attrNameLst>
                                      </p:cBhvr>
                                      <p:tavLst>
                                        <p:tav tm="0">
                                          <p:val>
                                            <p:strVal val="#ppt_y"/>
                                          </p:val>
                                        </p:tav>
                                        <p:tav tm="100000">
                                          <p:val>
                                            <p:strVal val="#ppt_y"/>
                                          </p:val>
                                        </p:tav>
                                      </p:tavLst>
                                    </p:anim>
                                  </p:childTnLst>
                                </p:cTn>
                              </p:par>
                              <p:par>
                                <p:cTn id="121" presetID="10" presetClass="exit" presetSubtype="0" fill="hold" grpId="1" nodeType="withEffect">
                                  <p:stCondLst>
                                    <p:cond delay="0"/>
                                  </p:stCondLst>
                                  <p:childTnLst>
                                    <p:animEffect transition="out" filter="fade">
                                      <p:cBhvr>
                                        <p:cTn id="122" dur="500"/>
                                        <p:tgtEl>
                                          <p:spTgt spid="58"/>
                                        </p:tgtEl>
                                      </p:cBhvr>
                                    </p:animEffect>
                                    <p:set>
                                      <p:cBhvr>
                                        <p:cTn id="123" dur="1" fill="hold">
                                          <p:stCondLst>
                                            <p:cond delay="499"/>
                                          </p:stCondLst>
                                        </p:cTn>
                                        <p:tgtEl>
                                          <p:spTgt spid="58"/>
                                        </p:tgtEl>
                                        <p:attrNameLst>
                                          <p:attrName>style.visibility</p:attrName>
                                        </p:attrNameLst>
                                      </p:cBhvr>
                                      <p:to>
                                        <p:strVal val="hidden"/>
                                      </p:to>
                                    </p:set>
                                  </p:childTnLst>
                                </p:cTn>
                              </p:par>
                              <p:par>
                                <p:cTn id="124" presetID="2" presetClass="entr" presetSubtype="2" fill="hold" grpId="0" nodeType="withEffect">
                                  <p:stCondLst>
                                    <p:cond delay="600"/>
                                  </p:stCondLst>
                                  <p:childTnLst>
                                    <p:set>
                                      <p:cBhvr>
                                        <p:cTn id="125" dur="1" fill="hold">
                                          <p:stCondLst>
                                            <p:cond delay="0"/>
                                          </p:stCondLst>
                                        </p:cTn>
                                        <p:tgtEl>
                                          <p:spTgt spid="59"/>
                                        </p:tgtEl>
                                        <p:attrNameLst>
                                          <p:attrName>style.visibility</p:attrName>
                                        </p:attrNameLst>
                                      </p:cBhvr>
                                      <p:to>
                                        <p:strVal val="visible"/>
                                      </p:to>
                                    </p:set>
                                    <p:anim calcmode="lin" valueType="num">
                                      <p:cBhvr additive="base">
                                        <p:cTn id="126" dur="500" fill="hold"/>
                                        <p:tgtEl>
                                          <p:spTgt spid="59"/>
                                        </p:tgtEl>
                                        <p:attrNameLst>
                                          <p:attrName>ppt_x</p:attrName>
                                        </p:attrNameLst>
                                      </p:cBhvr>
                                      <p:tavLst>
                                        <p:tav tm="0">
                                          <p:val>
                                            <p:strVal val="1+#ppt_w/2"/>
                                          </p:val>
                                        </p:tav>
                                        <p:tav tm="100000">
                                          <p:val>
                                            <p:strVal val="#ppt_x"/>
                                          </p:val>
                                        </p:tav>
                                      </p:tavLst>
                                    </p:anim>
                                    <p:anim calcmode="lin" valueType="num">
                                      <p:cBhvr additive="base">
                                        <p:cTn id="127" dur="500" fill="hold"/>
                                        <p:tgtEl>
                                          <p:spTgt spid="59"/>
                                        </p:tgtEl>
                                        <p:attrNameLst>
                                          <p:attrName>ppt_y</p:attrName>
                                        </p:attrNameLst>
                                      </p:cBhvr>
                                      <p:tavLst>
                                        <p:tav tm="0">
                                          <p:val>
                                            <p:strVal val="#ppt_y"/>
                                          </p:val>
                                        </p:tav>
                                        <p:tav tm="100000">
                                          <p:val>
                                            <p:strVal val="#ppt_y"/>
                                          </p:val>
                                        </p:tav>
                                      </p:tavLst>
                                    </p:anim>
                                  </p:childTnLst>
                                </p:cTn>
                              </p:par>
                              <p:par>
                                <p:cTn id="128" presetID="10" presetClass="exit" presetSubtype="0" fill="hold" grpId="1" nodeType="withEffect">
                                  <p:stCondLst>
                                    <p:cond delay="0"/>
                                  </p:stCondLst>
                                  <p:childTnLst>
                                    <p:animEffect transition="out" filter="fade">
                                      <p:cBhvr>
                                        <p:cTn id="129" dur="500"/>
                                        <p:tgtEl>
                                          <p:spTgt spid="59"/>
                                        </p:tgtEl>
                                      </p:cBhvr>
                                    </p:animEffect>
                                    <p:set>
                                      <p:cBhvr>
                                        <p:cTn id="130" dur="1" fill="hold">
                                          <p:stCondLst>
                                            <p:cond delay="499"/>
                                          </p:stCondLst>
                                        </p:cTn>
                                        <p:tgtEl>
                                          <p:spTgt spid="59"/>
                                        </p:tgtEl>
                                        <p:attrNameLst>
                                          <p:attrName>style.visibility</p:attrName>
                                        </p:attrNameLst>
                                      </p:cBhvr>
                                      <p:to>
                                        <p:strVal val="hidden"/>
                                      </p:to>
                                    </p:set>
                                  </p:childTnLst>
                                </p:cTn>
                              </p:par>
                              <p:par>
                                <p:cTn id="131" presetID="2" presetClass="entr" presetSubtype="2" fill="hold" grpId="0" nodeType="withEffect">
                                  <p:stCondLst>
                                    <p:cond delay="600"/>
                                  </p:stCondLst>
                                  <p:childTnLst>
                                    <p:set>
                                      <p:cBhvr>
                                        <p:cTn id="132" dur="1" fill="hold">
                                          <p:stCondLst>
                                            <p:cond delay="0"/>
                                          </p:stCondLst>
                                        </p:cTn>
                                        <p:tgtEl>
                                          <p:spTgt spid="60"/>
                                        </p:tgtEl>
                                        <p:attrNameLst>
                                          <p:attrName>style.visibility</p:attrName>
                                        </p:attrNameLst>
                                      </p:cBhvr>
                                      <p:to>
                                        <p:strVal val="visible"/>
                                      </p:to>
                                    </p:set>
                                    <p:anim calcmode="lin" valueType="num">
                                      <p:cBhvr additive="base">
                                        <p:cTn id="133" dur="500" fill="hold"/>
                                        <p:tgtEl>
                                          <p:spTgt spid="60"/>
                                        </p:tgtEl>
                                        <p:attrNameLst>
                                          <p:attrName>ppt_x</p:attrName>
                                        </p:attrNameLst>
                                      </p:cBhvr>
                                      <p:tavLst>
                                        <p:tav tm="0">
                                          <p:val>
                                            <p:strVal val="1+#ppt_w/2"/>
                                          </p:val>
                                        </p:tav>
                                        <p:tav tm="100000">
                                          <p:val>
                                            <p:strVal val="#ppt_x"/>
                                          </p:val>
                                        </p:tav>
                                      </p:tavLst>
                                    </p:anim>
                                    <p:anim calcmode="lin" valueType="num">
                                      <p:cBhvr additive="base">
                                        <p:cTn id="134" dur="500" fill="hold"/>
                                        <p:tgtEl>
                                          <p:spTgt spid="60"/>
                                        </p:tgtEl>
                                        <p:attrNameLst>
                                          <p:attrName>ppt_y</p:attrName>
                                        </p:attrNameLst>
                                      </p:cBhvr>
                                      <p:tavLst>
                                        <p:tav tm="0">
                                          <p:val>
                                            <p:strVal val="#ppt_y"/>
                                          </p:val>
                                        </p:tav>
                                        <p:tav tm="100000">
                                          <p:val>
                                            <p:strVal val="#ppt_y"/>
                                          </p:val>
                                        </p:tav>
                                      </p:tavLst>
                                    </p:anim>
                                  </p:childTnLst>
                                </p:cTn>
                              </p:par>
                              <p:par>
                                <p:cTn id="135" presetID="10" presetClass="exit" presetSubtype="0" fill="hold" grpId="1" nodeType="withEffect">
                                  <p:stCondLst>
                                    <p:cond delay="0"/>
                                  </p:stCondLst>
                                  <p:childTnLst>
                                    <p:animEffect transition="out" filter="fade">
                                      <p:cBhvr>
                                        <p:cTn id="136" dur="500"/>
                                        <p:tgtEl>
                                          <p:spTgt spid="60"/>
                                        </p:tgtEl>
                                      </p:cBhvr>
                                    </p:animEffect>
                                    <p:set>
                                      <p:cBhvr>
                                        <p:cTn id="137" dur="1" fill="hold">
                                          <p:stCondLst>
                                            <p:cond delay="499"/>
                                          </p:stCondLst>
                                        </p:cTn>
                                        <p:tgtEl>
                                          <p:spTgt spid="6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1" grpId="0" animBg="1"/>
      <p:bldP spid="21" grpId="1" animBg="1"/>
      <p:bldP spid="3" grpId="0" animBg="1"/>
      <p:bldP spid="3" grpId="1" animBg="1"/>
      <p:bldP spid="30" grpId="0" animBg="1"/>
      <p:bldP spid="30" grpId="1" animBg="1"/>
      <p:bldP spid="17" grpId="0" animBg="1"/>
      <p:bldP spid="17" grpId="1" animBg="1"/>
      <p:bldP spid="25" grpId="0" animBg="1"/>
      <p:bldP spid="25" grpId="1" animBg="1"/>
      <p:bldP spid="26" grpId="0" animBg="1"/>
      <p:bldP spid="26" grpId="1" animBg="1"/>
      <p:bldP spid="27" grpId="0" animBg="1"/>
      <p:bldP spid="27" grpId="1" animBg="1"/>
      <p:bldP spid="28" grpId="0" animBg="1"/>
      <p:bldP spid="28" grpId="1" animBg="1"/>
      <p:bldP spid="32" grpId="0" animBg="1"/>
      <p:bldP spid="32" grpId="1" animBg="1"/>
      <p:bldP spid="33" grpId="0" animBg="1"/>
      <p:bldP spid="33" grpId="1" animBg="1"/>
      <p:bldP spid="53" grpId="0" animBg="1"/>
      <p:bldP spid="53" grpId="1" animBg="1"/>
      <p:bldP spid="54" grpId="0" animBg="1"/>
      <p:bldP spid="54" grpId="1" animBg="1"/>
      <p:bldP spid="55" grpId="0" animBg="1"/>
      <p:bldP spid="55" grpId="1" animBg="1"/>
      <p:bldP spid="56" grpId="0" animBg="1"/>
      <p:bldP spid="56" grpId="1" animBg="1"/>
      <p:bldP spid="57" grpId="0" animBg="1"/>
      <p:bldP spid="57" grpId="1" animBg="1"/>
      <p:bldP spid="58" grpId="0" animBg="1"/>
      <p:bldP spid="58" grpId="1" animBg="1"/>
      <p:bldP spid="59" grpId="0" animBg="1"/>
      <p:bldP spid="59" grpId="1" animBg="1"/>
      <p:bldP spid="60" grpId="0" animBg="1"/>
      <p:bldP spid="60"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8000"/>
        </a:solidFill>
        <a:effectLst/>
      </p:bgPr>
    </p:bg>
    <p:spTree>
      <p:nvGrpSpPr>
        <p:cNvPr id="1" name=""/>
        <p:cNvGrpSpPr/>
        <p:nvPr/>
      </p:nvGrpSpPr>
      <p:grpSpPr>
        <a:xfrm>
          <a:off x="0" y="0"/>
          <a:ext cx="0" cy="0"/>
          <a:chOff x="0" y="0"/>
          <a:chExt cx="0" cy="0"/>
        </a:xfrm>
      </p:grpSpPr>
      <p:sp>
        <p:nvSpPr>
          <p:cNvPr id="21" name="正方形/長方形 20">
            <a:extLst>
              <a:ext uri="{FF2B5EF4-FFF2-40B4-BE49-F238E27FC236}">
                <a16:creationId xmlns:a16="http://schemas.microsoft.com/office/drawing/2014/main" id="{D8535294-CB8E-AC5B-33BB-8CC737D6EB1E}"/>
              </a:ext>
            </a:extLst>
          </p:cNvPr>
          <p:cNvSpPr/>
          <p:nvPr/>
        </p:nvSpPr>
        <p:spPr>
          <a:xfrm>
            <a:off x="9980246" y="1849211"/>
            <a:ext cx="2041529" cy="307777"/>
          </a:xfrm>
          <a:prstGeom prst="rect">
            <a:avLst/>
          </a:prstGeom>
          <a:gradFill>
            <a:gsLst>
              <a:gs pos="86000">
                <a:srgbClr val="004846"/>
              </a:gs>
              <a:gs pos="100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a:solidFill>
                <a:schemeClr val="bg1"/>
              </a:solidFill>
            </a:endParaRPr>
          </a:p>
        </p:txBody>
      </p:sp>
      <p:sp>
        <p:nvSpPr>
          <p:cNvPr id="20" name="テキスト ボックス 19">
            <a:extLst>
              <a:ext uri="{FF2B5EF4-FFF2-40B4-BE49-F238E27FC236}">
                <a16:creationId xmlns:a16="http://schemas.microsoft.com/office/drawing/2014/main" id="{613F965B-1200-EB06-96A1-C0B5A9AA3FFF}"/>
              </a:ext>
            </a:extLst>
          </p:cNvPr>
          <p:cNvSpPr txBox="1"/>
          <p:nvPr/>
        </p:nvSpPr>
        <p:spPr>
          <a:xfrm>
            <a:off x="9959992" y="1871461"/>
            <a:ext cx="2061783" cy="307777"/>
          </a:xfrm>
          <a:prstGeom prst="rect">
            <a:avLst/>
          </a:prstGeom>
          <a:noFill/>
        </p:spPr>
        <p:txBody>
          <a:bodyPr wrap="none" rtlCol="0">
            <a:spAutoFit/>
          </a:bodyPr>
          <a:lstStyle/>
          <a:p>
            <a:r>
              <a:rPr kumimoji="1" lang="en-US" altLang="ja-JP" sz="1400" b="1" dirty="0">
                <a:solidFill>
                  <a:schemeClr val="bg1"/>
                </a:solidFill>
                <a:latin typeface="ＭＳ Ｐゴシック" panose="020B0600070205080204" pitchFamily="50" charset="-128"/>
                <a:ea typeface="ＭＳ Ｐゴシック" panose="020B0600070205080204" pitchFamily="50" charset="-128"/>
              </a:rPr>
              <a:t>A</a:t>
            </a:r>
            <a:r>
              <a:rPr kumimoji="1" lang="ja-JP" altLang="en-US" sz="1400" b="1" dirty="0">
                <a:solidFill>
                  <a:schemeClr val="bg1"/>
                </a:solidFill>
                <a:latin typeface="ＭＳ Ｐゴシック" panose="020B0600070205080204" pitchFamily="50" charset="-128"/>
                <a:ea typeface="ＭＳ Ｐゴシック" panose="020B0600070205080204" pitchFamily="50" charset="-128"/>
              </a:rPr>
              <a:t>級戦スタンダード　決勝</a:t>
            </a:r>
          </a:p>
        </p:txBody>
      </p:sp>
      <p:pic>
        <p:nvPicPr>
          <p:cNvPr id="19" name="図 18">
            <a:extLst>
              <a:ext uri="{FF2B5EF4-FFF2-40B4-BE49-F238E27FC236}">
                <a16:creationId xmlns:a16="http://schemas.microsoft.com/office/drawing/2014/main" id="{556278A7-1B8B-4296-07B0-351D6A96A508}"/>
              </a:ext>
            </a:extLst>
          </p:cNvPr>
          <p:cNvPicPr>
            <a:picLocks noChangeAspect="1"/>
          </p:cNvPicPr>
          <p:nvPr/>
        </p:nvPicPr>
        <p:blipFill>
          <a:blip r:embed="rId2"/>
          <a:stretch>
            <a:fillRect/>
          </a:stretch>
        </p:blipFill>
        <p:spPr>
          <a:xfrm>
            <a:off x="0" y="0"/>
            <a:ext cx="617273" cy="739204"/>
          </a:xfrm>
          <a:prstGeom prst="rect">
            <a:avLst/>
          </a:prstGeom>
        </p:spPr>
      </p:pic>
      <p:sp>
        <p:nvSpPr>
          <p:cNvPr id="22" name="テキスト ボックス 21">
            <a:extLst>
              <a:ext uri="{FF2B5EF4-FFF2-40B4-BE49-F238E27FC236}">
                <a16:creationId xmlns:a16="http://schemas.microsoft.com/office/drawing/2014/main" id="{695708AE-8DAF-BC8C-BDB7-833AD880BC14}"/>
              </a:ext>
            </a:extLst>
          </p:cNvPr>
          <p:cNvSpPr txBox="1"/>
          <p:nvPr/>
        </p:nvSpPr>
        <p:spPr>
          <a:xfrm>
            <a:off x="541073" y="131820"/>
            <a:ext cx="4826962" cy="369332"/>
          </a:xfrm>
          <a:prstGeom prst="rect">
            <a:avLst/>
          </a:prstGeom>
          <a:noFill/>
        </p:spPr>
        <p:txBody>
          <a:bodyPr wrap="none" rtlCol="0">
            <a:spAutoFit/>
          </a:bodyPr>
          <a:lstStyle/>
          <a:p>
            <a:r>
              <a:rPr kumimoji="1" lang="ja-JP" altLang="en-US" b="1" dirty="0">
                <a:solidFill>
                  <a:srgbClr val="FFFF00"/>
                </a:solidFill>
              </a:rPr>
              <a:t>第</a:t>
            </a:r>
            <a:r>
              <a:rPr kumimoji="1" lang="en-US" altLang="ja-JP" b="1" dirty="0">
                <a:solidFill>
                  <a:srgbClr val="FFFF00"/>
                </a:solidFill>
              </a:rPr>
              <a:t>44</a:t>
            </a:r>
            <a:r>
              <a:rPr kumimoji="1" lang="ja-JP" altLang="en-US" b="1" dirty="0">
                <a:solidFill>
                  <a:srgbClr val="FFFF00"/>
                </a:solidFill>
              </a:rPr>
              <a:t>回三笠宮杯全日本ダンススポーツ選手権</a:t>
            </a:r>
          </a:p>
        </p:txBody>
      </p:sp>
      <p:sp>
        <p:nvSpPr>
          <p:cNvPr id="24" name="テキスト ボックス 23">
            <a:extLst>
              <a:ext uri="{FF2B5EF4-FFF2-40B4-BE49-F238E27FC236}">
                <a16:creationId xmlns:a16="http://schemas.microsoft.com/office/drawing/2014/main" id="{25FFD4F4-F2FB-76EA-7088-ACE76918D0E0}"/>
              </a:ext>
            </a:extLst>
          </p:cNvPr>
          <p:cNvSpPr txBox="1"/>
          <p:nvPr/>
        </p:nvSpPr>
        <p:spPr>
          <a:xfrm>
            <a:off x="10088232" y="131820"/>
            <a:ext cx="1933543" cy="369332"/>
          </a:xfrm>
          <a:prstGeom prst="rect">
            <a:avLst/>
          </a:prstGeom>
          <a:noFill/>
        </p:spPr>
        <p:txBody>
          <a:bodyPr wrap="none" rtlCol="0">
            <a:spAutoFit/>
          </a:bodyPr>
          <a:lstStyle/>
          <a:p>
            <a:r>
              <a:rPr kumimoji="1" lang="en-US" altLang="ja-JP" b="1" dirty="0">
                <a:solidFill>
                  <a:srgbClr val="FFFF00"/>
                </a:solidFill>
              </a:rPr>
              <a:t>1</a:t>
            </a:r>
            <a:r>
              <a:rPr kumimoji="1" lang="ja-JP" altLang="en-US" b="1" dirty="0">
                <a:solidFill>
                  <a:srgbClr val="FFFF00"/>
                </a:solidFill>
              </a:rPr>
              <a:t>種目目　ワルツ</a:t>
            </a:r>
          </a:p>
        </p:txBody>
      </p:sp>
      <p:sp>
        <p:nvSpPr>
          <p:cNvPr id="3" name="正方形/長方形 2">
            <a:extLst>
              <a:ext uri="{FF2B5EF4-FFF2-40B4-BE49-F238E27FC236}">
                <a16:creationId xmlns:a16="http://schemas.microsoft.com/office/drawing/2014/main" id="{199CDC3E-27E1-A9AC-42A5-AAC54F75B747}"/>
              </a:ext>
            </a:extLst>
          </p:cNvPr>
          <p:cNvSpPr/>
          <p:nvPr/>
        </p:nvSpPr>
        <p:spPr>
          <a:xfrm>
            <a:off x="10203759" y="4834451"/>
            <a:ext cx="1838887" cy="256676"/>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18" name="テキスト ボックス 17">
            <a:extLst>
              <a:ext uri="{FF2B5EF4-FFF2-40B4-BE49-F238E27FC236}">
                <a16:creationId xmlns:a16="http://schemas.microsoft.com/office/drawing/2014/main" id="{FBE7F27C-42FF-B78A-6326-D3BAB8D286DE}"/>
              </a:ext>
            </a:extLst>
          </p:cNvPr>
          <p:cNvSpPr txBox="1"/>
          <p:nvPr/>
        </p:nvSpPr>
        <p:spPr>
          <a:xfrm>
            <a:off x="10080218" y="470335"/>
            <a:ext cx="1941557" cy="369332"/>
          </a:xfrm>
          <a:prstGeom prst="rect">
            <a:avLst/>
          </a:prstGeom>
          <a:noFill/>
        </p:spPr>
        <p:txBody>
          <a:bodyPr wrap="none" rtlCol="0">
            <a:spAutoFit/>
          </a:bodyPr>
          <a:lstStyle/>
          <a:p>
            <a:r>
              <a:rPr kumimoji="1" lang="ja-JP" altLang="en-US" b="1" dirty="0">
                <a:solidFill>
                  <a:srgbClr val="FFFF00"/>
                </a:solidFill>
              </a:rPr>
              <a:t>現在時刻　</a:t>
            </a:r>
            <a:r>
              <a:rPr kumimoji="1" lang="en-US" altLang="ja-JP" b="1" dirty="0">
                <a:solidFill>
                  <a:srgbClr val="FFFF00"/>
                </a:solidFill>
              </a:rPr>
              <a:t>10:38</a:t>
            </a:r>
            <a:endParaRPr kumimoji="1" lang="ja-JP" altLang="en-US" b="1" dirty="0">
              <a:solidFill>
                <a:srgbClr val="FFFF00"/>
              </a:solidFill>
            </a:endParaRPr>
          </a:p>
        </p:txBody>
      </p:sp>
      <p:sp>
        <p:nvSpPr>
          <p:cNvPr id="29" name="テキスト ボックス 28">
            <a:extLst>
              <a:ext uri="{FF2B5EF4-FFF2-40B4-BE49-F238E27FC236}">
                <a16:creationId xmlns:a16="http://schemas.microsoft.com/office/drawing/2014/main" id="{867A1B16-42FE-F0CA-5596-4DBDE7DF3685}"/>
              </a:ext>
            </a:extLst>
          </p:cNvPr>
          <p:cNvSpPr txBox="1"/>
          <p:nvPr/>
        </p:nvSpPr>
        <p:spPr>
          <a:xfrm>
            <a:off x="541073" y="458375"/>
            <a:ext cx="2882520" cy="369332"/>
          </a:xfrm>
          <a:prstGeom prst="rect">
            <a:avLst/>
          </a:prstGeom>
          <a:noFill/>
        </p:spPr>
        <p:txBody>
          <a:bodyPr wrap="none" rtlCol="0">
            <a:spAutoFit/>
          </a:bodyPr>
          <a:lstStyle/>
          <a:p>
            <a:r>
              <a:rPr lang="en-US" altLang="ja-JP" b="1" dirty="0">
                <a:solidFill>
                  <a:srgbClr val="FFFF00"/>
                </a:solidFill>
              </a:rPr>
              <a:t>A</a:t>
            </a:r>
            <a:r>
              <a:rPr lang="ja-JP" altLang="en-US" b="1" dirty="0">
                <a:solidFill>
                  <a:srgbClr val="FFFF00"/>
                </a:solidFill>
              </a:rPr>
              <a:t>級戦スタンダード　決勝</a:t>
            </a:r>
            <a:endParaRPr kumimoji="1" lang="ja-JP" altLang="en-US" b="1" dirty="0">
              <a:solidFill>
                <a:srgbClr val="FFFF00"/>
              </a:solidFill>
            </a:endParaRPr>
          </a:p>
        </p:txBody>
      </p:sp>
      <p:sp>
        <p:nvSpPr>
          <p:cNvPr id="30" name="正方形/長方形 29">
            <a:extLst>
              <a:ext uri="{FF2B5EF4-FFF2-40B4-BE49-F238E27FC236}">
                <a16:creationId xmlns:a16="http://schemas.microsoft.com/office/drawing/2014/main" id="{8C9F22D2-1BFC-A707-A70A-A10DAFCD27DB}"/>
              </a:ext>
            </a:extLst>
          </p:cNvPr>
          <p:cNvSpPr/>
          <p:nvPr/>
        </p:nvSpPr>
        <p:spPr>
          <a:xfrm>
            <a:off x="10203759" y="2495503"/>
            <a:ext cx="1818016" cy="315980"/>
          </a:xfrm>
          <a:prstGeom prst="rect">
            <a:avLst/>
          </a:prstGeom>
          <a:gradFill>
            <a:gsLst>
              <a:gs pos="8000">
                <a:srgbClr val="006666"/>
              </a:gs>
              <a:gs pos="48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31" name="テキスト ボックス 30">
            <a:extLst>
              <a:ext uri="{FF2B5EF4-FFF2-40B4-BE49-F238E27FC236}">
                <a16:creationId xmlns:a16="http://schemas.microsoft.com/office/drawing/2014/main" id="{0AD891FC-B4E5-7090-334D-EF6C23D61FD1}"/>
              </a:ext>
            </a:extLst>
          </p:cNvPr>
          <p:cNvSpPr txBox="1"/>
          <p:nvPr/>
        </p:nvSpPr>
        <p:spPr>
          <a:xfrm>
            <a:off x="10203759" y="2512936"/>
            <a:ext cx="1378560" cy="307777"/>
          </a:xfrm>
          <a:prstGeom prst="rect">
            <a:avLst/>
          </a:prstGeom>
          <a:noFill/>
        </p:spPr>
        <p:txBody>
          <a:bodyPr wrap="square" rtlCol="0">
            <a:spAutoFit/>
          </a:bodyPr>
          <a:lstStyle/>
          <a:p>
            <a:r>
              <a:rPr lang="ja-JP" altLang="en-US" sz="1400" b="1" dirty="0">
                <a:solidFill>
                  <a:schemeClr val="bg1"/>
                </a:solidFill>
                <a:latin typeface="ＭＳ Ｐゴシック" panose="020B0600070205080204" pitchFamily="50" charset="-128"/>
                <a:ea typeface="ＭＳ Ｐゴシック" panose="020B0600070205080204" pitchFamily="50" charset="-128"/>
              </a:rPr>
              <a:t>出場選手</a:t>
            </a:r>
            <a:endParaRPr kumimoji="1" lang="ja-JP" altLang="en-US" sz="1400" b="1" dirty="0">
              <a:solidFill>
                <a:schemeClr val="bg1"/>
              </a:solidFill>
              <a:latin typeface="ＭＳ Ｐゴシック" panose="020B0600070205080204" pitchFamily="50" charset="-128"/>
              <a:ea typeface="ＭＳ Ｐゴシック" panose="020B0600070205080204" pitchFamily="50" charset="-128"/>
            </a:endParaRPr>
          </a:p>
        </p:txBody>
      </p:sp>
      <p:sp>
        <p:nvSpPr>
          <p:cNvPr id="4" name="正方形/長方形 3">
            <a:extLst>
              <a:ext uri="{FF2B5EF4-FFF2-40B4-BE49-F238E27FC236}">
                <a16:creationId xmlns:a16="http://schemas.microsoft.com/office/drawing/2014/main" id="{363B2F5B-670C-61F7-66C5-D95702F9655C}"/>
              </a:ext>
            </a:extLst>
          </p:cNvPr>
          <p:cNvSpPr/>
          <p:nvPr/>
        </p:nvSpPr>
        <p:spPr>
          <a:xfrm>
            <a:off x="10203759" y="4555915"/>
            <a:ext cx="1838887" cy="256676"/>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7" name="正方形/長方形 6">
            <a:extLst>
              <a:ext uri="{FF2B5EF4-FFF2-40B4-BE49-F238E27FC236}">
                <a16:creationId xmlns:a16="http://schemas.microsoft.com/office/drawing/2014/main" id="{722412B4-8DDD-1FB9-54F5-0B0E0661B818}"/>
              </a:ext>
            </a:extLst>
          </p:cNvPr>
          <p:cNvSpPr/>
          <p:nvPr/>
        </p:nvSpPr>
        <p:spPr>
          <a:xfrm>
            <a:off x="10203759" y="4260896"/>
            <a:ext cx="1838887" cy="256676"/>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8" name="正方形/長方形 7">
            <a:extLst>
              <a:ext uri="{FF2B5EF4-FFF2-40B4-BE49-F238E27FC236}">
                <a16:creationId xmlns:a16="http://schemas.microsoft.com/office/drawing/2014/main" id="{844F82EB-CD51-D2C2-AD62-272C9DCF6877}"/>
              </a:ext>
            </a:extLst>
          </p:cNvPr>
          <p:cNvSpPr/>
          <p:nvPr/>
        </p:nvSpPr>
        <p:spPr>
          <a:xfrm>
            <a:off x="10203759" y="3982360"/>
            <a:ext cx="1838887" cy="256676"/>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9" name="正方形/長方形 8">
            <a:extLst>
              <a:ext uri="{FF2B5EF4-FFF2-40B4-BE49-F238E27FC236}">
                <a16:creationId xmlns:a16="http://schemas.microsoft.com/office/drawing/2014/main" id="{956AABA7-9958-94BA-1000-1F19806B811B}"/>
              </a:ext>
            </a:extLst>
          </p:cNvPr>
          <p:cNvSpPr/>
          <p:nvPr/>
        </p:nvSpPr>
        <p:spPr>
          <a:xfrm>
            <a:off x="10203759" y="3707223"/>
            <a:ext cx="1838887" cy="256676"/>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10" name="正方形/長方形 9">
            <a:extLst>
              <a:ext uri="{FF2B5EF4-FFF2-40B4-BE49-F238E27FC236}">
                <a16:creationId xmlns:a16="http://schemas.microsoft.com/office/drawing/2014/main" id="{FD10B612-B8C4-B683-DFE4-8A2379BBF4E3}"/>
              </a:ext>
            </a:extLst>
          </p:cNvPr>
          <p:cNvSpPr/>
          <p:nvPr/>
        </p:nvSpPr>
        <p:spPr>
          <a:xfrm>
            <a:off x="10203759" y="3428687"/>
            <a:ext cx="1838887" cy="256676"/>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11" name="正方形/長方形 10">
            <a:extLst>
              <a:ext uri="{FF2B5EF4-FFF2-40B4-BE49-F238E27FC236}">
                <a16:creationId xmlns:a16="http://schemas.microsoft.com/office/drawing/2014/main" id="{961708E7-28A1-08A4-1ABB-515978E70F47}"/>
              </a:ext>
            </a:extLst>
          </p:cNvPr>
          <p:cNvSpPr/>
          <p:nvPr/>
        </p:nvSpPr>
        <p:spPr>
          <a:xfrm>
            <a:off x="10203759" y="3133668"/>
            <a:ext cx="1838887" cy="256676"/>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12" name="正方形/長方形 11">
            <a:extLst>
              <a:ext uri="{FF2B5EF4-FFF2-40B4-BE49-F238E27FC236}">
                <a16:creationId xmlns:a16="http://schemas.microsoft.com/office/drawing/2014/main" id="{3E7F2173-5ECA-C4EA-72F4-0FFF78658E9C}"/>
              </a:ext>
            </a:extLst>
          </p:cNvPr>
          <p:cNvSpPr/>
          <p:nvPr/>
        </p:nvSpPr>
        <p:spPr>
          <a:xfrm>
            <a:off x="10203759" y="2855132"/>
            <a:ext cx="1838887" cy="256676"/>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13" name="正方形/長方形 12">
            <a:extLst>
              <a:ext uri="{FF2B5EF4-FFF2-40B4-BE49-F238E27FC236}">
                <a16:creationId xmlns:a16="http://schemas.microsoft.com/office/drawing/2014/main" id="{F0CD5EE8-2FE1-2A17-B28A-8AC992FAA4B2}"/>
              </a:ext>
            </a:extLst>
          </p:cNvPr>
          <p:cNvSpPr/>
          <p:nvPr/>
        </p:nvSpPr>
        <p:spPr>
          <a:xfrm>
            <a:off x="9980246" y="2156988"/>
            <a:ext cx="2041529" cy="341744"/>
          </a:xfrm>
          <a:prstGeom prst="rect">
            <a:avLst/>
          </a:prstGeom>
          <a:gradFill>
            <a:gsLst>
              <a:gs pos="8000">
                <a:srgbClr val="006666"/>
              </a:gs>
              <a:gs pos="48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14" name="テキスト ボックス 13">
            <a:extLst>
              <a:ext uri="{FF2B5EF4-FFF2-40B4-BE49-F238E27FC236}">
                <a16:creationId xmlns:a16="http://schemas.microsoft.com/office/drawing/2014/main" id="{A0157FCE-D7A7-202E-EDC3-D3791FE44484}"/>
              </a:ext>
            </a:extLst>
          </p:cNvPr>
          <p:cNvSpPr txBox="1"/>
          <p:nvPr/>
        </p:nvSpPr>
        <p:spPr>
          <a:xfrm>
            <a:off x="9980246" y="2160064"/>
            <a:ext cx="1378560" cy="307777"/>
          </a:xfrm>
          <a:prstGeom prst="rect">
            <a:avLst/>
          </a:prstGeom>
          <a:noFill/>
        </p:spPr>
        <p:txBody>
          <a:bodyPr wrap="square" rtlCol="0">
            <a:spAutoFit/>
          </a:bodyPr>
          <a:lstStyle/>
          <a:p>
            <a:r>
              <a:rPr kumimoji="1" lang="ja-JP" altLang="en-US" sz="1400" b="1" dirty="0">
                <a:solidFill>
                  <a:schemeClr val="bg1"/>
                </a:solidFill>
                <a:latin typeface="ＭＳ Ｐゴシック" panose="020B0600070205080204" pitchFamily="50" charset="-128"/>
                <a:ea typeface="ＭＳ Ｐゴシック" panose="020B0600070205080204" pitchFamily="50" charset="-128"/>
              </a:rPr>
              <a:t>ワルツ</a:t>
            </a:r>
          </a:p>
        </p:txBody>
      </p:sp>
      <p:sp>
        <p:nvSpPr>
          <p:cNvPr id="6" name="テキスト ボックス 5">
            <a:extLst>
              <a:ext uri="{FF2B5EF4-FFF2-40B4-BE49-F238E27FC236}">
                <a16:creationId xmlns:a16="http://schemas.microsoft.com/office/drawing/2014/main" id="{DF12C014-581A-F202-BA22-572A1CECF9B1}"/>
              </a:ext>
            </a:extLst>
          </p:cNvPr>
          <p:cNvSpPr txBox="1"/>
          <p:nvPr/>
        </p:nvSpPr>
        <p:spPr>
          <a:xfrm>
            <a:off x="10193323" y="2857832"/>
            <a:ext cx="1838888" cy="261610"/>
          </a:xfrm>
          <a:prstGeom prst="rect">
            <a:avLst/>
          </a:prstGeom>
          <a:noFill/>
        </p:spPr>
        <p:txBody>
          <a:bodyPr wrap="square" rtlCol="0">
            <a:spAutoFit/>
          </a:bodyPr>
          <a:lstStyle/>
          <a:p>
            <a:r>
              <a:rPr lang="en-US" altLang="ja-JP" sz="1100" b="1" dirty="0">
                <a:solidFill>
                  <a:srgbClr val="000066"/>
                </a:solidFill>
                <a:latin typeface="ＭＳ Ｐゴシック" panose="020B0600070205080204" pitchFamily="50" charset="-128"/>
                <a:ea typeface="ＭＳ Ｐゴシック" panose="020B0600070205080204" pitchFamily="50" charset="-128"/>
              </a:rPr>
              <a:t>101</a:t>
            </a:r>
            <a:r>
              <a:rPr lang="ja-JP" altLang="en-US" sz="1100" b="1" dirty="0">
                <a:solidFill>
                  <a:srgbClr val="000066"/>
                </a:solidFill>
                <a:latin typeface="ＭＳ Ｐゴシック" panose="020B0600070205080204" pitchFamily="50" charset="-128"/>
                <a:ea typeface="ＭＳ Ｐゴシック" panose="020B0600070205080204" pitchFamily="50" charset="-128"/>
              </a:rPr>
              <a:t>　山田・加藤　　　東京都</a:t>
            </a:r>
            <a:endParaRPr kumimoji="1" lang="ja-JP" altLang="en-US" sz="1100" b="1" dirty="0">
              <a:solidFill>
                <a:srgbClr val="000066"/>
              </a:solidFill>
              <a:latin typeface="ＭＳ Ｐゴシック" panose="020B0600070205080204" pitchFamily="50" charset="-128"/>
              <a:ea typeface="ＭＳ Ｐゴシック" panose="020B0600070205080204" pitchFamily="50" charset="-128"/>
            </a:endParaRPr>
          </a:p>
        </p:txBody>
      </p:sp>
      <p:sp>
        <p:nvSpPr>
          <p:cNvPr id="15" name="テキスト ボックス 14">
            <a:extLst>
              <a:ext uri="{FF2B5EF4-FFF2-40B4-BE49-F238E27FC236}">
                <a16:creationId xmlns:a16="http://schemas.microsoft.com/office/drawing/2014/main" id="{904246E0-2A2B-1AD9-0F25-1D86DFB675B6}"/>
              </a:ext>
            </a:extLst>
          </p:cNvPr>
          <p:cNvSpPr txBox="1"/>
          <p:nvPr/>
        </p:nvSpPr>
        <p:spPr>
          <a:xfrm>
            <a:off x="10193323" y="3154317"/>
            <a:ext cx="1838888" cy="261610"/>
          </a:xfrm>
          <a:prstGeom prst="rect">
            <a:avLst/>
          </a:prstGeom>
          <a:noFill/>
        </p:spPr>
        <p:txBody>
          <a:bodyPr wrap="square" rtlCol="0">
            <a:spAutoFit/>
          </a:bodyPr>
          <a:lstStyle/>
          <a:p>
            <a:r>
              <a:rPr lang="en-US" altLang="ja-JP" sz="1100" b="1" dirty="0">
                <a:solidFill>
                  <a:srgbClr val="000066"/>
                </a:solidFill>
                <a:latin typeface="ＭＳ Ｐゴシック" panose="020B0600070205080204" pitchFamily="50" charset="-128"/>
                <a:ea typeface="ＭＳ Ｐゴシック" panose="020B0600070205080204" pitchFamily="50" charset="-128"/>
              </a:rPr>
              <a:t>101</a:t>
            </a:r>
            <a:r>
              <a:rPr lang="ja-JP" altLang="en-US" sz="1100" b="1" dirty="0">
                <a:solidFill>
                  <a:srgbClr val="000066"/>
                </a:solidFill>
                <a:latin typeface="ＭＳ Ｐゴシック" panose="020B0600070205080204" pitchFamily="50" charset="-128"/>
                <a:ea typeface="ＭＳ Ｐゴシック" panose="020B0600070205080204" pitchFamily="50" charset="-128"/>
              </a:rPr>
              <a:t>　山田・加藤　　　東京都</a:t>
            </a:r>
            <a:endParaRPr kumimoji="1" lang="ja-JP" altLang="en-US" sz="1100" b="1" dirty="0">
              <a:solidFill>
                <a:srgbClr val="000066"/>
              </a:solidFill>
              <a:latin typeface="ＭＳ Ｐゴシック" panose="020B0600070205080204" pitchFamily="50" charset="-128"/>
              <a:ea typeface="ＭＳ Ｐゴシック" panose="020B0600070205080204" pitchFamily="50" charset="-128"/>
            </a:endParaRPr>
          </a:p>
        </p:txBody>
      </p:sp>
      <p:sp>
        <p:nvSpPr>
          <p:cNvPr id="16" name="テキスト ボックス 15">
            <a:extLst>
              <a:ext uri="{FF2B5EF4-FFF2-40B4-BE49-F238E27FC236}">
                <a16:creationId xmlns:a16="http://schemas.microsoft.com/office/drawing/2014/main" id="{5704DFA7-F73B-5D50-A0CE-2DAEE8E17D40}"/>
              </a:ext>
            </a:extLst>
          </p:cNvPr>
          <p:cNvSpPr txBox="1"/>
          <p:nvPr/>
        </p:nvSpPr>
        <p:spPr>
          <a:xfrm>
            <a:off x="10193323" y="3450802"/>
            <a:ext cx="1838888" cy="261610"/>
          </a:xfrm>
          <a:prstGeom prst="rect">
            <a:avLst/>
          </a:prstGeom>
          <a:noFill/>
        </p:spPr>
        <p:txBody>
          <a:bodyPr wrap="square" rtlCol="0">
            <a:spAutoFit/>
          </a:bodyPr>
          <a:lstStyle/>
          <a:p>
            <a:r>
              <a:rPr lang="en-US" altLang="ja-JP" sz="1100" b="1" dirty="0">
                <a:solidFill>
                  <a:srgbClr val="000066"/>
                </a:solidFill>
                <a:latin typeface="ＭＳ Ｐゴシック" panose="020B0600070205080204" pitchFamily="50" charset="-128"/>
                <a:ea typeface="ＭＳ Ｐゴシック" panose="020B0600070205080204" pitchFamily="50" charset="-128"/>
              </a:rPr>
              <a:t>101</a:t>
            </a:r>
            <a:r>
              <a:rPr lang="ja-JP" altLang="en-US" sz="1100" b="1" dirty="0">
                <a:solidFill>
                  <a:srgbClr val="000066"/>
                </a:solidFill>
                <a:latin typeface="ＭＳ Ｐゴシック" panose="020B0600070205080204" pitchFamily="50" charset="-128"/>
                <a:ea typeface="ＭＳ Ｐゴシック" panose="020B0600070205080204" pitchFamily="50" charset="-128"/>
              </a:rPr>
              <a:t>　山田・加藤　　　東京都</a:t>
            </a:r>
            <a:endParaRPr kumimoji="1" lang="ja-JP" altLang="en-US" sz="1100" b="1" dirty="0">
              <a:solidFill>
                <a:srgbClr val="000066"/>
              </a:solidFill>
              <a:latin typeface="ＭＳ Ｐゴシック" panose="020B0600070205080204" pitchFamily="50" charset="-128"/>
              <a:ea typeface="ＭＳ Ｐゴシック" panose="020B0600070205080204" pitchFamily="50" charset="-128"/>
            </a:endParaRPr>
          </a:p>
        </p:txBody>
      </p:sp>
      <p:sp>
        <p:nvSpPr>
          <p:cNvPr id="17" name="テキスト ボックス 16">
            <a:extLst>
              <a:ext uri="{FF2B5EF4-FFF2-40B4-BE49-F238E27FC236}">
                <a16:creationId xmlns:a16="http://schemas.microsoft.com/office/drawing/2014/main" id="{2748FEC6-2BB2-EA9A-7A78-ECC1E8F3CCC8}"/>
              </a:ext>
            </a:extLst>
          </p:cNvPr>
          <p:cNvSpPr txBox="1"/>
          <p:nvPr/>
        </p:nvSpPr>
        <p:spPr>
          <a:xfrm>
            <a:off x="10193323" y="3730873"/>
            <a:ext cx="1838888" cy="261610"/>
          </a:xfrm>
          <a:prstGeom prst="rect">
            <a:avLst/>
          </a:prstGeom>
          <a:noFill/>
        </p:spPr>
        <p:txBody>
          <a:bodyPr wrap="square" rtlCol="0">
            <a:spAutoFit/>
          </a:bodyPr>
          <a:lstStyle/>
          <a:p>
            <a:r>
              <a:rPr lang="en-US" altLang="ja-JP" sz="1100" b="1" dirty="0">
                <a:solidFill>
                  <a:srgbClr val="000066"/>
                </a:solidFill>
                <a:latin typeface="ＭＳ Ｐゴシック" panose="020B0600070205080204" pitchFamily="50" charset="-128"/>
                <a:ea typeface="ＭＳ Ｐゴシック" panose="020B0600070205080204" pitchFamily="50" charset="-128"/>
              </a:rPr>
              <a:t>101</a:t>
            </a:r>
            <a:r>
              <a:rPr lang="ja-JP" altLang="en-US" sz="1100" b="1" dirty="0">
                <a:solidFill>
                  <a:srgbClr val="000066"/>
                </a:solidFill>
                <a:latin typeface="ＭＳ Ｐゴシック" panose="020B0600070205080204" pitchFamily="50" charset="-128"/>
                <a:ea typeface="ＭＳ Ｐゴシック" panose="020B0600070205080204" pitchFamily="50" charset="-128"/>
              </a:rPr>
              <a:t>　山田・加藤　　　東京都</a:t>
            </a:r>
            <a:endParaRPr kumimoji="1" lang="ja-JP" altLang="en-US" sz="1100" b="1" dirty="0">
              <a:solidFill>
                <a:srgbClr val="000066"/>
              </a:solidFill>
              <a:latin typeface="ＭＳ Ｐゴシック" panose="020B0600070205080204" pitchFamily="50" charset="-128"/>
              <a:ea typeface="ＭＳ Ｐゴシック" panose="020B0600070205080204" pitchFamily="50" charset="-128"/>
            </a:endParaRPr>
          </a:p>
        </p:txBody>
      </p:sp>
      <p:sp>
        <p:nvSpPr>
          <p:cNvPr id="25" name="テキスト ボックス 24">
            <a:extLst>
              <a:ext uri="{FF2B5EF4-FFF2-40B4-BE49-F238E27FC236}">
                <a16:creationId xmlns:a16="http://schemas.microsoft.com/office/drawing/2014/main" id="{464E1C3F-8DCC-3812-5BD9-B879E1C63ACD}"/>
              </a:ext>
            </a:extLst>
          </p:cNvPr>
          <p:cNvSpPr txBox="1"/>
          <p:nvPr/>
        </p:nvSpPr>
        <p:spPr>
          <a:xfrm>
            <a:off x="10193323" y="3988356"/>
            <a:ext cx="1838888" cy="261610"/>
          </a:xfrm>
          <a:prstGeom prst="rect">
            <a:avLst/>
          </a:prstGeom>
          <a:noFill/>
        </p:spPr>
        <p:txBody>
          <a:bodyPr wrap="square" rtlCol="0">
            <a:spAutoFit/>
          </a:bodyPr>
          <a:lstStyle/>
          <a:p>
            <a:r>
              <a:rPr lang="en-US" altLang="ja-JP" sz="1100" b="1" dirty="0">
                <a:solidFill>
                  <a:srgbClr val="000066"/>
                </a:solidFill>
                <a:latin typeface="ＭＳ Ｐゴシック" panose="020B0600070205080204" pitchFamily="50" charset="-128"/>
                <a:ea typeface="ＭＳ Ｐゴシック" panose="020B0600070205080204" pitchFamily="50" charset="-128"/>
              </a:rPr>
              <a:t>101</a:t>
            </a:r>
            <a:r>
              <a:rPr lang="ja-JP" altLang="en-US" sz="1100" b="1" dirty="0">
                <a:solidFill>
                  <a:srgbClr val="000066"/>
                </a:solidFill>
                <a:latin typeface="ＭＳ Ｐゴシック" panose="020B0600070205080204" pitchFamily="50" charset="-128"/>
                <a:ea typeface="ＭＳ Ｐゴシック" panose="020B0600070205080204" pitchFamily="50" charset="-128"/>
              </a:rPr>
              <a:t>　山田・加藤　　　東京都</a:t>
            </a:r>
            <a:endParaRPr kumimoji="1" lang="ja-JP" altLang="en-US" sz="1100" b="1" dirty="0">
              <a:solidFill>
                <a:srgbClr val="000066"/>
              </a:solidFill>
              <a:latin typeface="ＭＳ Ｐゴシック" panose="020B0600070205080204" pitchFamily="50" charset="-128"/>
              <a:ea typeface="ＭＳ Ｐゴシック" panose="020B0600070205080204" pitchFamily="50" charset="-128"/>
            </a:endParaRPr>
          </a:p>
        </p:txBody>
      </p:sp>
      <p:sp>
        <p:nvSpPr>
          <p:cNvPr id="26" name="テキスト ボックス 25">
            <a:extLst>
              <a:ext uri="{FF2B5EF4-FFF2-40B4-BE49-F238E27FC236}">
                <a16:creationId xmlns:a16="http://schemas.microsoft.com/office/drawing/2014/main" id="{54FF22DB-4BB8-8692-C453-584AB1751292}"/>
              </a:ext>
            </a:extLst>
          </p:cNvPr>
          <p:cNvSpPr txBox="1"/>
          <p:nvPr/>
        </p:nvSpPr>
        <p:spPr>
          <a:xfrm>
            <a:off x="10193323" y="4277805"/>
            <a:ext cx="1838888" cy="261610"/>
          </a:xfrm>
          <a:prstGeom prst="rect">
            <a:avLst/>
          </a:prstGeom>
          <a:noFill/>
        </p:spPr>
        <p:txBody>
          <a:bodyPr wrap="square" rtlCol="0">
            <a:spAutoFit/>
          </a:bodyPr>
          <a:lstStyle/>
          <a:p>
            <a:r>
              <a:rPr lang="en-US" altLang="ja-JP" sz="1100" b="1" dirty="0">
                <a:solidFill>
                  <a:srgbClr val="000066"/>
                </a:solidFill>
                <a:latin typeface="ＭＳ Ｐゴシック" panose="020B0600070205080204" pitchFamily="50" charset="-128"/>
                <a:ea typeface="ＭＳ Ｐゴシック" panose="020B0600070205080204" pitchFamily="50" charset="-128"/>
              </a:rPr>
              <a:t>101</a:t>
            </a:r>
            <a:r>
              <a:rPr lang="ja-JP" altLang="en-US" sz="1100" b="1" dirty="0">
                <a:solidFill>
                  <a:srgbClr val="000066"/>
                </a:solidFill>
                <a:latin typeface="ＭＳ Ｐゴシック" panose="020B0600070205080204" pitchFamily="50" charset="-128"/>
                <a:ea typeface="ＭＳ Ｐゴシック" panose="020B0600070205080204" pitchFamily="50" charset="-128"/>
              </a:rPr>
              <a:t>　山田・加藤　　　東京都</a:t>
            </a:r>
            <a:endParaRPr kumimoji="1" lang="ja-JP" altLang="en-US" sz="1100" b="1" dirty="0">
              <a:solidFill>
                <a:srgbClr val="000066"/>
              </a:solidFill>
              <a:latin typeface="ＭＳ Ｐゴシック" panose="020B0600070205080204" pitchFamily="50" charset="-128"/>
              <a:ea typeface="ＭＳ Ｐゴシック" panose="020B0600070205080204" pitchFamily="50" charset="-128"/>
            </a:endParaRPr>
          </a:p>
        </p:txBody>
      </p:sp>
      <p:sp>
        <p:nvSpPr>
          <p:cNvPr id="27" name="テキスト ボックス 26">
            <a:extLst>
              <a:ext uri="{FF2B5EF4-FFF2-40B4-BE49-F238E27FC236}">
                <a16:creationId xmlns:a16="http://schemas.microsoft.com/office/drawing/2014/main" id="{5FE4B4EF-93EC-8452-C6AD-8B36FA92D587}"/>
              </a:ext>
            </a:extLst>
          </p:cNvPr>
          <p:cNvSpPr txBox="1"/>
          <p:nvPr/>
        </p:nvSpPr>
        <p:spPr>
          <a:xfrm>
            <a:off x="10193323" y="4539695"/>
            <a:ext cx="1838888" cy="261610"/>
          </a:xfrm>
          <a:prstGeom prst="rect">
            <a:avLst/>
          </a:prstGeom>
          <a:noFill/>
        </p:spPr>
        <p:txBody>
          <a:bodyPr wrap="square" rtlCol="0">
            <a:spAutoFit/>
          </a:bodyPr>
          <a:lstStyle/>
          <a:p>
            <a:r>
              <a:rPr lang="en-US" altLang="ja-JP" sz="1100" b="1" dirty="0">
                <a:solidFill>
                  <a:srgbClr val="000066"/>
                </a:solidFill>
                <a:latin typeface="ＭＳ Ｐゴシック" panose="020B0600070205080204" pitchFamily="50" charset="-128"/>
                <a:ea typeface="ＭＳ Ｐゴシック" panose="020B0600070205080204" pitchFamily="50" charset="-128"/>
              </a:rPr>
              <a:t>101</a:t>
            </a:r>
            <a:r>
              <a:rPr lang="ja-JP" altLang="en-US" sz="1100" b="1" dirty="0">
                <a:solidFill>
                  <a:srgbClr val="000066"/>
                </a:solidFill>
                <a:latin typeface="ＭＳ Ｐゴシック" panose="020B0600070205080204" pitchFamily="50" charset="-128"/>
                <a:ea typeface="ＭＳ Ｐゴシック" panose="020B0600070205080204" pitchFamily="50" charset="-128"/>
              </a:rPr>
              <a:t>　山田・加藤　　　東京都</a:t>
            </a:r>
            <a:endParaRPr kumimoji="1" lang="ja-JP" altLang="en-US" sz="1100" b="1" dirty="0">
              <a:solidFill>
                <a:srgbClr val="000066"/>
              </a:solidFill>
              <a:latin typeface="ＭＳ Ｐゴシック" panose="020B0600070205080204" pitchFamily="50" charset="-128"/>
              <a:ea typeface="ＭＳ Ｐゴシック" panose="020B0600070205080204" pitchFamily="50" charset="-128"/>
            </a:endParaRPr>
          </a:p>
        </p:txBody>
      </p:sp>
      <p:sp>
        <p:nvSpPr>
          <p:cNvPr id="28" name="テキスト ボックス 27">
            <a:extLst>
              <a:ext uri="{FF2B5EF4-FFF2-40B4-BE49-F238E27FC236}">
                <a16:creationId xmlns:a16="http://schemas.microsoft.com/office/drawing/2014/main" id="{1E132A3A-A46D-C14C-B3B1-E8C5AFC7F77D}"/>
              </a:ext>
            </a:extLst>
          </p:cNvPr>
          <p:cNvSpPr txBox="1"/>
          <p:nvPr/>
        </p:nvSpPr>
        <p:spPr>
          <a:xfrm>
            <a:off x="10193323" y="4821821"/>
            <a:ext cx="1838888" cy="261610"/>
          </a:xfrm>
          <a:prstGeom prst="rect">
            <a:avLst/>
          </a:prstGeom>
          <a:noFill/>
        </p:spPr>
        <p:txBody>
          <a:bodyPr wrap="square" rtlCol="0">
            <a:spAutoFit/>
          </a:bodyPr>
          <a:lstStyle/>
          <a:p>
            <a:r>
              <a:rPr lang="en-US" altLang="ja-JP" sz="1100" b="1" dirty="0">
                <a:solidFill>
                  <a:srgbClr val="000066"/>
                </a:solidFill>
                <a:latin typeface="ＭＳ Ｐゴシック" panose="020B0600070205080204" pitchFamily="50" charset="-128"/>
                <a:ea typeface="ＭＳ Ｐゴシック" panose="020B0600070205080204" pitchFamily="50" charset="-128"/>
              </a:rPr>
              <a:t>101</a:t>
            </a:r>
            <a:r>
              <a:rPr lang="ja-JP" altLang="en-US" sz="1100" b="1" dirty="0">
                <a:solidFill>
                  <a:srgbClr val="000066"/>
                </a:solidFill>
                <a:latin typeface="ＭＳ Ｐゴシック" panose="020B0600070205080204" pitchFamily="50" charset="-128"/>
                <a:ea typeface="ＭＳ Ｐゴシック" panose="020B0600070205080204" pitchFamily="50" charset="-128"/>
              </a:rPr>
              <a:t>　山田・加藤　　　東京都</a:t>
            </a:r>
            <a:endParaRPr kumimoji="1" lang="ja-JP" altLang="en-US" sz="1100" b="1" dirty="0">
              <a:solidFill>
                <a:srgbClr val="000066"/>
              </a:solidFill>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1602772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60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1+#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par>
                                <p:cTn id="9" presetID="10" presetClass="exit" presetSubtype="0" fill="hold" grpId="1" nodeType="withEffect">
                                  <p:stCondLst>
                                    <p:cond delay="0"/>
                                  </p:stCondLst>
                                  <p:childTnLst>
                                    <p:animEffect transition="out" filter="fade">
                                      <p:cBhvr>
                                        <p:cTn id="10" dur="500"/>
                                        <p:tgtEl>
                                          <p:spTgt spid="21"/>
                                        </p:tgtEl>
                                      </p:cBhvr>
                                    </p:animEffect>
                                    <p:set>
                                      <p:cBhvr>
                                        <p:cTn id="11" dur="1" fill="hold">
                                          <p:stCondLst>
                                            <p:cond delay="499"/>
                                          </p:stCondLst>
                                        </p:cTn>
                                        <p:tgtEl>
                                          <p:spTgt spid="21"/>
                                        </p:tgtEl>
                                        <p:attrNameLst>
                                          <p:attrName>style.visibility</p:attrName>
                                        </p:attrNameLst>
                                      </p:cBhvr>
                                      <p:to>
                                        <p:strVal val="hidden"/>
                                      </p:to>
                                    </p:set>
                                  </p:childTnLst>
                                </p:cTn>
                              </p:par>
                              <p:par>
                                <p:cTn id="12" presetID="2" presetClass="entr" presetSubtype="2" fill="hold" grpId="0" nodeType="withEffect">
                                  <p:stCondLst>
                                    <p:cond delay="60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1+#ppt_w/2"/>
                                          </p:val>
                                        </p:tav>
                                        <p:tav tm="100000">
                                          <p:val>
                                            <p:strVal val="#ppt_x"/>
                                          </p:val>
                                        </p:tav>
                                      </p:tavLst>
                                    </p:anim>
                                    <p:anim calcmode="lin" valueType="num">
                                      <p:cBhvr additive="base">
                                        <p:cTn id="15" dur="500" fill="hold"/>
                                        <p:tgtEl>
                                          <p:spTgt spid="3"/>
                                        </p:tgtEl>
                                        <p:attrNameLst>
                                          <p:attrName>ppt_y</p:attrName>
                                        </p:attrNameLst>
                                      </p:cBhvr>
                                      <p:tavLst>
                                        <p:tav tm="0">
                                          <p:val>
                                            <p:strVal val="#ppt_y"/>
                                          </p:val>
                                        </p:tav>
                                        <p:tav tm="100000">
                                          <p:val>
                                            <p:strVal val="#ppt_y"/>
                                          </p:val>
                                        </p:tav>
                                      </p:tavLst>
                                    </p:anim>
                                  </p:childTnLst>
                                </p:cTn>
                              </p:par>
                              <p:par>
                                <p:cTn id="16" presetID="10" presetClass="exit" presetSubtype="0" fill="hold" grpId="1" nodeType="withEffect">
                                  <p:stCondLst>
                                    <p:cond delay="0"/>
                                  </p:stCondLst>
                                  <p:childTnLst>
                                    <p:animEffect transition="out" filter="fade">
                                      <p:cBhvr>
                                        <p:cTn id="17" dur="500"/>
                                        <p:tgtEl>
                                          <p:spTgt spid="3"/>
                                        </p:tgtEl>
                                      </p:cBhvr>
                                    </p:animEffect>
                                    <p:set>
                                      <p:cBhvr>
                                        <p:cTn id="18" dur="1" fill="hold">
                                          <p:stCondLst>
                                            <p:cond delay="499"/>
                                          </p:stCondLst>
                                        </p:cTn>
                                        <p:tgtEl>
                                          <p:spTgt spid="3"/>
                                        </p:tgtEl>
                                        <p:attrNameLst>
                                          <p:attrName>style.visibility</p:attrName>
                                        </p:attrNameLst>
                                      </p:cBhvr>
                                      <p:to>
                                        <p:strVal val="hidden"/>
                                      </p:to>
                                    </p:set>
                                  </p:childTnLst>
                                </p:cTn>
                              </p:par>
                              <p:par>
                                <p:cTn id="19" presetID="2" presetClass="entr" presetSubtype="2" fill="hold" grpId="0" nodeType="withEffect">
                                  <p:stCondLst>
                                    <p:cond delay="600"/>
                                  </p:stCondLst>
                                  <p:childTnLst>
                                    <p:set>
                                      <p:cBhvr>
                                        <p:cTn id="20" dur="1" fill="hold">
                                          <p:stCondLst>
                                            <p:cond delay="0"/>
                                          </p:stCondLst>
                                        </p:cTn>
                                        <p:tgtEl>
                                          <p:spTgt spid="30"/>
                                        </p:tgtEl>
                                        <p:attrNameLst>
                                          <p:attrName>style.visibility</p:attrName>
                                        </p:attrNameLst>
                                      </p:cBhvr>
                                      <p:to>
                                        <p:strVal val="visible"/>
                                      </p:to>
                                    </p:set>
                                    <p:anim calcmode="lin" valueType="num">
                                      <p:cBhvr additive="base">
                                        <p:cTn id="21" dur="500" fill="hold"/>
                                        <p:tgtEl>
                                          <p:spTgt spid="30"/>
                                        </p:tgtEl>
                                        <p:attrNameLst>
                                          <p:attrName>ppt_x</p:attrName>
                                        </p:attrNameLst>
                                      </p:cBhvr>
                                      <p:tavLst>
                                        <p:tav tm="0">
                                          <p:val>
                                            <p:strVal val="1+#ppt_w/2"/>
                                          </p:val>
                                        </p:tav>
                                        <p:tav tm="100000">
                                          <p:val>
                                            <p:strVal val="#ppt_x"/>
                                          </p:val>
                                        </p:tav>
                                      </p:tavLst>
                                    </p:anim>
                                    <p:anim calcmode="lin" valueType="num">
                                      <p:cBhvr additive="base">
                                        <p:cTn id="22" dur="500" fill="hold"/>
                                        <p:tgtEl>
                                          <p:spTgt spid="30"/>
                                        </p:tgtEl>
                                        <p:attrNameLst>
                                          <p:attrName>ppt_y</p:attrName>
                                        </p:attrNameLst>
                                      </p:cBhvr>
                                      <p:tavLst>
                                        <p:tav tm="0">
                                          <p:val>
                                            <p:strVal val="#ppt_y"/>
                                          </p:val>
                                        </p:tav>
                                        <p:tav tm="100000">
                                          <p:val>
                                            <p:strVal val="#ppt_y"/>
                                          </p:val>
                                        </p:tav>
                                      </p:tavLst>
                                    </p:anim>
                                  </p:childTnLst>
                                </p:cTn>
                              </p:par>
                              <p:par>
                                <p:cTn id="23" presetID="10" presetClass="exit" presetSubtype="0" fill="hold" grpId="1" nodeType="withEffect">
                                  <p:stCondLst>
                                    <p:cond delay="0"/>
                                  </p:stCondLst>
                                  <p:childTnLst>
                                    <p:animEffect transition="out" filter="fade">
                                      <p:cBhvr>
                                        <p:cTn id="24" dur="500"/>
                                        <p:tgtEl>
                                          <p:spTgt spid="30"/>
                                        </p:tgtEl>
                                      </p:cBhvr>
                                    </p:animEffect>
                                    <p:set>
                                      <p:cBhvr>
                                        <p:cTn id="25" dur="1" fill="hold">
                                          <p:stCondLst>
                                            <p:cond delay="499"/>
                                          </p:stCondLst>
                                        </p:cTn>
                                        <p:tgtEl>
                                          <p:spTgt spid="30"/>
                                        </p:tgtEl>
                                        <p:attrNameLst>
                                          <p:attrName>style.visibility</p:attrName>
                                        </p:attrNameLst>
                                      </p:cBhvr>
                                      <p:to>
                                        <p:strVal val="hidden"/>
                                      </p:to>
                                    </p:set>
                                  </p:childTnLst>
                                </p:cTn>
                              </p:par>
                              <p:par>
                                <p:cTn id="26" presetID="2" presetClass="entr" presetSubtype="2" fill="hold" grpId="0" nodeType="withEffect">
                                  <p:stCondLst>
                                    <p:cond delay="600"/>
                                  </p:stCondLst>
                                  <p:childTnLst>
                                    <p:set>
                                      <p:cBhvr>
                                        <p:cTn id="27" dur="1" fill="hold">
                                          <p:stCondLst>
                                            <p:cond delay="0"/>
                                          </p:stCondLst>
                                        </p:cTn>
                                        <p:tgtEl>
                                          <p:spTgt spid="4"/>
                                        </p:tgtEl>
                                        <p:attrNameLst>
                                          <p:attrName>style.visibility</p:attrName>
                                        </p:attrNameLst>
                                      </p:cBhvr>
                                      <p:to>
                                        <p:strVal val="visible"/>
                                      </p:to>
                                    </p:set>
                                    <p:anim calcmode="lin" valueType="num">
                                      <p:cBhvr additive="base">
                                        <p:cTn id="28" dur="500" fill="hold"/>
                                        <p:tgtEl>
                                          <p:spTgt spid="4"/>
                                        </p:tgtEl>
                                        <p:attrNameLst>
                                          <p:attrName>ppt_x</p:attrName>
                                        </p:attrNameLst>
                                      </p:cBhvr>
                                      <p:tavLst>
                                        <p:tav tm="0">
                                          <p:val>
                                            <p:strVal val="1+#ppt_w/2"/>
                                          </p:val>
                                        </p:tav>
                                        <p:tav tm="100000">
                                          <p:val>
                                            <p:strVal val="#ppt_x"/>
                                          </p:val>
                                        </p:tav>
                                      </p:tavLst>
                                    </p:anim>
                                    <p:anim calcmode="lin" valueType="num">
                                      <p:cBhvr additive="base">
                                        <p:cTn id="29" dur="500" fill="hold"/>
                                        <p:tgtEl>
                                          <p:spTgt spid="4"/>
                                        </p:tgtEl>
                                        <p:attrNameLst>
                                          <p:attrName>ppt_y</p:attrName>
                                        </p:attrNameLst>
                                      </p:cBhvr>
                                      <p:tavLst>
                                        <p:tav tm="0">
                                          <p:val>
                                            <p:strVal val="#ppt_y"/>
                                          </p:val>
                                        </p:tav>
                                        <p:tav tm="100000">
                                          <p:val>
                                            <p:strVal val="#ppt_y"/>
                                          </p:val>
                                        </p:tav>
                                      </p:tavLst>
                                    </p:anim>
                                  </p:childTnLst>
                                </p:cTn>
                              </p:par>
                              <p:par>
                                <p:cTn id="30" presetID="10" presetClass="exit" presetSubtype="0" fill="hold" grpId="1" nodeType="withEffect">
                                  <p:stCondLst>
                                    <p:cond delay="0"/>
                                  </p:stCondLst>
                                  <p:childTnLst>
                                    <p:animEffect transition="out" filter="fade">
                                      <p:cBhvr>
                                        <p:cTn id="31" dur="500"/>
                                        <p:tgtEl>
                                          <p:spTgt spid="4"/>
                                        </p:tgtEl>
                                      </p:cBhvr>
                                    </p:animEffect>
                                    <p:set>
                                      <p:cBhvr>
                                        <p:cTn id="32" dur="1" fill="hold">
                                          <p:stCondLst>
                                            <p:cond delay="499"/>
                                          </p:stCondLst>
                                        </p:cTn>
                                        <p:tgtEl>
                                          <p:spTgt spid="4"/>
                                        </p:tgtEl>
                                        <p:attrNameLst>
                                          <p:attrName>style.visibility</p:attrName>
                                        </p:attrNameLst>
                                      </p:cBhvr>
                                      <p:to>
                                        <p:strVal val="hidden"/>
                                      </p:to>
                                    </p:set>
                                  </p:childTnLst>
                                </p:cTn>
                              </p:par>
                              <p:par>
                                <p:cTn id="33" presetID="2" presetClass="entr" presetSubtype="2" fill="hold" grpId="0" nodeType="withEffect">
                                  <p:stCondLst>
                                    <p:cond delay="60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500" fill="hold"/>
                                        <p:tgtEl>
                                          <p:spTgt spid="7"/>
                                        </p:tgtEl>
                                        <p:attrNameLst>
                                          <p:attrName>ppt_x</p:attrName>
                                        </p:attrNameLst>
                                      </p:cBhvr>
                                      <p:tavLst>
                                        <p:tav tm="0">
                                          <p:val>
                                            <p:strVal val="1+#ppt_w/2"/>
                                          </p:val>
                                        </p:tav>
                                        <p:tav tm="100000">
                                          <p:val>
                                            <p:strVal val="#ppt_x"/>
                                          </p:val>
                                        </p:tav>
                                      </p:tavLst>
                                    </p:anim>
                                    <p:anim calcmode="lin" valueType="num">
                                      <p:cBhvr additive="base">
                                        <p:cTn id="36" dur="500" fill="hold"/>
                                        <p:tgtEl>
                                          <p:spTgt spid="7"/>
                                        </p:tgtEl>
                                        <p:attrNameLst>
                                          <p:attrName>ppt_y</p:attrName>
                                        </p:attrNameLst>
                                      </p:cBhvr>
                                      <p:tavLst>
                                        <p:tav tm="0">
                                          <p:val>
                                            <p:strVal val="#ppt_y"/>
                                          </p:val>
                                        </p:tav>
                                        <p:tav tm="100000">
                                          <p:val>
                                            <p:strVal val="#ppt_y"/>
                                          </p:val>
                                        </p:tav>
                                      </p:tavLst>
                                    </p:anim>
                                  </p:childTnLst>
                                </p:cTn>
                              </p:par>
                              <p:par>
                                <p:cTn id="37" presetID="10" presetClass="exit" presetSubtype="0" fill="hold" grpId="1" nodeType="withEffect">
                                  <p:stCondLst>
                                    <p:cond delay="0"/>
                                  </p:stCondLst>
                                  <p:childTnLst>
                                    <p:animEffect transition="out" filter="fade">
                                      <p:cBhvr>
                                        <p:cTn id="38" dur="500"/>
                                        <p:tgtEl>
                                          <p:spTgt spid="7"/>
                                        </p:tgtEl>
                                      </p:cBhvr>
                                    </p:animEffect>
                                    <p:set>
                                      <p:cBhvr>
                                        <p:cTn id="39" dur="1" fill="hold">
                                          <p:stCondLst>
                                            <p:cond delay="499"/>
                                          </p:stCondLst>
                                        </p:cTn>
                                        <p:tgtEl>
                                          <p:spTgt spid="7"/>
                                        </p:tgtEl>
                                        <p:attrNameLst>
                                          <p:attrName>style.visibility</p:attrName>
                                        </p:attrNameLst>
                                      </p:cBhvr>
                                      <p:to>
                                        <p:strVal val="hidden"/>
                                      </p:to>
                                    </p:set>
                                  </p:childTnLst>
                                </p:cTn>
                              </p:par>
                              <p:par>
                                <p:cTn id="40" presetID="2" presetClass="entr" presetSubtype="2" fill="hold" grpId="0" nodeType="withEffect">
                                  <p:stCondLst>
                                    <p:cond delay="600"/>
                                  </p:stCondLst>
                                  <p:childTnLst>
                                    <p:set>
                                      <p:cBhvr>
                                        <p:cTn id="41" dur="1" fill="hold">
                                          <p:stCondLst>
                                            <p:cond delay="0"/>
                                          </p:stCondLst>
                                        </p:cTn>
                                        <p:tgtEl>
                                          <p:spTgt spid="8"/>
                                        </p:tgtEl>
                                        <p:attrNameLst>
                                          <p:attrName>style.visibility</p:attrName>
                                        </p:attrNameLst>
                                      </p:cBhvr>
                                      <p:to>
                                        <p:strVal val="visible"/>
                                      </p:to>
                                    </p:set>
                                    <p:anim calcmode="lin" valueType="num">
                                      <p:cBhvr additive="base">
                                        <p:cTn id="42" dur="500" fill="hold"/>
                                        <p:tgtEl>
                                          <p:spTgt spid="8"/>
                                        </p:tgtEl>
                                        <p:attrNameLst>
                                          <p:attrName>ppt_x</p:attrName>
                                        </p:attrNameLst>
                                      </p:cBhvr>
                                      <p:tavLst>
                                        <p:tav tm="0">
                                          <p:val>
                                            <p:strVal val="1+#ppt_w/2"/>
                                          </p:val>
                                        </p:tav>
                                        <p:tav tm="100000">
                                          <p:val>
                                            <p:strVal val="#ppt_x"/>
                                          </p:val>
                                        </p:tav>
                                      </p:tavLst>
                                    </p:anim>
                                    <p:anim calcmode="lin" valueType="num">
                                      <p:cBhvr additive="base">
                                        <p:cTn id="43" dur="500" fill="hold"/>
                                        <p:tgtEl>
                                          <p:spTgt spid="8"/>
                                        </p:tgtEl>
                                        <p:attrNameLst>
                                          <p:attrName>ppt_y</p:attrName>
                                        </p:attrNameLst>
                                      </p:cBhvr>
                                      <p:tavLst>
                                        <p:tav tm="0">
                                          <p:val>
                                            <p:strVal val="#ppt_y"/>
                                          </p:val>
                                        </p:tav>
                                        <p:tav tm="100000">
                                          <p:val>
                                            <p:strVal val="#ppt_y"/>
                                          </p:val>
                                        </p:tav>
                                      </p:tavLst>
                                    </p:anim>
                                  </p:childTnLst>
                                </p:cTn>
                              </p:par>
                              <p:par>
                                <p:cTn id="44" presetID="10" presetClass="exit" presetSubtype="0" fill="hold" grpId="1" nodeType="withEffect">
                                  <p:stCondLst>
                                    <p:cond delay="0"/>
                                  </p:stCondLst>
                                  <p:childTnLst>
                                    <p:animEffect transition="out" filter="fade">
                                      <p:cBhvr>
                                        <p:cTn id="45" dur="500"/>
                                        <p:tgtEl>
                                          <p:spTgt spid="8"/>
                                        </p:tgtEl>
                                      </p:cBhvr>
                                    </p:animEffect>
                                    <p:set>
                                      <p:cBhvr>
                                        <p:cTn id="46" dur="1" fill="hold">
                                          <p:stCondLst>
                                            <p:cond delay="499"/>
                                          </p:stCondLst>
                                        </p:cTn>
                                        <p:tgtEl>
                                          <p:spTgt spid="8"/>
                                        </p:tgtEl>
                                        <p:attrNameLst>
                                          <p:attrName>style.visibility</p:attrName>
                                        </p:attrNameLst>
                                      </p:cBhvr>
                                      <p:to>
                                        <p:strVal val="hidden"/>
                                      </p:to>
                                    </p:set>
                                  </p:childTnLst>
                                </p:cTn>
                              </p:par>
                              <p:par>
                                <p:cTn id="47" presetID="2" presetClass="entr" presetSubtype="2" fill="hold" grpId="0" nodeType="withEffect">
                                  <p:stCondLst>
                                    <p:cond delay="600"/>
                                  </p:stCondLst>
                                  <p:childTnLst>
                                    <p:set>
                                      <p:cBhvr>
                                        <p:cTn id="48" dur="1" fill="hold">
                                          <p:stCondLst>
                                            <p:cond delay="0"/>
                                          </p:stCondLst>
                                        </p:cTn>
                                        <p:tgtEl>
                                          <p:spTgt spid="9"/>
                                        </p:tgtEl>
                                        <p:attrNameLst>
                                          <p:attrName>style.visibility</p:attrName>
                                        </p:attrNameLst>
                                      </p:cBhvr>
                                      <p:to>
                                        <p:strVal val="visible"/>
                                      </p:to>
                                    </p:set>
                                    <p:anim calcmode="lin" valueType="num">
                                      <p:cBhvr additive="base">
                                        <p:cTn id="49" dur="500" fill="hold"/>
                                        <p:tgtEl>
                                          <p:spTgt spid="9"/>
                                        </p:tgtEl>
                                        <p:attrNameLst>
                                          <p:attrName>ppt_x</p:attrName>
                                        </p:attrNameLst>
                                      </p:cBhvr>
                                      <p:tavLst>
                                        <p:tav tm="0">
                                          <p:val>
                                            <p:strVal val="1+#ppt_w/2"/>
                                          </p:val>
                                        </p:tav>
                                        <p:tav tm="100000">
                                          <p:val>
                                            <p:strVal val="#ppt_x"/>
                                          </p:val>
                                        </p:tav>
                                      </p:tavLst>
                                    </p:anim>
                                    <p:anim calcmode="lin" valueType="num">
                                      <p:cBhvr additive="base">
                                        <p:cTn id="50" dur="500" fill="hold"/>
                                        <p:tgtEl>
                                          <p:spTgt spid="9"/>
                                        </p:tgtEl>
                                        <p:attrNameLst>
                                          <p:attrName>ppt_y</p:attrName>
                                        </p:attrNameLst>
                                      </p:cBhvr>
                                      <p:tavLst>
                                        <p:tav tm="0">
                                          <p:val>
                                            <p:strVal val="#ppt_y"/>
                                          </p:val>
                                        </p:tav>
                                        <p:tav tm="100000">
                                          <p:val>
                                            <p:strVal val="#ppt_y"/>
                                          </p:val>
                                        </p:tav>
                                      </p:tavLst>
                                    </p:anim>
                                  </p:childTnLst>
                                </p:cTn>
                              </p:par>
                              <p:par>
                                <p:cTn id="51" presetID="10" presetClass="exit" presetSubtype="0" fill="hold" grpId="1" nodeType="withEffect">
                                  <p:stCondLst>
                                    <p:cond delay="0"/>
                                  </p:stCondLst>
                                  <p:childTnLst>
                                    <p:animEffect transition="out" filter="fade">
                                      <p:cBhvr>
                                        <p:cTn id="52" dur="500"/>
                                        <p:tgtEl>
                                          <p:spTgt spid="9"/>
                                        </p:tgtEl>
                                      </p:cBhvr>
                                    </p:animEffect>
                                    <p:set>
                                      <p:cBhvr>
                                        <p:cTn id="53" dur="1" fill="hold">
                                          <p:stCondLst>
                                            <p:cond delay="499"/>
                                          </p:stCondLst>
                                        </p:cTn>
                                        <p:tgtEl>
                                          <p:spTgt spid="9"/>
                                        </p:tgtEl>
                                        <p:attrNameLst>
                                          <p:attrName>style.visibility</p:attrName>
                                        </p:attrNameLst>
                                      </p:cBhvr>
                                      <p:to>
                                        <p:strVal val="hidden"/>
                                      </p:to>
                                    </p:set>
                                  </p:childTnLst>
                                </p:cTn>
                              </p:par>
                              <p:par>
                                <p:cTn id="54" presetID="2" presetClass="entr" presetSubtype="2" fill="hold" grpId="0" nodeType="withEffect">
                                  <p:stCondLst>
                                    <p:cond delay="600"/>
                                  </p:stCondLst>
                                  <p:childTnLst>
                                    <p:set>
                                      <p:cBhvr>
                                        <p:cTn id="55" dur="1" fill="hold">
                                          <p:stCondLst>
                                            <p:cond delay="0"/>
                                          </p:stCondLst>
                                        </p:cTn>
                                        <p:tgtEl>
                                          <p:spTgt spid="10"/>
                                        </p:tgtEl>
                                        <p:attrNameLst>
                                          <p:attrName>style.visibility</p:attrName>
                                        </p:attrNameLst>
                                      </p:cBhvr>
                                      <p:to>
                                        <p:strVal val="visible"/>
                                      </p:to>
                                    </p:set>
                                    <p:anim calcmode="lin" valueType="num">
                                      <p:cBhvr additive="base">
                                        <p:cTn id="56" dur="500" fill="hold"/>
                                        <p:tgtEl>
                                          <p:spTgt spid="10"/>
                                        </p:tgtEl>
                                        <p:attrNameLst>
                                          <p:attrName>ppt_x</p:attrName>
                                        </p:attrNameLst>
                                      </p:cBhvr>
                                      <p:tavLst>
                                        <p:tav tm="0">
                                          <p:val>
                                            <p:strVal val="1+#ppt_w/2"/>
                                          </p:val>
                                        </p:tav>
                                        <p:tav tm="100000">
                                          <p:val>
                                            <p:strVal val="#ppt_x"/>
                                          </p:val>
                                        </p:tav>
                                      </p:tavLst>
                                    </p:anim>
                                    <p:anim calcmode="lin" valueType="num">
                                      <p:cBhvr additive="base">
                                        <p:cTn id="57" dur="500" fill="hold"/>
                                        <p:tgtEl>
                                          <p:spTgt spid="10"/>
                                        </p:tgtEl>
                                        <p:attrNameLst>
                                          <p:attrName>ppt_y</p:attrName>
                                        </p:attrNameLst>
                                      </p:cBhvr>
                                      <p:tavLst>
                                        <p:tav tm="0">
                                          <p:val>
                                            <p:strVal val="#ppt_y"/>
                                          </p:val>
                                        </p:tav>
                                        <p:tav tm="100000">
                                          <p:val>
                                            <p:strVal val="#ppt_y"/>
                                          </p:val>
                                        </p:tav>
                                      </p:tavLst>
                                    </p:anim>
                                  </p:childTnLst>
                                </p:cTn>
                              </p:par>
                              <p:par>
                                <p:cTn id="58" presetID="10" presetClass="exit" presetSubtype="0" fill="hold" grpId="1" nodeType="withEffect">
                                  <p:stCondLst>
                                    <p:cond delay="0"/>
                                  </p:stCondLst>
                                  <p:childTnLst>
                                    <p:animEffect transition="out" filter="fade">
                                      <p:cBhvr>
                                        <p:cTn id="59" dur="500"/>
                                        <p:tgtEl>
                                          <p:spTgt spid="10"/>
                                        </p:tgtEl>
                                      </p:cBhvr>
                                    </p:animEffect>
                                    <p:set>
                                      <p:cBhvr>
                                        <p:cTn id="60" dur="1" fill="hold">
                                          <p:stCondLst>
                                            <p:cond delay="499"/>
                                          </p:stCondLst>
                                        </p:cTn>
                                        <p:tgtEl>
                                          <p:spTgt spid="10"/>
                                        </p:tgtEl>
                                        <p:attrNameLst>
                                          <p:attrName>style.visibility</p:attrName>
                                        </p:attrNameLst>
                                      </p:cBhvr>
                                      <p:to>
                                        <p:strVal val="hidden"/>
                                      </p:to>
                                    </p:set>
                                  </p:childTnLst>
                                </p:cTn>
                              </p:par>
                              <p:par>
                                <p:cTn id="61" presetID="2" presetClass="entr" presetSubtype="2" fill="hold" grpId="0" nodeType="withEffect">
                                  <p:stCondLst>
                                    <p:cond delay="600"/>
                                  </p:stCondLst>
                                  <p:childTnLst>
                                    <p:set>
                                      <p:cBhvr>
                                        <p:cTn id="62" dur="1" fill="hold">
                                          <p:stCondLst>
                                            <p:cond delay="0"/>
                                          </p:stCondLst>
                                        </p:cTn>
                                        <p:tgtEl>
                                          <p:spTgt spid="11"/>
                                        </p:tgtEl>
                                        <p:attrNameLst>
                                          <p:attrName>style.visibility</p:attrName>
                                        </p:attrNameLst>
                                      </p:cBhvr>
                                      <p:to>
                                        <p:strVal val="visible"/>
                                      </p:to>
                                    </p:set>
                                    <p:anim calcmode="lin" valueType="num">
                                      <p:cBhvr additive="base">
                                        <p:cTn id="63" dur="500" fill="hold"/>
                                        <p:tgtEl>
                                          <p:spTgt spid="11"/>
                                        </p:tgtEl>
                                        <p:attrNameLst>
                                          <p:attrName>ppt_x</p:attrName>
                                        </p:attrNameLst>
                                      </p:cBhvr>
                                      <p:tavLst>
                                        <p:tav tm="0">
                                          <p:val>
                                            <p:strVal val="1+#ppt_w/2"/>
                                          </p:val>
                                        </p:tav>
                                        <p:tav tm="100000">
                                          <p:val>
                                            <p:strVal val="#ppt_x"/>
                                          </p:val>
                                        </p:tav>
                                      </p:tavLst>
                                    </p:anim>
                                    <p:anim calcmode="lin" valueType="num">
                                      <p:cBhvr additive="base">
                                        <p:cTn id="64" dur="500" fill="hold"/>
                                        <p:tgtEl>
                                          <p:spTgt spid="11"/>
                                        </p:tgtEl>
                                        <p:attrNameLst>
                                          <p:attrName>ppt_y</p:attrName>
                                        </p:attrNameLst>
                                      </p:cBhvr>
                                      <p:tavLst>
                                        <p:tav tm="0">
                                          <p:val>
                                            <p:strVal val="#ppt_y"/>
                                          </p:val>
                                        </p:tav>
                                        <p:tav tm="100000">
                                          <p:val>
                                            <p:strVal val="#ppt_y"/>
                                          </p:val>
                                        </p:tav>
                                      </p:tavLst>
                                    </p:anim>
                                  </p:childTnLst>
                                </p:cTn>
                              </p:par>
                              <p:par>
                                <p:cTn id="65" presetID="10" presetClass="exit" presetSubtype="0" fill="hold" grpId="1" nodeType="withEffect">
                                  <p:stCondLst>
                                    <p:cond delay="0"/>
                                  </p:stCondLst>
                                  <p:childTnLst>
                                    <p:animEffect transition="out" filter="fade">
                                      <p:cBhvr>
                                        <p:cTn id="66" dur="500"/>
                                        <p:tgtEl>
                                          <p:spTgt spid="11"/>
                                        </p:tgtEl>
                                      </p:cBhvr>
                                    </p:animEffect>
                                    <p:set>
                                      <p:cBhvr>
                                        <p:cTn id="67" dur="1" fill="hold">
                                          <p:stCondLst>
                                            <p:cond delay="499"/>
                                          </p:stCondLst>
                                        </p:cTn>
                                        <p:tgtEl>
                                          <p:spTgt spid="11"/>
                                        </p:tgtEl>
                                        <p:attrNameLst>
                                          <p:attrName>style.visibility</p:attrName>
                                        </p:attrNameLst>
                                      </p:cBhvr>
                                      <p:to>
                                        <p:strVal val="hidden"/>
                                      </p:to>
                                    </p:set>
                                  </p:childTnLst>
                                </p:cTn>
                              </p:par>
                              <p:par>
                                <p:cTn id="68" presetID="2" presetClass="entr" presetSubtype="2" fill="hold" grpId="0" nodeType="withEffect">
                                  <p:stCondLst>
                                    <p:cond delay="600"/>
                                  </p:stCondLst>
                                  <p:childTnLst>
                                    <p:set>
                                      <p:cBhvr>
                                        <p:cTn id="69" dur="1" fill="hold">
                                          <p:stCondLst>
                                            <p:cond delay="0"/>
                                          </p:stCondLst>
                                        </p:cTn>
                                        <p:tgtEl>
                                          <p:spTgt spid="12"/>
                                        </p:tgtEl>
                                        <p:attrNameLst>
                                          <p:attrName>style.visibility</p:attrName>
                                        </p:attrNameLst>
                                      </p:cBhvr>
                                      <p:to>
                                        <p:strVal val="visible"/>
                                      </p:to>
                                    </p:set>
                                    <p:anim calcmode="lin" valueType="num">
                                      <p:cBhvr additive="base">
                                        <p:cTn id="70" dur="500" fill="hold"/>
                                        <p:tgtEl>
                                          <p:spTgt spid="12"/>
                                        </p:tgtEl>
                                        <p:attrNameLst>
                                          <p:attrName>ppt_x</p:attrName>
                                        </p:attrNameLst>
                                      </p:cBhvr>
                                      <p:tavLst>
                                        <p:tav tm="0">
                                          <p:val>
                                            <p:strVal val="1+#ppt_w/2"/>
                                          </p:val>
                                        </p:tav>
                                        <p:tav tm="100000">
                                          <p:val>
                                            <p:strVal val="#ppt_x"/>
                                          </p:val>
                                        </p:tav>
                                      </p:tavLst>
                                    </p:anim>
                                    <p:anim calcmode="lin" valueType="num">
                                      <p:cBhvr additive="base">
                                        <p:cTn id="71" dur="500" fill="hold"/>
                                        <p:tgtEl>
                                          <p:spTgt spid="12"/>
                                        </p:tgtEl>
                                        <p:attrNameLst>
                                          <p:attrName>ppt_y</p:attrName>
                                        </p:attrNameLst>
                                      </p:cBhvr>
                                      <p:tavLst>
                                        <p:tav tm="0">
                                          <p:val>
                                            <p:strVal val="#ppt_y"/>
                                          </p:val>
                                        </p:tav>
                                        <p:tav tm="100000">
                                          <p:val>
                                            <p:strVal val="#ppt_y"/>
                                          </p:val>
                                        </p:tav>
                                      </p:tavLst>
                                    </p:anim>
                                  </p:childTnLst>
                                </p:cTn>
                              </p:par>
                              <p:par>
                                <p:cTn id="72" presetID="10" presetClass="exit" presetSubtype="0" fill="hold" grpId="1" nodeType="withEffect">
                                  <p:stCondLst>
                                    <p:cond delay="0"/>
                                  </p:stCondLst>
                                  <p:childTnLst>
                                    <p:animEffect transition="out" filter="fade">
                                      <p:cBhvr>
                                        <p:cTn id="73" dur="500"/>
                                        <p:tgtEl>
                                          <p:spTgt spid="12"/>
                                        </p:tgtEl>
                                      </p:cBhvr>
                                    </p:animEffect>
                                    <p:set>
                                      <p:cBhvr>
                                        <p:cTn id="74" dur="1" fill="hold">
                                          <p:stCondLst>
                                            <p:cond delay="499"/>
                                          </p:stCondLst>
                                        </p:cTn>
                                        <p:tgtEl>
                                          <p:spTgt spid="12"/>
                                        </p:tgtEl>
                                        <p:attrNameLst>
                                          <p:attrName>style.visibility</p:attrName>
                                        </p:attrNameLst>
                                      </p:cBhvr>
                                      <p:to>
                                        <p:strVal val="hidden"/>
                                      </p:to>
                                    </p:set>
                                  </p:childTnLst>
                                </p:cTn>
                              </p:par>
                              <p:par>
                                <p:cTn id="75" presetID="2" presetClass="entr" presetSubtype="2" fill="hold" grpId="0" nodeType="withEffect">
                                  <p:stCondLst>
                                    <p:cond delay="600"/>
                                  </p:stCondLst>
                                  <p:childTnLst>
                                    <p:set>
                                      <p:cBhvr>
                                        <p:cTn id="76" dur="1" fill="hold">
                                          <p:stCondLst>
                                            <p:cond delay="0"/>
                                          </p:stCondLst>
                                        </p:cTn>
                                        <p:tgtEl>
                                          <p:spTgt spid="13"/>
                                        </p:tgtEl>
                                        <p:attrNameLst>
                                          <p:attrName>style.visibility</p:attrName>
                                        </p:attrNameLst>
                                      </p:cBhvr>
                                      <p:to>
                                        <p:strVal val="visible"/>
                                      </p:to>
                                    </p:set>
                                    <p:anim calcmode="lin" valueType="num">
                                      <p:cBhvr additive="base">
                                        <p:cTn id="77" dur="500" fill="hold"/>
                                        <p:tgtEl>
                                          <p:spTgt spid="13"/>
                                        </p:tgtEl>
                                        <p:attrNameLst>
                                          <p:attrName>ppt_x</p:attrName>
                                        </p:attrNameLst>
                                      </p:cBhvr>
                                      <p:tavLst>
                                        <p:tav tm="0">
                                          <p:val>
                                            <p:strVal val="1+#ppt_w/2"/>
                                          </p:val>
                                        </p:tav>
                                        <p:tav tm="100000">
                                          <p:val>
                                            <p:strVal val="#ppt_x"/>
                                          </p:val>
                                        </p:tav>
                                      </p:tavLst>
                                    </p:anim>
                                    <p:anim calcmode="lin" valueType="num">
                                      <p:cBhvr additive="base">
                                        <p:cTn id="78" dur="500" fill="hold"/>
                                        <p:tgtEl>
                                          <p:spTgt spid="13"/>
                                        </p:tgtEl>
                                        <p:attrNameLst>
                                          <p:attrName>ppt_y</p:attrName>
                                        </p:attrNameLst>
                                      </p:cBhvr>
                                      <p:tavLst>
                                        <p:tav tm="0">
                                          <p:val>
                                            <p:strVal val="#ppt_y"/>
                                          </p:val>
                                        </p:tav>
                                        <p:tav tm="100000">
                                          <p:val>
                                            <p:strVal val="#ppt_y"/>
                                          </p:val>
                                        </p:tav>
                                      </p:tavLst>
                                    </p:anim>
                                  </p:childTnLst>
                                </p:cTn>
                              </p:par>
                              <p:par>
                                <p:cTn id="79" presetID="10" presetClass="exit" presetSubtype="0" fill="hold" grpId="1" nodeType="withEffect">
                                  <p:stCondLst>
                                    <p:cond delay="0"/>
                                  </p:stCondLst>
                                  <p:childTnLst>
                                    <p:animEffect transition="out" filter="fade">
                                      <p:cBhvr>
                                        <p:cTn id="80" dur="500"/>
                                        <p:tgtEl>
                                          <p:spTgt spid="13"/>
                                        </p:tgtEl>
                                      </p:cBhvr>
                                    </p:animEffect>
                                    <p:set>
                                      <p:cBhvr>
                                        <p:cTn id="81"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3" grpId="0" animBg="1"/>
      <p:bldP spid="3" grpId="1" animBg="1"/>
      <p:bldP spid="30" grpId="0" animBg="1"/>
      <p:bldP spid="30" grpId="1" animBg="1"/>
      <p:bldP spid="4" grpId="0" animBg="1"/>
      <p:bldP spid="4" grpId="1" animBg="1"/>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BA437FE-8ACC-53E3-2B42-BAD06A646C94}"/>
              </a:ext>
            </a:extLst>
          </p:cNvPr>
          <p:cNvSpPr txBox="1"/>
          <p:nvPr/>
        </p:nvSpPr>
        <p:spPr>
          <a:xfrm>
            <a:off x="2248930" y="846438"/>
            <a:ext cx="4001416" cy="2585323"/>
          </a:xfrm>
          <a:prstGeom prst="rect">
            <a:avLst/>
          </a:prstGeom>
          <a:noFill/>
        </p:spPr>
        <p:txBody>
          <a:bodyPr wrap="none" rtlCol="0">
            <a:spAutoFit/>
          </a:bodyPr>
          <a:lstStyle/>
          <a:p>
            <a:r>
              <a:rPr kumimoji="1" lang="en-US" altLang="ja-JP" dirty="0"/>
              <a:t>DSP_PRG_001 </a:t>
            </a:r>
            <a:r>
              <a:rPr lang="ja-JP" altLang="en-US" dirty="0"/>
              <a:t>進行表示</a:t>
            </a:r>
            <a:r>
              <a:rPr lang="en-US" altLang="ja-JP" dirty="0"/>
              <a:t>1</a:t>
            </a:r>
            <a:r>
              <a:rPr lang="ja-JP" altLang="en-US" dirty="0"/>
              <a:t>面</a:t>
            </a:r>
            <a:r>
              <a:rPr lang="en-US" altLang="ja-JP" dirty="0"/>
              <a:t>_</a:t>
            </a:r>
            <a:r>
              <a:rPr lang="ja-JP" altLang="en-US" dirty="0"/>
              <a:t>小   </a:t>
            </a:r>
            <a:endParaRPr lang="en-US" altLang="ja-JP" dirty="0"/>
          </a:p>
          <a:p>
            <a:r>
              <a:rPr kumimoji="1" lang="en-US" altLang="ja-JP" dirty="0"/>
              <a:t>DSP</a:t>
            </a:r>
            <a:r>
              <a:rPr lang="en-US" altLang="ja-JP" dirty="0"/>
              <a:t>_PRG_002</a:t>
            </a:r>
            <a:r>
              <a:rPr kumimoji="1" lang="ja-JP" altLang="en-US" dirty="0"/>
              <a:t> 進行表示</a:t>
            </a:r>
            <a:r>
              <a:rPr kumimoji="1" lang="en-US" altLang="ja-JP" dirty="0"/>
              <a:t>1</a:t>
            </a:r>
            <a:r>
              <a:rPr kumimoji="1" lang="ja-JP" altLang="en-US" dirty="0"/>
              <a:t>面</a:t>
            </a:r>
            <a:r>
              <a:rPr kumimoji="1" lang="en-US" altLang="ja-JP" dirty="0"/>
              <a:t>_</a:t>
            </a:r>
            <a:r>
              <a:rPr kumimoji="1" lang="ja-JP" altLang="en-US" dirty="0"/>
              <a:t>大</a:t>
            </a:r>
            <a:endParaRPr kumimoji="1" lang="en-US" altLang="ja-JP" dirty="0"/>
          </a:p>
          <a:p>
            <a:r>
              <a:rPr lang="en-US" altLang="ja-JP" dirty="0"/>
              <a:t>DSP_PRG_003</a:t>
            </a:r>
            <a:r>
              <a:rPr lang="ja-JP" altLang="en-US" dirty="0"/>
              <a:t> 進行表示</a:t>
            </a:r>
            <a:r>
              <a:rPr lang="en-US" altLang="ja-JP" dirty="0"/>
              <a:t>2</a:t>
            </a:r>
            <a:r>
              <a:rPr lang="ja-JP" altLang="en-US" dirty="0"/>
              <a:t>面</a:t>
            </a:r>
            <a:r>
              <a:rPr lang="en-US" altLang="ja-JP" dirty="0"/>
              <a:t>_</a:t>
            </a:r>
            <a:r>
              <a:rPr lang="ja-JP" altLang="en-US" dirty="0"/>
              <a:t>大</a:t>
            </a:r>
            <a:endParaRPr lang="en-US" altLang="ja-JP" dirty="0"/>
          </a:p>
          <a:p>
            <a:r>
              <a:rPr kumimoji="1" lang="en-US" altLang="ja-JP" dirty="0"/>
              <a:t>DSP</a:t>
            </a:r>
            <a:r>
              <a:rPr lang="en-US" altLang="ja-JP" dirty="0"/>
              <a:t>_PRG_004 </a:t>
            </a:r>
            <a:r>
              <a:rPr lang="ja-JP" altLang="en-US" dirty="0"/>
              <a:t>進行</a:t>
            </a:r>
            <a:r>
              <a:rPr kumimoji="1" lang="ja-JP" altLang="en-US" dirty="0"/>
              <a:t>表示ヒート表</a:t>
            </a:r>
            <a:r>
              <a:rPr lang="en-US" altLang="ja-JP" dirty="0"/>
              <a:t>_</a:t>
            </a:r>
            <a:r>
              <a:rPr kumimoji="1" lang="ja-JP" altLang="en-US" dirty="0"/>
              <a:t>大</a:t>
            </a:r>
            <a:endParaRPr kumimoji="1" lang="en-US" altLang="ja-JP" dirty="0"/>
          </a:p>
          <a:p>
            <a:r>
              <a:rPr lang="en-US" altLang="ja-JP" dirty="0"/>
              <a:t>DSP_PRG_005</a:t>
            </a:r>
            <a:r>
              <a:rPr lang="ja-JP" altLang="en-US" dirty="0"/>
              <a:t> 進行表示ヒート表</a:t>
            </a:r>
            <a:r>
              <a:rPr lang="en-US" altLang="ja-JP" dirty="0"/>
              <a:t>_</a:t>
            </a:r>
            <a:r>
              <a:rPr lang="ja-JP" altLang="en-US" dirty="0"/>
              <a:t>小</a:t>
            </a:r>
          </a:p>
          <a:p>
            <a:r>
              <a:rPr kumimoji="1" lang="en-US" altLang="ja-JP" dirty="0"/>
              <a:t>DSP</a:t>
            </a:r>
            <a:r>
              <a:rPr lang="en-US" altLang="ja-JP" dirty="0"/>
              <a:t>_PRG_006 </a:t>
            </a:r>
            <a:r>
              <a:rPr kumimoji="1" lang="ja-JP" altLang="en-US" dirty="0"/>
              <a:t>決勝進出者</a:t>
            </a:r>
            <a:r>
              <a:rPr kumimoji="1" lang="en-US" altLang="ja-JP" dirty="0"/>
              <a:t>_</a:t>
            </a:r>
            <a:r>
              <a:rPr kumimoji="1" lang="ja-JP" altLang="en-US" dirty="0"/>
              <a:t>大</a:t>
            </a:r>
            <a:endParaRPr kumimoji="1" lang="en-US" altLang="ja-JP" dirty="0"/>
          </a:p>
          <a:p>
            <a:r>
              <a:rPr lang="en-US" altLang="ja-JP" dirty="0"/>
              <a:t>DSP_PRG_007 </a:t>
            </a:r>
            <a:r>
              <a:rPr lang="ja-JP" altLang="en-US" dirty="0"/>
              <a:t>決勝進出者</a:t>
            </a:r>
            <a:r>
              <a:rPr lang="en-US" altLang="ja-JP" dirty="0"/>
              <a:t>_</a:t>
            </a:r>
            <a:r>
              <a:rPr lang="ja-JP" altLang="en-US" dirty="0"/>
              <a:t>小</a:t>
            </a:r>
            <a:endParaRPr lang="en-US" altLang="ja-JP" dirty="0"/>
          </a:p>
          <a:p>
            <a:r>
              <a:rPr kumimoji="1" lang="en-US" altLang="ja-JP" dirty="0"/>
              <a:t>DSP</a:t>
            </a:r>
            <a:r>
              <a:rPr lang="en-US" altLang="ja-JP" dirty="0"/>
              <a:t>_PRG_008</a:t>
            </a:r>
            <a:r>
              <a:rPr kumimoji="1" lang="en-US" altLang="ja-JP" dirty="0"/>
              <a:t> </a:t>
            </a:r>
            <a:r>
              <a:rPr kumimoji="1" lang="ja-JP" altLang="en-US" dirty="0"/>
              <a:t>決勝結果</a:t>
            </a:r>
            <a:r>
              <a:rPr kumimoji="1" lang="en-US" altLang="ja-JP" dirty="0"/>
              <a:t>_</a:t>
            </a:r>
            <a:r>
              <a:rPr kumimoji="1" lang="ja-JP" altLang="en-US" dirty="0"/>
              <a:t>大</a:t>
            </a:r>
            <a:endParaRPr kumimoji="1" lang="en-US" altLang="ja-JP" dirty="0"/>
          </a:p>
          <a:p>
            <a:r>
              <a:rPr lang="en-US" altLang="ja-JP" dirty="0"/>
              <a:t>DSP_PRG_009 </a:t>
            </a:r>
            <a:r>
              <a:rPr lang="ja-JP" altLang="en-US" dirty="0"/>
              <a:t>決勝結果</a:t>
            </a:r>
            <a:r>
              <a:rPr lang="en-US" altLang="ja-JP" dirty="0"/>
              <a:t>_</a:t>
            </a:r>
            <a:r>
              <a:rPr lang="ja-JP" altLang="en-US" dirty="0"/>
              <a:t>小</a:t>
            </a:r>
            <a:endParaRPr kumimoji="1" lang="ja-JP" altLang="en-US" dirty="0"/>
          </a:p>
        </p:txBody>
      </p:sp>
    </p:spTree>
    <p:extLst>
      <p:ext uri="{BB962C8B-B14F-4D97-AF65-F5344CB8AC3E}">
        <p14:creationId xmlns:p14="http://schemas.microsoft.com/office/powerpoint/2010/main" val="1051394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CC116D9-F131-0A6A-69EC-1A90182FBF1B}"/>
              </a:ext>
            </a:extLst>
          </p:cNvPr>
          <p:cNvSpPr txBox="1"/>
          <p:nvPr/>
        </p:nvSpPr>
        <p:spPr>
          <a:xfrm>
            <a:off x="290384" y="148281"/>
            <a:ext cx="10521778" cy="6340197"/>
          </a:xfrm>
          <a:prstGeom prst="rect">
            <a:avLst/>
          </a:prstGeom>
          <a:noFill/>
        </p:spPr>
        <p:txBody>
          <a:bodyPr wrap="square" rtlCol="0">
            <a:spAutoFit/>
          </a:bodyPr>
          <a:lstStyle/>
          <a:p>
            <a:r>
              <a:rPr lang="en-US" altLang="ja-JP" sz="1400" dirty="0"/>
              <a:t>DSP_PRG_001 </a:t>
            </a:r>
            <a:r>
              <a:rPr lang="ja-JP" altLang="en-US" sz="1400" dirty="0"/>
              <a:t>進行表示</a:t>
            </a:r>
            <a:r>
              <a:rPr lang="en-US" altLang="ja-JP" sz="1400" dirty="0"/>
              <a:t>1</a:t>
            </a:r>
            <a:r>
              <a:rPr lang="ja-JP" altLang="en-US" sz="1400" dirty="0"/>
              <a:t>面</a:t>
            </a:r>
            <a:r>
              <a:rPr lang="en-US" altLang="ja-JP" sz="1400" dirty="0"/>
              <a:t>_</a:t>
            </a:r>
            <a:r>
              <a:rPr lang="ja-JP" altLang="en-US" sz="1400" dirty="0"/>
              <a:t>大　の仕様</a:t>
            </a:r>
            <a:endParaRPr lang="en-US" altLang="ja-JP" sz="1400" dirty="0"/>
          </a:p>
          <a:p>
            <a:endParaRPr lang="en-US" altLang="ja-JP" sz="1400" dirty="0"/>
          </a:p>
          <a:p>
            <a:r>
              <a:rPr lang="ja-JP" altLang="en-US" sz="1400" dirty="0"/>
              <a:t>　</a:t>
            </a:r>
            <a:r>
              <a:rPr lang="en-US" altLang="ja-JP" sz="1400" dirty="0"/>
              <a:t>COM001  </a:t>
            </a:r>
            <a:r>
              <a:rPr lang="ja-JP" altLang="en-US" sz="1400" dirty="0"/>
              <a:t>イメージを表示</a:t>
            </a:r>
            <a:endParaRPr lang="en-US" altLang="ja-JP" sz="1400" dirty="0"/>
          </a:p>
          <a:p>
            <a:r>
              <a:rPr lang="ja-JP" altLang="en-US" sz="1400" dirty="0"/>
              <a:t>　　　　　   </a:t>
            </a:r>
            <a:r>
              <a:rPr lang="en-US" altLang="ja-JP" sz="1400" dirty="0"/>
              <a:t>TB_</a:t>
            </a:r>
            <a:r>
              <a:rPr lang="ja-JP" altLang="en-US" sz="1400" dirty="0"/>
              <a:t>左上</a:t>
            </a:r>
            <a:r>
              <a:rPr lang="en-US" altLang="ja-JP" sz="1400" dirty="0"/>
              <a:t>1 </a:t>
            </a:r>
            <a:r>
              <a:rPr lang="ja-JP" altLang="en-US" sz="1400" dirty="0"/>
              <a:t>には、競技会名を表示</a:t>
            </a:r>
            <a:endParaRPr lang="en-US" altLang="ja-JP" sz="1400" dirty="0"/>
          </a:p>
          <a:p>
            <a:r>
              <a:rPr lang="ja-JP" altLang="en-US" sz="1400" dirty="0"/>
              <a:t>　　　　　　</a:t>
            </a:r>
            <a:r>
              <a:rPr lang="en-US" altLang="ja-JP" sz="1400" dirty="0"/>
              <a:t>TB_</a:t>
            </a:r>
            <a:r>
              <a:rPr lang="ja-JP" altLang="en-US" sz="1400" dirty="0"/>
              <a:t>左上</a:t>
            </a:r>
            <a:r>
              <a:rPr lang="en-US" altLang="ja-JP" sz="1400" dirty="0"/>
              <a:t>2 </a:t>
            </a:r>
            <a:r>
              <a:rPr lang="ja-JP" altLang="en-US" sz="1400" dirty="0"/>
              <a:t>は、ブランク。</a:t>
            </a:r>
            <a:endParaRPr lang="en-US" altLang="ja-JP" sz="1400" dirty="0"/>
          </a:p>
          <a:p>
            <a:r>
              <a:rPr lang="ja-JP" altLang="en-US" sz="1400" dirty="0"/>
              <a:t>    </a:t>
            </a:r>
            <a:r>
              <a:rPr lang="en-US" altLang="ja-JP" sz="1400" dirty="0"/>
              <a:t>COM002</a:t>
            </a:r>
            <a:r>
              <a:rPr lang="ja-JP" altLang="en-US" sz="1400" dirty="0"/>
              <a:t>  右上</a:t>
            </a:r>
            <a:r>
              <a:rPr lang="en-US" altLang="ja-JP" sz="1400" dirty="0"/>
              <a:t>01  </a:t>
            </a:r>
            <a:r>
              <a:rPr lang="ja-JP" altLang="en-US" sz="1400" dirty="0"/>
              <a:t>には、現在時刻を表示　「現在時刻　</a:t>
            </a:r>
            <a:r>
              <a:rPr lang="en-US" altLang="ja-JP" sz="1400" dirty="0"/>
              <a:t>12:59</a:t>
            </a:r>
            <a:r>
              <a:rPr lang="ja-JP" altLang="en-US" sz="1400" dirty="0"/>
              <a:t>」</a:t>
            </a:r>
            <a:endParaRPr lang="en-US" altLang="ja-JP" sz="1400" dirty="0"/>
          </a:p>
          <a:p>
            <a:r>
              <a:rPr lang="ja-JP" altLang="en-US" sz="1400" dirty="0"/>
              <a:t>　</a:t>
            </a:r>
            <a:endParaRPr lang="en-US" altLang="ja-JP" sz="1400" dirty="0"/>
          </a:p>
          <a:p>
            <a:r>
              <a:rPr lang="en-US" altLang="ja-JP" sz="1400" dirty="0"/>
              <a:t>     LB_</a:t>
            </a:r>
            <a:r>
              <a:rPr lang="ja-JP" altLang="en-US" sz="1400" dirty="0"/>
              <a:t>タイトル</a:t>
            </a:r>
            <a:r>
              <a:rPr lang="en-US" altLang="ja-JP" sz="1400" dirty="0"/>
              <a:t>_</a:t>
            </a:r>
            <a:r>
              <a:rPr lang="ja-JP" altLang="en-US" sz="1400" dirty="0"/>
              <a:t>現</a:t>
            </a:r>
            <a:r>
              <a:rPr lang="en-US" altLang="ja-JP" sz="1400" dirty="0"/>
              <a:t>  </a:t>
            </a:r>
            <a:r>
              <a:rPr lang="ja-JP" altLang="en-US" sz="1400" dirty="0"/>
              <a:t>には「現在の競技」</a:t>
            </a:r>
            <a:endParaRPr lang="en-US" altLang="ja-JP" sz="1400" dirty="0"/>
          </a:p>
          <a:p>
            <a:r>
              <a:rPr lang="en-US" altLang="ja-JP" sz="1400" dirty="0"/>
              <a:t>     LB_</a:t>
            </a:r>
            <a:r>
              <a:rPr lang="ja-JP" altLang="en-US" sz="1400" dirty="0"/>
              <a:t>明細</a:t>
            </a:r>
            <a:r>
              <a:rPr lang="en-US" altLang="ja-JP" sz="1400" dirty="0"/>
              <a:t>_</a:t>
            </a:r>
            <a:r>
              <a:rPr lang="ja-JP" altLang="en-US" sz="1400" dirty="0"/>
              <a:t>現 には、進行番号 </a:t>
            </a:r>
            <a:r>
              <a:rPr lang="en-US" altLang="ja-JP" sz="1400" dirty="0"/>
              <a:t>+  </a:t>
            </a:r>
            <a:r>
              <a:rPr lang="ja-JP" altLang="en-US" sz="1400" dirty="0"/>
              <a:t>区分名 ＋ ラウンド名　例「</a:t>
            </a:r>
            <a:r>
              <a:rPr lang="en-US" altLang="ja-JP" sz="1400" dirty="0"/>
              <a:t>001</a:t>
            </a:r>
            <a:r>
              <a:rPr lang="ja-JP" altLang="en-US" sz="1400" dirty="0"/>
              <a:t>　</a:t>
            </a:r>
            <a:r>
              <a:rPr lang="en-US" altLang="ja-JP" sz="1400" dirty="0"/>
              <a:t>A</a:t>
            </a:r>
            <a:r>
              <a:rPr lang="ja-JP" altLang="en-US" sz="1400" dirty="0"/>
              <a:t>級戦スタンダード　１次予選」</a:t>
            </a:r>
            <a:endParaRPr lang="en-US" altLang="ja-JP" sz="1400" dirty="0"/>
          </a:p>
          <a:p>
            <a:r>
              <a:rPr lang="ja-JP" altLang="en-US" sz="1400" dirty="0"/>
              <a:t>　 </a:t>
            </a:r>
            <a:r>
              <a:rPr lang="en-US" altLang="ja-JP" sz="1400" dirty="0"/>
              <a:t>LB_</a:t>
            </a:r>
            <a:r>
              <a:rPr lang="ja-JP" altLang="en-US" sz="1400" dirty="0"/>
              <a:t>種目</a:t>
            </a:r>
            <a:r>
              <a:rPr lang="en-US" altLang="ja-JP" sz="1400" dirty="0"/>
              <a:t>_</a:t>
            </a:r>
            <a:r>
              <a:rPr lang="ja-JP" altLang="en-US" sz="1400" dirty="0"/>
              <a:t>現には、該当区分・ラウンド・種目</a:t>
            </a:r>
            <a:r>
              <a:rPr lang="en-US" altLang="ja-JP" sz="1400" dirty="0"/>
              <a:t>GRP</a:t>
            </a:r>
            <a:r>
              <a:rPr lang="ja-JP" altLang="en-US" sz="1400" dirty="0"/>
              <a:t>の種目記号を表示。例「</a:t>
            </a:r>
            <a:r>
              <a:rPr lang="en-US" altLang="ja-JP" sz="1400" dirty="0"/>
              <a:t>W T V F Q</a:t>
            </a:r>
            <a:r>
              <a:rPr lang="ja-JP" altLang="en-US" sz="1400" dirty="0"/>
              <a:t>」</a:t>
            </a:r>
            <a:endParaRPr lang="en-US" altLang="ja-JP" sz="1400" dirty="0"/>
          </a:p>
          <a:p>
            <a:r>
              <a:rPr lang="ja-JP" altLang="en-US" sz="1400" dirty="0"/>
              <a:t>　</a:t>
            </a:r>
            <a:endParaRPr lang="en-US" altLang="ja-JP" sz="1400" dirty="0"/>
          </a:p>
          <a:p>
            <a:r>
              <a:rPr lang="en-US" altLang="ja-JP" sz="1400" dirty="0"/>
              <a:t>    LB_</a:t>
            </a:r>
            <a:r>
              <a:rPr lang="ja-JP" altLang="en-US" sz="1400" dirty="0"/>
              <a:t>タイトル</a:t>
            </a:r>
            <a:r>
              <a:rPr lang="en-US" altLang="ja-JP" sz="1400" dirty="0"/>
              <a:t>_</a:t>
            </a:r>
            <a:r>
              <a:rPr lang="ja-JP" altLang="en-US" sz="1400" dirty="0"/>
              <a:t>次</a:t>
            </a:r>
            <a:r>
              <a:rPr lang="en-US" altLang="ja-JP" sz="1400" dirty="0"/>
              <a:t>  </a:t>
            </a:r>
            <a:r>
              <a:rPr lang="ja-JP" altLang="en-US" sz="1400" dirty="0"/>
              <a:t>には「次の競技」</a:t>
            </a:r>
            <a:endParaRPr lang="en-US" altLang="ja-JP" sz="1400" dirty="0"/>
          </a:p>
          <a:p>
            <a:r>
              <a:rPr lang="en-US" altLang="ja-JP" sz="1400" dirty="0"/>
              <a:t>     LB_</a:t>
            </a:r>
            <a:r>
              <a:rPr lang="ja-JP" altLang="en-US" sz="1400" dirty="0"/>
              <a:t>明細</a:t>
            </a:r>
            <a:r>
              <a:rPr lang="en-US" altLang="ja-JP" sz="1400" dirty="0"/>
              <a:t>_</a:t>
            </a:r>
            <a:r>
              <a:rPr lang="ja-JP" altLang="en-US" sz="1400" dirty="0"/>
              <a:t>次</a:t>
            </a:r>
            <a:r>
              <a:rPr lang="en-US" altLang="ja-JP" sz="1400" dirty="0"/>
              <a:t>1-3</a:t>
            </a:r>
            <a:r>
              <a:rPr lang="ja-JP" altLang="en-US" sz="1400" dirty="0"/>
              <a:t>には、次の進行番号の進行番号 </a:t>
            </a:r>
            <a:r>
              <a:rPr lang="en-US" altLang="ja-JP" sz="1400" dirty="0"/>
              <a:t>+  </a:t>
            </a:r>
            <a:r>
              <a:rPr lang="ja-JP" altLang="en-US" sz="1400" dirty="0"/>
              <a:t>区分名 ＋ ラウンド名を表示。　例「</a:t>
            </a:r>
            <a:r>
              <a:rPr lang="en-US" altLang="ja-JP" sz="1400" dirty="0"/>
              <a:t>002</a:t>
            </a:r>
            <a:r>
              <a:rPr lang="ja-JP" altLang="en-US" sz="1400" dirty="0"/>
              <a:t>　</a:t>
            </a:r>
            <a:r>
              <a:rPr lang="en-US" altLang="ja-JP" sz="1400" dirty="0"/>
              <a:t>B</a:t>
            </a:r>
            <a:r>
              <a:rPr lang="ja-JP" altLang="en-US" sz="1400" dirty="0"/>
              <a:t>級戦スタンダード　１次予選」</a:t>
            </a:r>
            <a:endParaRPr lang="en-US" altLang="ja-JP" sz="1400" dirty="0"/>
          </a:p>
          <a:p>
            <a:r>
              <a:rPr lang="ja-JP" altLang="en-US" sz="1400" dirty="0"/>
              <a:t>　 </a:t>
            </a:r>
            <a:r>
              <a:rPr lang="en-US" altLang="ja-JP" sz="1400" dirty="0"/>
              <a:t>LB_</a:t>
            </a:r>
            <a:r>
              <a:rPr lang="ja-JP" altLang="en-US" sz="1400" dirty="0"/>
              <a:t>時刻</a:t>
            </a:r>
            <a:r>
              <a:rPr lang="en-US" altLang="ja-JP" sz="1400" dirty="0"/>
              <a:t>_</a:t>
            </a:r>
            <a:r>
              <a:rPr lang="ja-JP" altLang="en-US" sz="1400" dirty="0"/>
              <a:t>次</a:t>
            </a:r>
            <a:r>
              <a:rPr lang="en-US" altLang="ja-JP" sz="1400" dirty="0"/>
              <a:t>1-3</a:t>
            </a:r>
            <a:r>
              <a:rPr lang="ja-JP" altLang="en-US" sz="1400" dirty="0"/>
              <a:t>には、次の進行番号の開始予定時刻を表示。</a:t>
            </a:r>
            <a:r>
              <a:rPr lang="en-US" altLang="ja-JP" sz="1400" dirty="0" err="1"/>
              <a:t>DS_Status</a:t>
            </a:r>
            <a:r>
              <a:rPr lang="ja-JP" altLang="en-US" sz="1400" dirty="0"/>
              <a:t>の</a:t>
            </a:r>
            <a:r>
              <a:rPr lang="en-US" altLang="ja-JP" sz="1400" dirty="0"/>
              <a:t>DS_PRGRS_J</a:t>
            </a:r>
            <a:r>
              <a:rPr lang="ja-JP" altLang="en-US" sz="1400" dirty="0"/>
              <a:t>の</a:t>
            </a:r>
            <a:r>
              <a:rPr lang="en-US" altLang="ja-JP" sz="1400" dirty="0" err="1"/>
              <a:t>DS_PrgPStaTM</a:t>
            </a:r>
            <a:r>
              <a:rPr lang="ja-JP" altLang="en-US" sz="1400" dirty="0"/>
              <a:t>から取得。データが無い場合はブランクで表示する（開始予定も表示しない）。　例「開始予定　</a:t>
            </a:r>
            <a:r>
              <a:rPr lang="en-US" altLang="ja-JP" sz="1400" dirty="0"/>
              <a:t>11:50</a:t>
            </a:r>
            <a:r>
              <a:rPr lang="ja-JP" altLang="en-US" sz="1400" dirty="0"/>
              <a:t>」 　</a:t>
            </a:r>
            <a:endParaRPr lang="en-US" altLang="ja-JP" sz="1400" dirty="0"/>
          </a:p>
          <a:p>
            <a:r>
              <a:rPr lang="ja-JP" altLang="en-US" sz="1400" dirty="0"/>
              <a:t>　　</a:t>
            </a:r>
            <a:endParaRPr kumimoji="1" lang="en-US" altLang="ja-JP" sz="1400" dirty="0"/>
          </a:p>
          <a:p>
            <a:endParaRPr lang="en-US" altLang="ja-JP" sz="1400" dirty="0"/>
          </a:p>
          <a:p>
            <a:r>
              <a:rPr lang="en-US" altLang="ja-JP" sz="1400" dirty="0"/>
              <a:t>STEP1</a:t>
            </a:r>
            <a:r>
              <a:rPr lang="ja-JP" altLang="en-US" sz="1400" dirty="0"/>
              <a:t>では、</a:t>
            </a:r>
            <a:r>
              <a:rPr lang="en-US" altLang="ja-JP" sz="1400" dirty="0"/>
              <a:t>COM001,COM002 </a:t>
            </a:r>
            <a:r>
              <a:rPr lang="ja-JP" altLang="en-US" sz="1400" dirty="0"/>
              <a:t>を表示</a:t>
            </a:r>
            <a:endParaRPr lang="en-US" altLang="ja-JP" sz="1400" dirty="0"/>
          </a:p>
          <a:p>
            <a:r>
              <a:rPr lang="en-US" altLang="ja-JP" sz="1400" dirty="0"/>
              <a:t>STEP2</a:t>
            </a:r>
            <a:r>
              <a:rPr lang="ja-JP" altLang="en-US" sz="1400" dirty="0"/>
              <a:t>では、</a:t>
            </a:r>
            <a:r>
              <a:rPr lang="en-US" altLang="ja-JP" sz="1400" dirty="0"/>
              <a:t>IM_</a:t>
            </a:r>
            <a:r>
              <a:rPr lang="ja-JP" altLang="en-US" sz="1400" dirty="0"/>
              <a:t>タイトル</a:t>
            </a:r>
            <a:r>
              <a:rPr lang="en-US" altLang="ja-JP" sz="1400" dirty="0"/>
              <a:t>_</a:t>
            </a:r>
            <a:r>
              <a:rPr lang="ja-JP" altLang="en-US" sz="1400" dirty="0"/>
              <a:t>現、</a:t>
            </a:r>
            <a:r>
              <a:rPr lang="en-US" altLang="ja-JP" sz="1400" dirty="0"/>
              <a:t> IM_</a:t>
            </a:r>
            <a:r>
              <a:rPr lang="ja-JP" altLang="en-US" sz="1400" dirty="0"/>
              <a:t>タイトル</a:t>
            </a:r>
            <a:r>
              <a:rPr lang="en-US" altLang="ja-JP" sz="1400" dirty="0"/>
              <a:t>_</a:t>
            </a:r>
            <a:r>
              <a:rPr lang="ja-JP" altLang="en-US" sz="1400" dirty="0"/>
              <a:t>次と</a:t>
            </a:r>
            <a:r>
              <a:rPr lang="en-US" altLang="ja-JP" sz="1400" dirty="0"/>
              <a:t>LB_</a:t>
            </a:r>
            <a:r>
              <a:rPr lang="ja-JP" altLang="en-US" sz="1400" dirty="0"/>
              <a:t>タイトル</a:t>
            </a:r>
            <a:r>
              <a:rPr lang="en-US" altLang="ja-JP" sz="1400" dirty="0"/>
              <a:t>_</a:t>
            </a:r>
            <a:r>
              <a:rPr lang="ja-JP" altLang="en-US" sz="1400" dirty="0"/>
              <a:t>現、</a:t>
            </a:r>
            <a:r>
              <a:rPr lang="en-US" altLang="ja-JP" sz="1400" dirty="0"/>
              <a:t> LB_</a:t>
            </a:r>
            <a:r>
              <a:rPr lang="ja-JP" altLang="en-US" sz="1400" dirty="0"/>
              <a:t>タイトル</a:t>
            </a:r>
            <a:r>
              <a:rPr lang="en-US" altLang="ja-JP" sz="1400" dirty="0"/>
              <a:t>_</a:t>
            </a:r>
            <a:r>
              <a:rPr lang="ja-JP" altLang="en-US" sz="1400" dirty="0"/>
              <a:t>次とを表示。</a:t>
            </a:r>
            <a:endParaRPr lang="en-US" altLang="ja-JP" sz="1400" dirty="0"/>
          </a:p>
          <a:p>
            <a:r>
              <a:rPr lang="en-US" altLang="ja-JP" sz="1400" dirty="0"/>
              <a:t>STEP3</a:t>
            </a:r>
            <a:r>
              <a:rPr lang="ja-JP" altLang="en-US" sz="1400" dirty="0"/>
              <a:t>で、</a:t>
            </a:r>
            <a:r>
              <a:rPr lang="en-US" altLang="ja-JP" sz="1400" dirty="0"/>
              <a:t>IM_</a:t>
            </a:r>
            <a:r>
              <a:rPr lang="ja-JP" altLang="en-US" sz="1400" dirty="0"/>
              <a:t>明細と</a:t>
            </a:r>
            <a:r>
              <a:rPr lang="en-US" altLang="ja-JP" sz="1400" dirty="0"/>
              <a:t>LB_</a:t>
            </a:r>
            <a:r>
              <a:rPr lang="ja-JP" altLang="en-US" sz="1400" dirty="0"/>
              <a:t>明細　を表示</a:t>
            </a:r>
            <a:endParaRPr lang="en-US" altLang="ja-JP" sz="1400" dirty="0"/>
          </a:p>
          <a:p>
            <a:r>
              <a:rPr lang="en-US" altLang="ja-JP" sz="1400" dirty="0"/>
              <a:t>STEP4</a:t>
            </a:r>
            <a:r>
              <a:rPr lang="ja-JP" altLang="en-US" sz="1400" dirty="0"/>
              <a:t>で、</a:t>
            </a:r>
            <a:r>
              <a:rPr lang="en-US" altLang="ja-JP" sz="1400" dirty="0"/>
              <a:t>STEP3</a:t>
            </a:r>
            <a:r>
              <a:rPr lang="ja-JP" altLang="en-US" sz="1400" dirty="0"/>
              <a:t>で表示したものを非表示</a:t>
            </a:r>
            <a:endParaRPr lang="en-US" altLang="ja-JP" sz="1400" dirty="0"/>
          </a:p>
          <a:p>
            <a:r>
              <a:rPr lang="en-US" altLang="ja-JP" sz="1400" dirty="0"/>
              <a:t>STEP5</a:t>
            </a:r>
            <a:r>
              <a:rPr lang="ja-JP" altLang="en-US" sz="1400" dirty="0"/>
              <a:t>は、</a:t>
            </a:r>
            <a:r>
              <a:rPr lang="en-US" altLang="ja-JP" sz="1400" dirty="0"/>
              <a:t>STEP2</a:t>
            </a:r>
            <a:r>
              <a:rPr lang="ja-JP" altLang="en-US" sz="1400" dirty="0"/>
              <a:t>で表示したものを非表示。</a:t>
            </a:r>
            <a:br>
              <a:rPr lang="en-US" altLang="ja-JP" sz="1400" dirty="0"/>
            </a:br>
            <a:br>
              <a:rPr lang="en-US" altLang="ja-JP" sz="1400" dirty="0"/>
            </a:br>
            <a:r>
              <a:rPr lang="en-US" altLang="ja-JP" sz="1400" dirty="0"/>
              <a:t>STEP3</a:t>
            </a:r>
            <a:r>
              <a:rPr lang="ja-JP" altLang="en-US" sz="1400" dirty="0"/>
              <a:t>を表示したあと、次の進行に進むときは、</a:t>
            </a:r>
            <a:r>
              <a:rPr lang="en-US" altLang="ja-JP" sz="1400" dirty="0"/>
              <a:t>STEP4-</a:t>
            </a:r>
            <a:r>
              <a:rPr lang="ja-JP" altLang="en-US" sz="1400" dirty="0"/>
              <a:t>＞</a:t>
            </a:r>
            <a:r>
              <a:rPr lang="en-US" altLang="ja-JP" sz="1400" dirty="0"/>
              <a:t>STEP3 </a:t>
            </a:r>
            <a:r>
              <a:rPr lang="ja-JP" altLang="en-US" sz="1400" dirty="0"/>
              <a:t>を表示する。</a:t>
            </a:r>
            <a:endParaRPr lang="en-US" altLang="ja-JP" sz="1400" dirty="0"/>
          </a:p>
          <a:p>
            <a:r>
              <a:rPr lang="ja-JP" altLang="en-US" sz="1400" dirty="0"/>
              <a:t>この画面を表示しない時は、</a:t>
            </a:r>
            <a:r>
              <a:rPr lang="en-US" altLang="ja-JP" sz="1400" dirty="0"/>
              <a:t>STEP4-&gt;STEP5</a:t>
            </a:r>
            <a:r>
              <a:rPr lang="ja-JP" altLang="en-US" sz="1400" dirty="0"/>
              <a:t>を実行する。</a:t>
            </a:r>
            <a:br>
              <a:rPr lang="en-US" altLang="ja-JP" sz="1400" dirty="0"/>
            </a:br>
            <a:endParaRPr lang="en-US" altLang="ja-JP" sz="1400" dirty="0"/>
          </a:p>
          <a:p>
            <a:endParaRPr kumimoji="1" lang="en-US" altLang="ja-JP" sz="1400" dirty="0"/>
          </a:p>
          <a:p>
            <a:endParaRPr kumimoji="1" lang="ja-JP" altLang="en-US" sz="1400" dirty="0"/>
          </a:p>
        </p:txBody>
      </p:sp>
    </p:spTree>
    <p:extLst>
      <p:ext uri="{BB962C8B-B14F-4D97-AF65-F5344CB8AC3E}">
        <p14:creationId xmlns:p14="http://schemas.microsoft.com/office/powerpoint/2010/main" val="3759820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CC116D9-F131-0A6A-69EC-1A90182FBF1B}"/>
              </a:ext>
            </a:extLst>
          </p:cNvPr>
          <p:cNvSpPr txBox="1"/>
          <p:nvPr/>
        </p:nvSpPr>
        <p:spPr>
          <a:xfrm>
            <a:off x="290384" y="148281"/>
            <a:ext cx="10521778" cy="5262979"/>
          </a:xfrm>
          <a:prstGeom prst="rect">
            <a:avLst/>
          </a:prstGeom>
          <a:noFill/>
        </p:spPr>
        <p:txBody>
          <a:bodyPr wrap="square" rtlCol="0">
            <a:spAutoFit/>
          </a:bodyPr>
          <a:lstStyle/>
          <a:p>
            <a:r>
              <a:rPr lang="en-US" altLang="ja-JP" sz="1400" dirty="0"/>
              <a:t>DSP_PRG_002 </a:t>
            </a:r>
            <a:r>
              <a:rPr lang="ja-JP" altLang="en-US" sz="1400" dirty="0"/>
              <a:t>進行表示</a:t>
            </a:r>
            <a:r>
              <a:rPr lang="en-US" altLang="ja-JP" sz="1400" dirty="0"/>
              <a:t>1</a:t>
            </a:r>
            <a:r>
              <a:rPr lang="ja-JP" altLang="en-US" sz="1400" dirty="0"/>
              <a:t>面</a:t>
            </a:r>
            <a:r>
              <a:rPr lang="en-US" altLang="ja-JP" sz="1400" dirty="0"/>
              <a:t>_</a:t>
            </a:r>
            <a:r>
              <a:rPr lang="ja-JP" altLang="en-US" sz="1400" dirty="0"/>
              <a:t>小　の仕様</a:t>
            </a:r>
            <a:endParaRPr lang="en-US" altLang="ja-JP" sz="1400" dirty="0"/>
          </a:p>
          <a:p>
            <a:endParaRPr lang="en-US" altLang="ja-JP" sz="1400" dirty="0"/>
          </a:p>
          <a:p>
            <a:r>
              <a:rPr lang="ja-JP" altLang="en-US" sz="1400" dirty="0"/>
              <a:t>　</a:t>
            </a:r>
            <a:r>
              <a:rPr lang="en-US" altLang="ja-JP" sz="1400" dirty="0"/>
              <a:t>COM001  </a:t>
            </a:r>
            <a:r>
              <a:rPr lang="ja-JP" altLang="en-US" sz="1400" dirty="0"/>
              <a:t>イメージを表示</a:t>
            </a:r>
            <a:endParaRPr lang="en-US" altLang="ja-JP" sz="1400" dirty="0"/>
          </a:p>
          <a:p>
            <a:r>
              <a:rPr lang="ja-JP" altLang="en-US" sz="1400" dirty="0"/>
              <a:t>　　　　　   </a:t>
            </a:r>
            <a:r>
              <a:rPr lang="en-US" altLang="ja-JP" sz="1400" dirty="0"/>
              <a:t>TB_</a:t>
            </a:r>
            <a:r>
              <a:rPr lang="ja-JP" altLang="en-US" sz="1400" dirty="0"/>
              <a:t>左上</a:t>
            </a:r>
            <a:r>
              <a:rPr lang="en-US" altLang="ja-JP" sz="1400" dirty="0"/>
              <a:t>1 </a:t>
            </a:r>
            <a:r>
              <a:rPr lang="ja-JP" altLang="en-US" sz="1400" dirty="0"/>
              <a:t>には、競技会名を表示</a:t>
            </a:r>
            <a:endParaRPr lang="en-US" altLang="ja-JP" sz="1400" dirty="0"/>
          </a:p>
          <a:p>
            <a:r>
              <a:rPr lang="ja-JP" altLang="en-US" sz="1400" dirty="0"/>
              <a:t>　　　　　　</a:t>
            </a:r>
            <a:r>
              <a:rPr lang="en-US" altLang="ja-JP" sz="1400" dirty="0"/>
              <a:t>TB_</a:t>
            </a:r>
            <a:r>
              <a:rPr lang="ja-JP" altLang="en-US" sz="1400" dirty="0"/>
              <a:t>左上</a:t>
            </a:r>
            <a:r>
              <a:rPr lang="en-US" altLang="ja-JP" sz="1400" dirty="0"/>
              <a:t>2 </a:t>
            </a:r>
            <a:r>
              <a:rPr lang="ja-JP" altLang="en-US" sz="1400" dirty="0"/>
              <a:t>には、現在の、進行番号＋区分名＋ラウンド名 を表示　例「</a:t>
            </a:r>
            <a:r>
              <a:rPr lang="en-US" altLang="ja-JP" sz="1400" dirty="0"/>
              <a:t>002</a:t>
            </a:r>
            <a:r>
              <a:rPr lang="ja-JP" altLang="en-US" sz="1400" dirty="0"/>
              <a:t>　</a:t>
            </a:r>
            <a:r>
              <a:rPr lang="en-US" altLang="ja-JP" sz="1400" dirty="0"/>
              <a:t>B</a:t>
            </a:r>
            <a:r>
              <a:rPr lang="ja-JP" altLang="en-US" sz="1400" dirty="0"/>
              <a:t>級戦スタンダード　１次予選」</a:t>
            </a:r>
            <a:endParaRPr lang="en-US" altLang="ja-JP" sz="1400" dirty="0"/>
          </a:p>
          <a:p>
            <a:r>
              <a:rPr lang="ja-JP" altLang="en-US" sz="1400" dirty="0"/>
              <a:t>    </a:t>
            </a:r>
            <a:r>
              <a:rPr lang="en-US" altLang="ja-JP" sz="1400" dirty="0"/>
              <a:t>COM002</a:t>
            </a:r>
            <a:r>
              <a:rPr lang="ja-JP" altLang="en-US" sz="1400" dirty="0"/>
              <a:t>  右上</a:t>
            </a:r>
            <a:r>
              <a:rPr lang="en-US" altLang="ja-JP" sz="1400" dirty="0"/>
              <a:t>01  </a:t>
            </a:r>
            <a:r>
              <a:rPr lang="ja-JP" altLang="en-US" sz="1400" dirty="0"/>
              <a:t>には、現在時刻を表示　「現在時刻　</a:t>
            </a:r>
            <a:r>
              <a:rPr lang="en-US" altLang="ja-JP" sz="1400" dirty="0"/>
              <a:t>12:59</a:t>
            </a:r>
            <a:r>
              <a:rPr lang="ja-JP" altLang="en-US" sz="1400" dirty="0"/>
              <a:t>」</a:t>
            </a:r>
            <a:endParaRPr lang="en-US" altLang="ja-JP" sz="1400" dirty="0"/>
          </a:p>
          <a:p>
            <a:r>
              <a:rPr lang="ja-JP" altLang="en-US" sz="1400" dirty="0"/>
              <a:t>　 </a:t>
            </a:r>
            <a:r>
              <a:rPr lang="en-US" altLang="ja-JP" sz="1400" dirty="0"/>
              <a:t>COM003</a:t>
            </a:r>
            <a:r>
              <a:rPr lang="ja-JP" altLang="en-US" sz="1400" dirty="0"/>
              <a:t>  右上</a:t>
            </a:r>
            <a:r>
              <a:rPr lang="en-US" altLang="ja-JP" sz="1400" dirty="0"/>
              <a:t>02 </a:t>
            </a:r>
            <a:r>
              <a:rPr lang="ja-JP" altLang="en-US" sz="1400" dirty="0"/>
              <a:t>には、該当区分・ラウンド・種目</a:t>
            </a:r>
            <a:r>
              <a:rPr lang="en-US" altLang="ja-JP" sz="1400" dirty="0"/>
              <a:t>GRP</a:t>
            </a:r>
            <a:r>
              <a:rPr lang="ja-JP" altLang="en-US" sz="1400" dirty="0"/>
              <a:t>の種目記号を表示。例「</a:t>
            </a:r>
            <a:r>
              <a:rPr lang="en-US" altLang="ja-JP" sz="1400" dirty="0"/>
              <a:t>W T V F Q</a:t>
            </a:r>
            <a:r>
              <a:rPr lang="ja-JP" altLang="en-US" sz="1400" dirty="0"/>
              <a:t>」</a:t>
            </a:r>
            <a:endParaRPr lang="en-US" altLang="ja-JP" sz="1400" dirty="0"/>
          </a:p>
          <a:p>
            <a:r>
              <a:rPr lang="ja-JP" altLang="en-US" sz="1400" dirty="0"/>
              <a:t>　</a:t>
            </a:r>
            <a:endParaRPr lang="en-US" altLang="ja-JP" sz="1400" dirty="0"/>
          </a:p>
          <a:p>
            <a:r>
              <a:rPr lang="ja-JP" altLang="en-US" sz="1400" dirty="0"/>
              <a:t>　</a:t>
            </a:r>
            <a:endParaRPr lang="en-US" altLang="ja-JP" sz="1400" dirty="0"/>
          </a:p>
          <a:p>
            <a:r>
              <a:rPr lang="en-US" altLang="ja-JP" sz="1400" dirty="0"/>
              <a:t>    LB_</a:t>
            </a:r>
            <a:r>
              <a:rPr lang="ja-JP" altLang="en-US" sz="1400" dirty="0"/>
              <a:t>タイトル</a:t>
            </a:r>
            <a:r>
              <a:rPr lang="en-US" altLang="ja-JP" sz="1400" dirty="0"/>
              <a:t>_1  </a:t>
            </a:r>
            <a:r>
              <a:rPr lang="ja-JP" altLang="en-US" sz="1400" dirty="0"/>
              <a:t>には「次の競技」</a:t>
            </a:r>
            <a:endParaRPr lang="en-US" altLang="ja-JP" sz="1400" dirty="0"/>
          </a:p>
          <a:p>
            <a:r>
              <a:rPr lang="en-US" altLang="ja-JP" sz="1400" dirty="0"/>
              <a:t>     LB_</a:t>
            </a:r>
            <a:r>
              <a:rPr lang="ja-JP" altLang="en-US" sz="1400" dirty="0"/>
              <a:t>明細</a:t>
            </a:r>
            <a:r>
              <a:rPr lang="en-US" altLang="ja-JP" sz="1400" dirty="0"/>
              <a:t>1 </a:t>
            </a:r>
            <a:r>
              <a:rPr lang="ja-JP" altLang="en-US" sz="1400" dirty="0"/>
              <a:t>には、次の進行番号の進行番号 </a:t>
            </a:r>
            <a:r>
              <a:rPr lang="en-US" altLang="ja-JP" sz="1400" dirty="0"/>
              <a:t>+  </a:t>
            </a:r>
            <a:r>
              <a:rPr lang="ja-JP" altLang="en-US" sz="1400" dirty="0"/>
              <a:t>区分名 ＋ ラウンド名を表示。　例「</a:t>
            </a:r>
            <a:r>
              <a:rPr lang="en-US" altLang="ja-JP" sz="1400" dirty="0"/>
              <a:t>002</a:t>
            </a:r>
            <a:r>
              <a:rPr lang="ja-JP" altLang="en-US" sz="1400" dirty="0"/>
              <a:t>　</a:t>
            </a:r>
            <a:r>
              <a:rPr lang="en-US" altLang="ja-JP" sz="1400" dirty="0"/>
              <a:t>B</a:t>
            </a:r>
            <a:r>
              <a:rPr lang="ja-JP" altLang="en-US" sz="1400" dirty="0"/>
              <a:t>級戦スタンダード　１次予選」</a:t>
            </a:r>
            <a:endParaRPr lang="en-US" altLang="ja-JP" sz="1400" dirty="0"/>
          </a:p>
          <a:p>
            <a:r>
              <a:rPr lang="ja-JP" altLang="en-US" sz="1400" dirty="0"/>
              <a:t>　 </a:t>
            </a:r>
            <a:endParaRPr lang="en-US" altLang="ja-JP" sz="1400" dirty="0"/>
          </a:p>
          <a:p>
            <a:r>
              <a:rPr lang="ja-JP" altLang="en-US" sz="1400" dirty="0"/>
              <a:t>　　</a:t>
            </a:r>
            <a:endParaRPr kumimoji="1" lang="en-US" altLang="ja-JP" sz="1400" dirty="0"/>
          </a:p>
          <a:p>
            <a:endParaRPr lang="en-US" altLang="ja-JP" sz="1400" dirty="0"/>
          </a:p>
          <a:p>
            <a:r>
              <a:rPr lang="en-US" altLang="ja-JP" sz="1400" dirty="0"/>
              <a:t>STEP1</a:t>
            </a:r>
            <a:r>
              <a:rPr lang="ja-JP" altLang="en-US" sz="1400" dirty="0"/>
              <a:t>では、</a:t>
            </a:r>
            <a:r>
              <a:rPr lang="en-US" altLang="ja-JP" sz="1400" dirty="0"/>
              <a:t>COM001,COM002, COM003 </a:t>
            </a:r>
            <a:r>
              <a:rPr lang="ja-JP" altLang="en-US" sz="1400" dirty="0"/>
              <a:t>を表示</a:t>
            </a:r>
            <a:endParaRPr lang="en-US" altLang="ja-JP" sz="1400" dirty="0"/>
          </a:p>
          <a:p>
            <a:r>
              <a:rPr lang="en-US" altLang="ja-JP" sz="1400" dirty="0"/>
              <a:t>STEP2</a:t>
            </a:r>
            <a:r>
              <a:rPr lang="ja-JP" altLang="en-US" sz="1400" dirty="0"/>
              <a:t>では、</a:t>
            </a:r>
            <a:r>
              <a:rPr lang="en-US" altLang="ja-JP" sz="1400" dirty="0"/>
              <a:t> IM_</a:t>
            </a:r>
            <a:r>
              <a:rPr lang="ja-JP" altLang="en-US" sz="1400" dirty="0"/>
              <a:t>タイトル</a:t>
            </a:r>
            <a:r>
              <a:rPr lang="en-US" altLang="ja-JP" sz="1400" dirty="0"/>
              <a:t>_1</a:t>
            </a:r>
            <a:r>
              <a:rPr lang="ja-JP" altLang="en-US" sz="1400" dirty="0"/>
              <a:t>と</a:t>
            </a:r>
            <a:r>
              <a:rPr lang="en-US" altLang="ja-JP" sz="1400" dirty="0"/>
              <a:t>IM_</a:t>
            </a:r>
            <a:r>
              <a:rPr lang="ja-JP" altLang="en-US" sz="1400" dirty="0"/>
              <a:t>明細</a:t>
            </a:r>
            <a:r>
              <a:rPr lang="en-US" altLang="ja-JP" sz="1400" dirty="0"/>
              <a:t>1</a:t>
            </a:r>
            <a:r>
              <a:rPr lang="ja-JP" altLang="en-US" sz="1400" dirty="0"/>
              <a:t>と</a:t>
            </a:r>
            <a:r>
              <a:rPr lang="en-US" altLang="ja-JP" sz="1400" dirty="0"/>
              <a:t> LB_</a:t>
            </a:r>
            <a:r>
              <a:rPr lang="ja-JP" altLang="en-US" sz="1400" dirty="0"/>
              <a:t>タイトル</a:t>
            </a:r>
            <a:r>
              <a:rPr lang="en-US" altLang="ja-JP" sz="1400" dirty="0"/>
              <a:t>_1</a:t>
            </a:r>
            <a:r>
              <a:rPr lang="ja-JP" altLang="en-US" sz="1400" dirty="0"/>
              <a:t>と</a:t>
            </a:r>
            <a:r>
              <a:rPr lang="en-US" altLang="ja-JP" sz="1400" dirty="0"/>
              <a:t>LB_</a:t>
            </a:r>
            <a:r>
              <a:rPr lang="ja-JP" altLang="en-US" sz="1400" dirty="0"/>
              <a:t>明細</a:t>
            </a:r>
            <a:r>
              <a:rPr lang="en-US" altLang="ja-JP" sz="1400" dirty="0"/>
              <a:t>1</a:t>
            </a:r>
            <a:r>
              <a:rPr lang="ja-JP" altLang="en-US" sz="1400" dirty="0"/>
              <a:t>を表示。</a:t>
            </a:r>
            <a:endParaRPr lang="en-US" altLang="ja-JP" sz="1400" dirty="0"/>
          </a:p>
          <a:p>
            <a:r>
              <a:rPr lang="en-US" altLang="ja-JP" sz="1400" dirty="0"/>
              <a:t>STEP3</a:t>
            </a:r>
            <a:r>
              <a:rPr lang="ja-JP" altLang="en-US" sz="1400" dirty="0"/>
              <a:t>で、</a:t>
            </a:r>
            <a:r>
              <a:rPr lang="en-US" altLang="ja-JP" sz="1400" dirty="0"/>
              <a:t> STEP2</a:t>
            </a:r>
            <a:r>
              <a:rPr lang="ja-JP" altLang="en-US" sz="1400" dirty="0"/>
              <a:t>で表示したものを非表示。</a:t>
            </a:r>
            <a:endParaRPr lang="en-US" altLang="ja-JP" sz="1400" dirty="0"/>
          </a:p>
          <a:p>
            <a:r>
              <a:rPr lang="en-US" altLang="ja-JP" sz="1400" dirty="0"/>
              <a:t>STEP4</a:t>
            </a:r>
            <a:r>
              <a:rPr lang="ja-JP" altLang="en-US" sz="1400" dirty="0"/>
              <a:t>で、</a:t>
            </a:r>
            <a:r>
              <a:rPr lang="en-US" altLang="ja-JP" sz="1400" dirty="0"/>
              <a:t>COM001</a:t>
            </a:r>
            <a:r>
              <a:rPr lang="ja-JP" altLang="en-US" sz="1400" dirty="0"/>
              <a:t>の</a:t>
            </a:r>
            <a:r>
              <a:rPr lang="en-US" altLang="ja-JP" sz="1400" dirty="0"/>
              <a:t>TB_</a:t>
            </a:r>
            <a:r>
              <a:rPr lang="ja-JP" altLang="en-US" sz="1400" dirty="0"/>
              <a:t>左上</a:t>
            </a:r>
            <a:r>
              <a:rPr lang="en-US" altLang="ja-JP" sz="1400" dirty="0"/>
              <a:t>2 </a:t>
            </a:r>
            <a:r>
              <a:rPr lang="ja-JP" altLang="en-US" sz="1400" dirty="0"/>
              <a:t> と、</a:t>
            </a:r>
            <a:r>
              <a:rPr lang="en-US" altLang="ja-JP" sz="1400" dirty="0"/>
              <a:t>COM002,COM003</a:t>
            </a:r>
            <a:r>
              <a:rPr lang="ja-JP" altLang="en-US" sz="1400" dirty="0"/>
              <a:t>を非表示</a:t>
            </a:r>
            <a:br>
              <a:rPr lang="en-US" altLang="ja-JP" sz="1400" dirty="0"/>
            </a:br>
            <a:br>
              <a:rPr lang="en-US" altLang="ja-JP" sz="1400" dirty="0"/>
            </a:br>
            <a:r>
              <a:rPr lang="en-US" altLang="ja-JP" sz="1400" dirty="0"/>
              <a:t>STEP2</a:t>
            </a:r>
            <a:r>
              <a:rPr lang="ja-JP" altLang="en-US" sz="1400" dirty="0"/>
              <a:t>を表示したあと、次の進行に進むときは、</a:t>
            </a:r>
            <a:r>
              <a:rPr lang="en-US" altLang="ja-JP" sz="1400" dirty="0"/>
              <a:t>STEP1-</a:t>
            </a:r>
            <a:r>
              <a:rPr lang="ja-JP" altLang="en-US" sz="1400" dirty="0"/>
              <a:t>＞</a:t>
            </a:r>
            <a:r>
              <a:rPr lang="en-US" altLang="ja-JP" sz="1400" dirty="0"/>
              <a:t>STEP2 </a:t>
            </a:r>
            <a:r>
              <a:rPr lang="ja-JP" altLang="en-US" sz="1400" dirty="0"/>
              <a:t>を表示する。</a:t>
            </a:r>
            <a:endParaRPr lang="en-US" altLang="ja-JP" sz="1400" dirty="0"/>
          </a:p>
          <a:p>
            <a:r>
              <a:rPr lang="ja-JP" altLang="en-US" sz="1400" dirty="0"/>
              <a:t>この画面を表示しない時は、</a:t>
            </a:r>
            <a:r>
              <a:rPr lang="en-US" altLang="ja-JP" sz="1400" dirty="0"/>
              <a:t>STEP3-&gt;STEP4</a:t>
            </a:r>
            <a:r>
              <a:rPr lang="ja-JP" altLang="en-US" sz="1400" dirty="0"/>
              <a:t>を実行する。</a:t>
            </a:r>
            <a:br>
              <a:rPr lang="en-US" altLang="ja-JP" sz="1400" dirty="0"/>
            </a:br>
            <a:endParaRPr lang="en-US" altLang="ja-JP" sz="1400" dirty="0"/>
          </a:p>
          <a:p>
            <a:endParaRPr kumimoji="1" lang="en-US" altLang="ja-JP" sz="1400" dirty="0"/>
          </a:p>
          <a:p>
            <a:endParaRPr kumimoji="1" lang="ja-JP" altLang="en-US" sz="1400" dirty="0"/>
          </a:p>
        </p:txBody>
      </p:sp>
    </p:spTree>
    <p:extLst>
      <p:ext uri="{BB962C8B-B14F-4D97-AF65-F5344CB8AC3E}">
        <p14:creationId xmlns:p14="http://schemas.microsoft.com/office/powerpoint/2010/main" val="3305275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83730F16-FC28-E072-7C11-5E98126B0854}"/>
              </a:ext>
            </a:extLst>
          </p:cNvPr>
          <p:cNvSpPr txBox="1"/>
          <p:nvPr/>
        </p:nvSpPr>
        <p:spPr>
          <a:xfrm>
            <a:off x="290384" y="148281"/>
            <a:ext cx="10521778" cy="8279190"/>
          </a:xfrm>
          <a:prstGeom prst="rect">
            <a:avLst/>
          </a:prstGeom>
          <a:noFill/>
        </p:spPr>
        <p:txBody>
          <a:bodyPr wrap="square" rtlCol="0">
            <a:spAutoFit/>
          </a:bodyPr>
          <a:lstStyle/>
          <a:p>
            <a:r>
              <a:rPr lang="en-US" altLang="ja-JP" sz="1400" dirty="0"/>
              <a:t>DSP_PRG_003 </a:t>
            </a:r>
            <a:r>
              <a:rPr lang="ja-JP" altLang="en-US" sz="1400" dirty="0"/>
              <a:t>進行表示</a:t>
            </a:r>
            <a:r>
              <a:rPr lang="en-US" altLang="ja-JP" sz="1400" dirty="0"/>
              <a:t>2</a:t>
            </a:r>
            <a:r>
              <a:rPr lang="ja-JP" altLang="en-US" sz="1400" dirty="0"/>
              <a:t>面</a:t>
            </a:r>
            <a:r>
              <a:rPr lang="en-US" altLang="ja-JP" sz="1400" dirty="0"/>
              <a:t>_</a:t>
            </a:r>
            <a:r>
              <a:rPr lang="ja-JP" altLang="en-US" sz="1400" dirty="0"/>
              <a:t>大　の仕様</a:t>
            </a:r>
            <a:endParaRPr lang="en-US" altLang="ja-JP" sz="1400" dirty="0"/>
          </a:p>
          <a:p>
            <a:endParaRPr lang="en-US" altLang="ja-JP" sz="1400" dirty="0"/>
          </a:p>
          <a:p>
            <a:r>
              <a:rPr lang="ja-JP" altLang="en-US" sz="1400" dirty="0"/>
              <a:t>　</a:t>
            </a:r>
            <a:r>
              <a:rPr lang="en-US" altLang="ja-JP" sz="1400" dirty="0"/>
              <a:t>COM001  </a:t>
            </a:r>
            <a:r>
              <a:rPr lang="ja-JP" altLang="en-US" sz="1400" dirty="0"/>
              <a:t>イメージを表示</a:t>
            </a:r>
            <a:endParaRPr lang="en-US" altLang="ja-JP" sz="1400" dirty="0"/>
          </a:p>
          <a:p>
            <a:r>
              <a:rPr lang="ja-JP" altLang="en-US" sz="1400" dirty="0"/>
              <a:t>　　　　　   </a:t>
            </a:r>
            <a:r>
              <a:rPr lang="en-US" altLang="ja-JP" sz="1400" dirty="0"/>
              <a:t>TB_</a:t>
            </a:r>
            <a:r>
              <a:rPr lang="ja-JP" altLang="en-US" sz="1400" dirty="0"/>
              <a:t>左上</a:t>
            </a:r>
            <a:r>
              <a:rPr lang="en-US" altLang="ja-JP" sz="1400" dirty="0"/>
              <a:t>1 </a:t>
            </a:r>
            <a:r>
              <a:rPr lang="ja-JP" altLang="en-US" sz="1400" dirty="0"/>
              <a:t>には、競技会名を表示</a:t>
            </a:r>
            <a:endParaRPr lang="en-US" altLang="ja-JP" sz="1400" dirty="0"/>
          </a:p>
          <a:p>
            <a:r>
              <a:rPr lang="ja-JP" altLang="en-US" sz="1400" dirty="0"/>
              <a:t>　　　　　　</a:t>
            </a:r>
            <a:r>
              <a:rPr lang="en-US" altLang="ja-JP" sz="1400" dirty="0"/>
              <a:t>TB_</a:t>
            </a:r>
            <a:r>
              <a:rPr lang="ja-JP" altLang="en-US" sz="1400" dirty="0"/>
              <a:t>左上</a:t>
            </a:r>
            <a:r>
              <a:rPr lang="en-US" altLang="ja-JP" sz="1400" dirty="0"/>
              <a:t>2 </a:t>
            </a:r>
            <a:r>
              <a:rPr lang="ja-JP" altLang="en-US" sz="1400" dirty="0"/>
              <a:t>は、ブランク。</a:t>
            </a:r>
            <a:endParaRPr lang="en-US" altLang="ja-JP" sz="1400" dirty="0"/>
          </a:p>
          <a:p>
            <a:r>
              <a:rPr lang="ja-JP" altLang="en-US" sz="1400" dirty="0"/>
              <a:t>    </a:t>
            </a:r>
            <a:r>
              <a:rPr lang="en-US" altLang="ja-JP" sz="1400" dirty="0"/>
              <a:t>COM002</a:t>
            </a:r>
            <a:r>
              <a:rPr lang="ja-JP" altLang="en-US" sz="1400" dirty="0"/>
              <a:t>  右上</a:t>
            </a:r>
            <a:r>
              <a:rPr lang="en-US" altLang="ja-JP" sz="1400" dirty="0"/>
              <a:t>01  </a:t>
            </a:r>
            <a:r>
              <a:rPr lang="ja-JP" altLang="en-US" sz="1400" dirty="0"/>
              <a:t>には、現在時刻を表示　「現在時刻　</a:t>
            </a:r>
            <a:r>
              <a:rPr lang="en-US" altLang="ja-JP" sz="1400" dirty="0"/>
              <a:t>12:59</a:t>
            </a:r>
            <a:r>
              <a:rPr lang="ja-JP" altLang="en-US" sz="1400" dirty="0"/>
              <a:t>」</a:t>
            </a:r>
            <a:endParaRPr lang="en-US" altLang="ja-JP" sz="1400" dirty="0"/>
          </a:p>
          <a:p>
            <a:r>
              <a:rPr lang="ja-JP" altLang="en-US" sz="1400" dirty="0"/>
              <a:t>　</a:t>
            </a:r>
            <a:endParaRPr lang="en-US" altLang="ja-JP" sz="1400" dirty="0"/>
          </a:p>
          <a:p>
            <a:r>
              <a:rPr lang="en-US" altLang="ja-JP" sz="1400" dirty="0"/>
              <a:t>     LB_</a:t>
            </a:r>
            <a:r>
              <a:rPr lang="ja-JP" altLang="en-US" sz="1400" dirty="0"/>
              <a:t>タイトル</a:t>
            </a:r>
            <a:r>
              <a:rPr lang="en-US" altLang="ja-JP" sz="1400" dirty="0"/>
              <a:t>_</a:t>
            </a:r>
            <a:r>
              <a:rPr lang="ja-JP" altLang="en-US" sz="1400" dirty="0"/>
              <a:t>現</a:t>
            </a:r>
            <a:r>
              <a:rPr lang="en-US" altLang="ja-JP" sz="1400" dirty="0"/>
              <a:t>  </a:t>
            </a:r>
            <a:r>
              <a:rPr lang="ja-JP" altLang="en-US" sz="1400" dirty="0"/>
              <a:t>には「現在の競技」</a:t>
            </a:r>
            <a:endParaRPr lang="en-US" altLang="ja-JP" sz="1400" dirty="0"/>
          </a:p>
          <a:p>
            <a:r>
              <a:rPr lang="en-US" altLang="ja-JP" sz="1400" dirty="0"/>
              <a:t>     LB_</a:t>
            </a:r>
            <a:r>
              <a:rPr lang="ja-JP" altLang="en-US" sz="1400" dirty="0"/>
              <a:t>明細</a:t>
            </a:r>
            <a:r>
              <a:rPr lang="en-US" altLang="ja-JP" sz="1400" dirty="0"/>
              <a:t>_</a:t>
            </a:r>
            <a:r>
              <a:rPr lang="ja-JP" altLang="en-US" sz="1400" dirty="0"/>
              <a:t>現</a:t>
            </a:r>
            <a:r>
              <a:rPr lang="en-US" altLang="ja-JP" sz="1400" dirty="0"/>
              <a:t>A1</a:t>
            </a:r>
            <a:r>
              <a:rPr lang="ja-JP" altLang="en-US" sz="1400" dirty="0"/>
              <a:t> には、</a:t>
            </a:r>
            <a:r>
              <a:rPr lang="en-US" altLang="ja-JP" sz="1400" dirty="0"/>
              <a:t>A</a:t>
            </a:r>
            <a:r>
              <a:rPr lang="ja-JP" altLang="en-US" sz="1400" dirty="0"/>
              <a:t>フロアの進行番号 </a:t>
            </a:r>
            <a:r>
              <a:rPr lang="en-US" altLang="ja-JP" sz="1400" dirty="0"/>
              <a:t>+  </a:t>
            </a:r>
            <a:r>
              <a:rPr lang="ja-JP" altLang="en-US" sz="1400" dirty="0"/>
              <a:t>区分名 　例「</a:t>
            </a:r>
            <a:r>
              <a:rPr lang="en-US" altLang="ja-JP" sz="1400" dirty="0"/>
              <a:t>001</a:t>
            </a:r>
            <a:r>
              <a:rPr lang="ja-JP" altLang="en-US" sz="1400" dirty="0"/>
              <a:t>　</a:t>
            </a:r>
            <a:r>
              <a:rPr lang="en-US" altLang="ja-JP" sz="1400" dirty="0"/>
              <a:t>A</a:t>
            </a:r>
            <a:r>
              <a:rPr lang="ja-JP" altLang="en-US" sz="1400" dirty="0"/>
              <a:t>級戦スタンダード」</a:t>
            </a:r>
            <a:endParaRPr lang="en-US" altLang="ja-JP" sz="1400" dirty="0"/>
          </a:p>
          <a:p>
            <a:r>
              <a:rPr lang="en-US" altLang="ja-JP" sz="1400" dirty="0"/>
              <a:t>     LB_</a:t>
            </a:r>
            <a:r>
              <a:rPr lang="ja-JP" altLang="en-US" sz="1400" dirty="0"/>
              <a:t>明細</a:t>
            </a:r>
            <a:r>
              <a:rPr lang="en-US" altLang="ja-JP" sz="1400" dirty="0"/>
              <a:t>_</a:t>
            </a:r>
            <a:r>
              <a:rPr lang="ja-JP" altLang="en-US" sz="1400" dirty="0"/>
              <a:t>現</a:t>
            </a:r>
            <a:r>
              <a:rPr lang="en-US" altLang="ja-JP" sz="1400" dirty="0"/>
              <a:t>A2</a:t>
            </a:r>
            <a:r>
              <a:rPr lang="ja-JP" altLang="en-US" sz="1400" dirty="0"/>
              <a:t> には、</a:t>
            </a:r>
            <a:r>
              <a:rPr lang="en-US" altLang="ja-JP" sz="1400" dirty="0"/>
              <a:t> A</a:t>
            </a:r>
            <a:r>
              <a:rPr lang="ja-JP" altLang="en-US" sz="1400" dirty="0"/>
              <a:t>フロアの進行の ラウンド名と該当区分・ラウンド・種目</a:t>
            </a:r>
            <a:r>
              <a:rPr lang="en-US" altLang="ja-JP" sz="1400" dirty="0"/>
              <a:t>GRP</a:t>
            </a:r>
            <a:r>
              <a:rPr lang="ja-JP" altLang="en-US" sz="1400" dirty="0"/>
              <a:t>の種目記号を表示。</a:t>
            </a:r>
            <a:endParaRPr lang="en-US" altLang="ja-JP" sz="1400" dirty="0"/>
          </a:p>
          <a:p>
            <a:r>
              <a:rPr lang="ja-JP" altLang="en-US" sz="1400" dirty="0"/>
              <a:t>　　 　例「１次予選　</a:t>
            </a:r>
            <a:r>
              <a:rPr lang="en-US" altLang="ja-JP" sz="1400" dirty="0"/>
              <a:t>(WTVFQ)</a:t>
            </a:r>
            <a:r>
              <a:rPr lang="ja-JP" altLang="en-US" sz="1400" dirty="0"/>
              <a:t>」</a:t>
            </a:r>
            <a:endParaRPr lang="en-US" altLang="ja-JP" sz="1400" dirty="0"/>
          </a:p>
          <a:p>
            <a:endParaRPr lang="en-US" altLang="ja-JP" sz="1400" dirty="0"/>
          </a:p>
          <a:p>
            <a:r>
              <a:rPr lang="en-US" altLang="ja-JP" sz="1400" dirty="0"/>
              <a:t>     LB_</a:t>
            </a:r>
            <a:r>
              <a:rPr lang="ja-JP" altLang="en-US" sz="1400" dirty="0"/>
              <a:t>明細</a:t>
            </a:r>
            <a:r>
              <a:rPr lang="en-US" altLang="ja-JP" sz="1400" dirty="0"/>
              <a:t>_</a:t>
            </a:r>
            <a:r>
              <a:rPr lang="ja-JP" altLang="en-US" sz="1400" dirty="0"/>
              <a:t>現</a:t>
            </a:r>
            <a:r>
              <a:rPr lang="en-US" altLang="ja-JP" sz="1400" dirty="0"/>
              <a:t>B1</a:t>
            </a:r>
            <a:r>
              <a:rPr lang="ja-JP" altLang="en-US" sz="1400" dirty="0"/>
              <a:t> には、</a:t>
            </a:r>
            <a:r>
              <a:rPr lang="en-US" altLang="ja-JP" sz="1400" dirty="0"/>
              <a:t>B</a:t>
            </a:r>
            <a:r>
              <a:rPr lang="ja-JP" altLang="en-US" sz="1400" dirty="0"/>
              <a:t>フロアの進行番号 </a:t>
            </a:r>
            <a:r>
              <a:rPr lang="en-US" altLang="ja-JP" sz="1400" dirty="0"/>
              <a:t>+  </a:t>
            </a:r>
            <a:r>
              <a:rPr lang="ja-JP" altLang="en-US" sz="1400" dirty="0"/>
              <a:t>区分名 　例「</a:t>
            </a:r>
            <a:r>
              <a:rPr lang="en-US" altLang="ja-JP" sz="1400" dirty="0"/>
              <a:t>B01</a:t>
            </a:r>
            <a:r>
              <a:rPr lang="ja-JP" altLang="en-US" sz="1400" dirty="0"/>
              <a:t>　</a:t>
            </a:r>
            <a:r>
              <a:rPr lang="en-US" altLang="ja-JP" sz="1400" dirty="0"/>
              <a:t>D</a:t>
            </a:r>
            <a:r>
              <a:rPr lang="ja-JP" altLang="en-US" sz="1400" dirty="0"/>
              <a:t>級戦スタンダード」</a:t>
            </a:r>
            <a:endParaRPr lang="en-US" altLang="ja-JP" sz="1400" dirty="0"/>
          </a:p>
          <a:p>
            <a:r>
              <a:rPr lang="en-US" altLang="ja-JP" sz="1400" dirty="0"/>
              <a:t>     LB_</a:t>
            </a:r>
            <a:r>
              <a:rPr lang="ja-JP" altLang="en-US" sz="1400" dirty="0"/>
              <a:t>明細</a:t>
            </a:r>
            <a:r>
              <a:rPr lang="en-US" altLang="ja-JP" sz="1400" dirty="0"/>
              <a:t>_</a:t>
            </a:r>
            <a:r>
              <a:rPr lang="ja-JP" altLang="en-US" sz="1400" dirty="0"/>
              <a:t>現</a:t>
            </a:r>
            <a:r>
              <a:rPr lang="en-US" altLang="ja-JP" sz="1400" dirty="0"/>
              <a:t>B2</a:t>
            </a:r>
            <a:r>
              <a:rPr lang="ja-JP" altLang="en-US" sz="1400" dirty="0"/>
              <a:t> には、</a:t>
            </a:r>
            <a:r>
              <a:rPr lang="en-US" altLang="ja-JP" sz="1400" dirty="0"/>
              <a:t> B</a:t>
            </a:r>
            <a:r>
              <a:rPr lang="ja-JP" altLang="en-US" sz="1400" dirty="0"/>
              <a:t>フロアの進行の ラウンド名と該当区分・ラウンド・種目</a:t>
            </a:r>
            <a:r>
              <a:rPr lang="en-US" altLang="ja-JP" sz="1400" dirty="0"/>
              <a:t>GRP</a:t>
            </a:r>
            <a:r>
              <a:rPr lang="ja-JP" altLang="en-US" sz="1400" dirty="0"/>
              <a:t>の種目記号を表示。</a:t>
            </a:r>
            <a:endParaRPr lang="en-US" altLang="ja-JP" sz="1400" dirty="0"/>
          </a:p>
          <a:p>
            <a:r>
              <a:rPr lang="ja-JP" altLang="en-US" sz="1400" dirty="0"/>
              <a:t>　　 　例「１次予選　</a:t>
            </a:r>
            <a:r>
              <a:rPr lang="en-US" altLang="ja-JP" sz="1400" dirty="0"/>
              <a:t>(WTQ)</a:t>
            </a:r>
            <a:r>
              <a:rPr lang="ja-JP" altLang="en-US" sz="1400" dirty="0"/>
              <a:t>」</a:t>
            </a:r>
            <a:endParaRPr lang="en-US" altLang="ja-JP" sz="1400" dirty="0"/>
          </a:p>
          <a:p>
            <a:r>
              <a:rPr lang="ja-JP" altLang="en-US" sz="1400" dirty="0"/>
              <a:t>　</a:t>
            </a:r>
            <a:endParaRPr lang="en-US" altLang="ja-JP" sz="1400" dirty="0"/>
          </a:p>
          <a:p>
            <a:r>
              <a:rPr lang="en-US" altLang="ja-JP" sz="1400" dirty="0"/>
              <a:t>    LB_</a:t>
            </a:r>
            <a:r>
              <a:rPr lang="ja-JP" altLang="en-US" sz="1400" dirty="0"/>
              <a:t>タイトル</a:t>
            </a:r>
            <a:r>
              <a:rPr lang="en-US" altLang="ja-JP" sz="1400" dirty="0"/>
              <a:t>_</a:t>
            </a:r>
            <a:r>
              <a:rPr lang="ja-JP" altLang="en-US" sz="1400" dirty="0"/>
              <a:t>次</a:t>
            </a:r>
            <a:r>
              <a:rPr lang="en-US" altLang="ja-JP" sz="1400" dirty="0"/>
              <a:t>  </a:t>
            </a:r>
            <a:r>
              <a:rPr lang="ja-JP" altLang="en-US" sz="1400" dirty="0"/>
              <a:t>には「次の競技」</a:t>
            </a:r>
            <a:endParaRPr lang="en-US" altLang="ja-JP" sz="1400" dirty="0"/>
          </a:p>
          <a:p>
            <a:r>
              <a:rPr lang="en-US" altLang="ja-JP" sz="1400" dirty="0"/>
              <a:t>    LB_</a:t>
            </a:r>
            <a:r>
              <a:rPr lang="ja-JP" altLang="en-US" sz="1400" dirty="0"/>
              <a:t>時刻</a:t>
            </a:r>
            <a:r>
              <a:rPr lang="en-US" altLang="ja-JP" sz="1400" dirty="0"/>
              <a:t>_</a:t>
            </a:r>
            <a:r>
              <a:rPr lang="ja-JP" altLang="en-US" sz="1400" dirty="0"/>
              <a:t>次には、</a:t>
            </a:r>
            <a:r>
              <a:rPr lang="en-US" altLang="ja-JP" sz="1400" dirty="0"/>
              <a:t>A</a:t>
            </a:r>
            <a:r>
              <a:rPr lang="ja-JP" altLang="en-US" sz="1400" dirty="0"/>
              <a:t>フロアと</a:t>
            </a:r>
            <a:r>
              <a:rPr lang="en-US" altLang="ja-JP" sz="1400" dirty="0"/>
              <a:t>B</a:t>
            </a:r>
            <a:r>
              <a:rPr lang="ja-JP" altLang="en-US" sz="1400" dirty="0"/>
              <a:t>フロアの次の進行番号の開始予定時刻の内はやいほうを表示。</a:t>
            </a:r>
            <a:r>
              <a:rPr lang="en-US" altLang="ja-JP" sz="1400" dirty="0" err="1"/>
              <a:t>DS_Status</a:t>
            </a:r>
            <a:r>
              <a:rPr lang="ja-JP" altLang="en-US" sz="1400" dirty="0"/>
              <a:t>の</a:t>
            </a:r>
            <a:r>
              <a:rPr lang="en-US" altLang="ja-JP" sz="1400" dirty="0"/>
              <a:t>DS_PRGRS_J</a:t>
            </a:r>
            <a:r>
              <a:rPr lang="ja-JP" altLang="en-US" sz="1400" dirty="0"/>
              <a:t>の</a:t>
            </a:r>
            <a:r>
              <a:rPr lang="en-US" altLang="ja-JP" sz="1400" dirty="0" err="1"/>
              <a:t>DS_PrgPStaTM</a:t>
            </a:r>
            <a:r>
              <a:rPr lang="ja-JP" altLang="en-US" sz="1400" dirty="0"/>
              <a:t>から取得。データが無い場合はブランクで表示する（開始予定も表示しない）。　例「開始予定　</a:t>
            </a:r>
            <a:r>
              <a:rPr lang="en-US" altLang="ja-JP" sz="1400" dirty="0"/>
              <a:t>11:50</a:t>
            </a:r>
            <a:r>
              <a:rPr lang="ja-JP" altLang="en-US" sz="1400" dirty="0"/>
              <a:t>」 　</a:t>
            </a:r>
            <a:endParaRPr lang="en-US" altLang="ja-JP" sz="1400" dirty="0"/>
          </a:p>
          <a:p>
            <a:endParaRPr lang="en-US" altLang="ja-JP" sz="1400" dirty="0"/>
          </a:p>
          <a:p>
            <a:r>
              <a:rPr lang="en-US" altLang="ja-JP" sz="1400" dirty="0"/>
              <a:t>     LB_</a:t>
            </a:r>
            <a:r>
              <a:rPr lang="ja-JP" altLang="en-US" sz="1400" dirty="0"/>
              <a:t>明細</a:t>
            </a:r>
            <a:r>
              <a:rPr lang="en-US" altLang="ja-JP" sz="1400" dirty="0"/>
              <a:t>_</a:t>
            </a:r>
            <a:r>
              <a:rPr lang="ja-JP" altLang="en-US" sz="1400" dirty="0"/>
              <a:t>次</a:t>
            </a:r>
            <a:r>
              <a:rPr lang="en-US" altLang="ja-JP" sz="1400" dirty="0"/>
              <a:t>A1-3</a:t>
            </a:r>
            <a:r>
              <a:rPr lang="ja-JP" altLang="en-US" sz="1400" dirty="0"/>
              <a:t>には、</a:t>
            </a:r>
            <a:r>
              <a:rPr lang="en-US" altLang="ja-JP" sz="1400" dirty="0"/>
              <a:t>A</a:t>
            </a:r>
            <a:r>
              <a:rPr lang="ja-JP" altLang="en-US" sz="1400" dirty="0"/>
              <a:t>フロアの次の進行番号の進行番号 </a:t>
            </a:r>
            <a:r>
              <a:rPr lang="en-US" altLang="ja-JP" sz="1400" dirty="0"/>
              <a:t>+  </a:t>
            </a:r>
            <a:r>
              <a:rPr lang="ja-JP" altLang="en-US" sz="1400" dirty="0"/>
              <a:t>区分名 ＋ ラウンド名を表示。　例「</a:t>
            </a:r>
            <a:r>
              <a:rPr lang="en-US" altLang="ja-JP" sz="1400" dirty="0"/>
              <a:t>002</a:t>
            </a:r>
            <a:r>
              <a:rPr lang="ja-JP" altLang="en-US" sz="1400" dirty="0"/>
              <a:t>　</a:t>
            </a:r>
            <a:r>
              <a:rPr lang="en-US" altLang="ja-JP" sz="1400" dirty="0"/>
              <a:t>B</a:t>
            </a:r>
            <a:r>
              <a:rPr lang="ja-JP" altLang="en-US" sz="1400" dirty="0"/>
              <a:t>級戦スタンダード　１次予選」</a:t>
            </a:r>
            <a:endParaRPr lang="en-US" altLang="ja-JP" sz="1400" dirty="0"/>
          </a:p>
          <a:p>
            <a:r>
              <a:rPr lang="ja-JP" altLang="en-US" sz="1400" dirty="0"/>
              <a:t>　</a:t>
            </a:r>
            <a:r>
              <a:rPr lang="en-US" altLang="ja-JP" sz="1400" dirty="0"/>
              <a:t> LB_</a:t>
            </a:r>
            <a:r>
              <a:rPr lang="ja-JP" altLang="en-US" sz="1400" dirty="0"/>
              <a:t>明細</a:t>
            </a:r>
            <a:r>
              <a:rPr lang="en-US" altLang="ja-JP" sz="1400" dirty="0"/>
              <a:t>_</a:t>
            </a:r>
            <a:r>
              <a:rPr lang="ja-JP" altLang="en-US" sz="1400" dirty="0"/>
              <a:t>次</a:t>
            </a:r>
            <a:r>
              <a:rPr lang="en-US" altLang="ja-JP" sz="1400" dirty="0"/>
              <a:t>B1-3</a:t>
            </a:r>
            <a:r>
              <a:rPr lang="ja-JP" altLang="en-US" sz="1400" dirty="0"/>
              <a:t>には、</a:t>
            </a:r>
            <a:r>
              <a:rPr lang="en-US" altLang="ja-JP" sz="1400" dirty="0"/>
              <a:t> B</a:t>
            </a:r>
            <a:r>
              <a:rPr lang="ja-JP" altLang="en-US" sz="1400" dirty="0"/>
              <a:t>フロアの次の進行番号の進行番号 </a:t>
            </a:r>
            <a:r>
              <a:rPr lang="en-US" altLang="ja-JP" sz="1400" dirty="0"/>
              <a:t>+  </a:t>
            </a:r>
            <a:r>
              <a:rPr lang="ja-JP" altLang="en-US" sz="1400" dirty="0"/>
              <a:t>区分名 ＋ ラウンド名を表示。　例「</a:t>
            </a:r>
            <a:r>
              <a:rPr lang="en-US" altLang="ja-JP" sz="1400" dirty="0"/>
              <a:t>B02</a:t>
            </a:r>
            <a:r>
              <a:rPr lang="ja-JP" altLang="en-US" sz="1400" dirty="0"/>
              <a:t>　</a:t>
            </a:r>
            <a:r>
              <a:rPr lang="en-US" altLang="ja-JP" sz="1400" dirty="0"/>
              <a:t>C</a:t>
            </a:r>
            <a:r>
              <a:rPr lang="ja-JP" altLang="en-US" sz="1400" dirty="0"/>
              <a:t>級戦スタンダード　１次予選」</a:t>
            </a:r>
            <a:endParaRPr lang="en-US" altLang="ja-JP" sz="1400" dirty="0"/>
          </a:p>
          <a:p>
            <a:r>
              <a:rPr lang="ja-JP" altLang="en-US" sz="1400" dirty="0"/>
              <a:t>　　</a:t>
            </a:r>
            <a:endParaRPr kumimoji="1" lang="en-US" altLang="ja-JP" sz="1400" dirty="0"/>
          </a:p>
          <a:p>
            <a:endParaRPr lang="en-US" altLang="ja-JP" sz="1400" dirty="0"/>
          </a:p>
          <a:p>
            <a:r>
              <a:rPr lang="en-US" altLang="ja-JP" sz="1400" dirty="0"/>
              <a:t>STEP1</a:t>
            </a:r>
            <a:r>
              <a:rPr lang="ja-JP" altLang="en-US" sz="1400" dirty="0"/>
              <a:t>では、</a:t>
            </a:r>
            <a:r>
              <a:rPr lang="en-US" altLang="ja-JP" sz="1400" dirty="0"/>
              <a:t>COM001,COM002 </a:t>
            </a:r>
            <a:r>
              <a:rPr lang="ja-JP" altLang="en-US" sz="1400" dirty="0"/>
              <a:t>を表示</a:t>
            </a:r>
            <a:endParaRPr lang="en-US" altLang="ja-JP" sz="1400" dirty="0"/>
          </a:p>
          <a:p>
            <a:r>
              <a:rPr lang="en-US" altLang="ja-JP" sz="1400" dirty="0"/>
              <a:t>STEP2</a:t>
            </a:r>
            <a:r>
              <a:rPr lang="ja-JP" altLang="en-US" sz="1400" dirty="0"/>
              <a:t>では、</a:t>
            </a:r>
            <a:r>
              <a:rPr lang="en-US" altLang="ja-JP" sz="1400" dirty="0"/>
              <a:t>IM_</a:t>
            </a:r>
            <a:r>
              <a:rPr lang="ja-JP" altLang="en-US" sz="1400" dirty="0"/>
              <a:t>タイトル</a:t>
            </a:r>
            <a:r>
              <a:rPr lang="en-US" altLang="ja-JP" sz="1400" dirty="0"/>
              <a:t>_</a:t>
            </a:r>
            <a:r>
              <a:rPr lang="ja-JP" altLang="en-US" sz="1400" dirty="0"/>
              <a:t>現、</a:t>
            </a:r>
            <a:r>
              <a:rPr lang="en-US" altLang="ja-JP" sz="1400" dirty="0"/>
              <a:t>IM_</a:t>
            </a:r>
            <a:r>
              <a:rPr lang="ja-JP" altLang="en-US" sz="1400" dirty="0"/>
              <a:t>タイトル</a:t>
            </a:r>
            <a:r>
              <a:rPr lang="en-US" altLang="ja-JP" sz="1400" dirty="0"/>
              <a:t>_</a:t>
            </a:r>
            <a:r>
              <a:rPr lang="ja-JP" altLang="en-US" sz="1400" dirty="0"/>
              <a:t>フロア、</a:t>
            </a:r>
            <a:r>
              <a:rPr lang="en-US" altLang="ja-JP" sz="1400" dirty="0"/>
              <a:t>LB_</a:t>
            </a:r>
            <a:r>
              <a:rPr lang="ja-JP" altLang="en-US" sz="1400" dirty="0"/>
              <a:t>タイトル</a:t>
            </a:r>
            <a:r>
              <a:rPr lang="en-US" altLang="ja-JP" sz="1400" dirty="0"/>
              <a:t>_</a:t>
            </a:r>
            <a:r>
              <a:rPr lang="ja-JP" altLang="en-US" sz="1400" dirty="0"/>
              <a:t>現、</a:t>
            </a:r>
            <a:r>
              <a:rPr lang="en-US" altLang="ja-JP" sz="1400" dirty="0"/>
              <a:t> LB_</a:t>
            </a:r>
            <a:r>
              <a:rPr lang="ja-JP" altLang="en-US" sz="1400" dirty="0"/>
              <a:t>タイトル</a:t>
            </a:r>
            <a:r>
              <a:rPr lang="en-US" altLang="ja-JP" sz="1400" dirty="0"/>
              <a:t>_A</a:t>
            </a:r>
            <a:r>
              <a:rPr lang="ja-JP" altLang="en-US" sz="1400" dirty="0"/>
              <a:t>フロア、</a:t>
            </a:r>
            <a:r>
              <a:rPr lang="en-US" altLang="ja-JP" sz="1400" dirty="0"/>
              <a:t> LB_</a:t>
            </a:r>
            <a:r>
              <a:rPr lang="ja-JP" altLang="en-US" sz="1400" dirty="0"/>
              <a:t>タイトル</a:t>
            </a:r>
            <a:r>
              <a:rPr lang="en-US" altLang="ja-JP" sz="1400" dirty="0"/>
              <a:t>_B</a:t>
            </a:r>
            <a:r>
              <a:rPr lang="ja-JP" altLang="en-US" sz="1400" dirty="0"/>
              <a:t>フロア、</a:t>
            </a:r>
            <a:r>
              <a:rPr lang="en-US" altLang="ja-JP" sz="1400" dirty="0"/>
              <a:t>IM_</a:t>
            </a:r>
            <a:r>
              <a:rPr lang="ja-JP" altLang="en-US" sz="1400" dirty="0"/>
              <a:t>タイトル</a:t>
            </a:r>
            <a:r>
              <a:rPr lang="en-US" altLang="ja-JP" sz="1400" dirty="0"/>
              <a:t>_</a:t>
            </a:r>
            <a:r>
              <a:rPr lang="ja-JP" altLang="en-US" sz="1400" dirty="0"/>
              <a:t>次、</a:t>
            </a:r>
            <a:r>
              <a:rPr lang="en-US" altLang="ja-JP" sz="1400" dirty="0"/>
              <a:t>LB_</a:t>
            </a:r>
            <a:r>
              <a:rPr lang="ja-JP" altLang="en-US" sz="1400" dirty="0"/>
              <a:t>タイトル</a:t>
            </a:r>
            <a:r>
              <a:rPr lang="en-US" altLang="ja-JP" sz="1400" dirty="0"/>
              <a:t>_</a:t>
            </a:r>
            <a:r>
              <a:rPr lang="ja-JP" altLang="en-US" sz="1400" dirty="0"/>
              <a:t>次</a:t>
            </a:r>
            <a:r>
              <a:rPr lang="en-US" altLang="ja-JP" sz="1400" dirty="0"/>
              <a:t>, LB_</a:t>
            </a:r>
            <a:r>
              <a:rPr lang="ja-JP" altLang="en-US" sz="1400" dirty="0"/>
              <a:t>時刻</a:t>
            </a:r>
            <a:r>
              <a:rPr lang="en-US" altLang="ja-JP" sz="1400" dirty="0"/>
              <a:t>_</a:t>
            </a:r>
            <a:r>
              <a:rPr lang="ja-JP" altLang="en-US" sz="1400" dirty="0"/>
              <a:t>次 を表示。</a:t>
            </a:r>
            <a:endParaRPr lang="en-US" altLang="ja-JP" sz="1400" dirty="0"/>
          </a:p>
          <a:p>
            <a:r>
              <a:rPr lang="en-US" altLang="ja-JP" sz="1400" dirty="0"/>
              <a:t>STEP3</a:t>
            </a:r>
            <a:r>
              <a:rPr lang="ja-JP" altLang="en-US" sz="1400" dirty="0"/>
              <a:t>で、</a:t>
            </a:r>
            <a:r>
              <a:rPr lang="en-US" altLang="ja-JP" sz="1400" dirty="0"/>
              <a:t>IM_</a:t>
            </a:r>
            <a:r>
              <a:rPr lang="ja-JP" altLang="en-US" sz="1400" dirty="0"/>
              <a:t>明細と</a:t>
            </a:r>
            <a:r>
              <a:rPr lang="en-US" altLang="ja-JP" sz="1400" dirty="0"/>
              <a:t>LB_</a:t>
            </a:r>
            <a:r>
              <a:rPr lang="ja-JP" altLang="en-US" sz="1400" dirty="0"/>
              <a:t>明細　を表示</a:t>
            </a:r>
            <a:endParaRPr lang="en-US" altLang="ja-JP" sz="1400" dirty="0"/>
          </a:p>
          <a:p>
            <a:r>
              <a:rPr lang="en-US" altLang="ja-JP" sz="1400" dirty="0"/>
              <a:t>STEP4</a:t>
            </a:r>
            <a:r>
              <a:rPr lang="ja-JP" altLang="en-US" sz="1400" dirty="0"/>
              <a:t>で、</a:t>
            </a:r>
            <a:r>
              <a:rPr lang="en-US" altLang="ja-JP" sz="1400" dirty="0"/>
              <a:t>STEP3</a:t>
            </a:r>
            <a:r>
              <a:rPr lang="ja-JP" altLang="en-US" sz="1400" dirty="0"/>
              <a:t>で表示したものを非表示</a:t>
            </a:r>
            <a:endParaRPr lang="en-US" altLang="ja-JP" sz="1400" dirty="0"/>
          </a:p>
          <a:p>
            <a:r>
              <a:rPr lang="en-US" altLang="ja-JP" sz="1400" dirty="0"/>
              <a:t>STEP5</a:t>
            </a:r>
            <a:r>
              <a:rPr lang="ja-JP" altLang="en-US" sz="1400" dirty="0"/>
              <a:t>は、</a:t>
            </a:r>
            <a:r>
              <a:rPr lang="en-US" altLang="ja-JP" sz="1400" dirty="0"/>
              <a:t>STEP2</a:t>
            </a:r>
            <a:r>
              <a:rPr lang="ja-JP" altLang="en-US" sz="1400" dirty="0"/>
              <a:t>で表示したものを非表示。</a:t>
            </a:r>
            <a:br>
              <a:rPr lang="en-US" altLang="ja-JP" sz="1400" dirty="0"/>
            </a:br>
            <a:br>
              <a:rPr lang="en-US" altLang="ja-JP" sz="1400" dirty="0"/>
            </a:br>
            <a:r>
              <a:rPr lang="en-US" altLang="ja-JP" sz="1400" dirty="0"/>
              <a:t>STEP3</a:t>
            </a:r>
            <a:r>
              <a:rPr lang="ja-JP" altLang="en-US" sz="1400" dirty="0"/>
              <a:t>を表示したあと、次の進行に進むときは、</a:t>
            </a:r>
            <a:r>
              <a:rPr lang="en-US" altLang="ja-JP" sz="1400" dirty="0"/>
              <a:t>STEP4-</a:t>
            </a:r>
            <a:r>
              <a:rPr lang="ja-JP" altLang="en-US" sz="1400" dirty="0"/>
              <a:t>＞</a:t>
            </a:r>
            <a:r>
              <a:rPr lang="en-US" altLang="ja-JP" sz="1400" dirty="0"/>
              <a:t>STEP2-</a:t>
            </a:r>
            <a:r>
              <a:rPr lang="ja-JP" altLang="en-US" sz="1400" dirty="0"/>
              <a:t>＞</a:t>
            </a:r>
            <a:r>
              <a:rPr lang="en-US" altLang="ja-JP" sz="1400" dirty="0"/>
              <a:t>STEP3 </a:t>
            </a:r>
            <a:r>
              <a:rPr lang="ja-JP" altLang="en-US" sz="1400" dirty="0"/>
              <a:t>を表示する。</a:t>
            </a:r>
            <a:endParaRPr lang="en-US" altLang="ja-JP" sz="1400" dirty="0"/>
          </a:p>
          <a:p>
            <a:r>
              <a:rPr lang="ja-JP" altLang="en-US" sz="1400" dirty="0"/>
              <a:t>この画面を表示しない時は、</a:t>
            </a:r>
            <a:r>
              <a:rPr lang="en-US" altLang="ja-JP" sz="1400" dirty="0"/>
              <a:t>STEP4-&gt;STEP5</a:t>
            </a:r>
            <a:r>
              <a:rPr lang="ja-JP" altLang="en-US" sz="1400" dirty="0"/>
              <a:t>を実行する。</a:t>
            </a:r>
            <a:br>
              <a:rPr lang="en-US" altLang="ja-JP" sz="1400" dirty="0"/>
            </a:br>
            <a:endParaRPr lang="en-US" altLang="ja-JP" sz="1400" dirty="0"/>
          </a:p>
          <a:p>
            <a:endParaRPr kumimoji="1" lang="en-US" altLang="ja-JP" sz="1400" dirty="0"/>
          </a:p>
          <a:p>
            <a:endParaRPr kumimoji="1" lang="ja-JP" altLang="en-US" sz="1400" dirty="0"/>
          </a:p>
        </p:txBody>
      </p:sp>
    </p:spTree>
    <p:extLst>
      <p:ext uri="{BB962C8B-B14F-4D97-AF65-F5344CB8AC3E}">
        <p14:creationId xmlns:p14="http://schemas.microsoft.com/office/powerpoint/2010/main" val="1199620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CC116D9-F131-0A6A-69EC-1A90182FBF1B}"/>
              </a:ext>
            </a:extLst>
          </p:cNvPr>
          <p:cNvSpPr txBox="1"/>
          <p:nvPr/>
        </p:nvSpPr>
        <p:spPr>
          <a:xfrm>
            <a:off x="290384" y="148281"/>
            <a:ext cx="10521778" cy="9571851"/>
          </a:xfrm>
          <a:prstGeom prst="rect">
            <a:avLst/>
          </a:prstGeom>
          <a:noFill/>
        </p:spPr>
        <p:txBody>
          <a:bodyPr wrap="square" rtlCol="0">
            <a:spAutoFit/>
          </a:bodyPr>
          <a:lstStyle/>
          <a:p>
            <a:r>
              <a:rPr lang="en-US" altLang="ja-JP" sz="1400" dirty="0"/>
              <a:t>DSP_PRG_004 </a:t>
            </a:r>
            <a:r>
              <a:rPr lang="ja-JP" altLang="en-US" sz="1400" dirty="0"/>
              <a:t>進行表示ヒート表</a:t>
            </a:r>
            <a:r>
              <a:rPr lang="en-US" altLang="ja-JP" sz="1400" dirty="0"/>
              <a:t>_</a:t>
            </a:r>
            <a:r>
              <a:rPr lang="ja-JP" altLang="en-US" sz="1400" dirty="0"/>
              <a:t>大　の仕様</a:t>
            </a:r>
            <a:endParaRPr lang="en-US" altLang="ja-JP" sz="1400" dirty="0"/>
          </a:p>
          <a:p>
            <a:endParaRPr lang="en-US" altLang="ja-JP" sz="1400" dirty="0"/>
          </a:p>
          <a:p>
            <a:r>
              <a:rPr lang="ja-JP" altLang="en-US" sz="1400" dirty="0"/>
              <a:t>　</a:t>
            </a:r>
            <a:r>
              <a:rPr lang="en-US" altLang="ja-JP" sz="1400" dirty="0"/>
              <a:t>COM001  </a:t>
            </a:r>
            <a:r>
              <a:rPr lang="ja-JP" altLang="en-US" sz="1400" dirty="0"/>
              <a:t>イメージを表示</a:t>
            </a:r>
            <a:endParaRPr lang="en-US" altLang="ja-JP" sz="1400" dirty="0"/>
          </a:p>
          <a:p>
            <a:r>
              <a:rPr lang="ja-JP" altLang="en-US" sz="1400" dirty="0"/>
              <a:t>　　　　　   </a:t>
            </a:r>
            <a:r>
              <a:rPr lang="en-US" altLang="ja-JP" sz="1400" dirty="0"/>
              <a:t>TB_</a:t>
            </a:r>
            <a:r>
              <a:rPr lang="ja-JP" altLang="en-US" sz="1400" dirty="0"/>
              <a:t>左上</a:t>
            </a:r>
            <a:r>
              <a:rPr lang="en-US" altLang="ja-JP" sz="1400" dirty="0"/>
              <a:t>1 </a:t>
            </a:r>
            <a:r>
              <a:rPr lang="ja-JP" altLang="en-US" sz="1400" dirty="0"/>
              <a:t>には、競技会名を表示</a:t>
            </a:r>
            <a:endParaRPr lang="en-US" altLang="ja-JP" sz="1400" dirty="0"/>
          </a:p>
          <a:p>
            <a:r>
              <a:rPr lang="ja-JP" altLang="en-US" sz="1400" dirty="0"/>
              <a:t>　　　　　　</a:t>
            </a:r>
            <a:r>
              <a:rPr lang="en-US" altLang="ja-JP" sz="1400" dirty="0"/>
              <a:t>TB_</a:t>
            </a:r>
            <a:r>
              <a:rPr lang="ja-JP" altLang="en-US" sz="1400" dirty="0"/>
              <a:t>左上</a:t>
            </a:r>
            <a:r>
              <a:rPr lang="en-US" altLang="ja-JP" sz="1400" dirty="0"/>
              <a:t>2 </a:t>
            </a:r>
            <a:r>
              <a:rPr lang="ja-JP" altLang="en-US" sz="1400" dirty="0"/>
              <a:t>は、ブランク</a:t>
            </a:r>
            <a:endParaRPr lang="en-US" altLang="ja-JP" sz="1400" dirty="0"/>
          </a:p>
          <a:p>
            <a:r>
              <a:rPr lang="ja-JP" altLang="en-US" sz="1400" dirty="0"/>
              <a:t>    </a:t>
            </a:r>
            <a:r>
              <a:rPr lang="en-US" altLang="ja-JP" sz="1400" dirty="0"/>
              <a:t>COM002</a:t>
            </a:r>
            <a:r>
              <a:rPr lang="ja-JP" altLang="en-US" sz="1400" dirty="0"/>
              <a:t>  右上</a:t>
            </a:r>
            <a:r>
              <a:rPr lang="en-US" altLang="ja-JP" sz="1400" dirty="0"/>
              <a:t>01  </a:t>
            </a:r>
            <a:r>
              <a:rPr lang="ja-JP" altLang="en-US" sz="1400" dirty="0"/>
              <a:t>には、現在時刻を表示　「現在時刻　</a:t>
            </a:r>
            <a:r>
              <a:rPr lang="en-US" altLang="ja-JP" sz="1400" dirty="0"/>
              <a:t>12:59</a:t>
            </a:r>
            <a:r>
              <a:rPr lang="ja-JP" altLang="en-US" sz="1400" dirty="0"/>
              <a:t>」</a:t>
            </a:r>
            <a:endParaRPr lang="en-US" altLang="ja-JP" sz="1400" dirty="0"/>
          </a:p>
          <a:p>
            <a:endParaRPr lang="en-US" altLang="ja-JP" sz="1400" dirty="0"/>
          </a:p>
          <a:p>
            <a:r>
              <a:rPr lang="en-US" altLang="ja-JP" sz="1400" dirty="0"/>
              <a:t>     LB_</a:t>
            </a:r>
            <a:r>
              <a:rPr lang="ja-JP" altLang="en-US" sz="1400" dirty="0"/>
              <a:t>タイトル</a:t>
            </a:r>
            <a:r>
              <a:rPr lang="en-US" altLang="ja-JP" sz="1400" dirty="0"/>
              <a:t>1  </a:t>
            </a:r>
            <a:r>
              <a:rPr lang="ja-JP" altLang="en-US" sz="1400" dirty="0"/>
              <a:t>には「現在の競技」</a:t>
            </a:r>
            <a:endParaRPr lang="en-US" altLang="ja-JP" sz="1400" dirty="0"/>
          </a:p>
          <a:p>
            <a:r>
              <a:rPr lang="ja-JP" altLang="en-US" sz="1400" dirty="0"/>
              <a:t>　</a:t>
            </a:r>
            <a:r>
              <a:rPr lang="en-US" altLang="ja-JP" sz="1400" dirty="0"/>
              <a:t> LB_</a:t>
            </a:r>
            <a:r>
              <a:rPr lang="ja-JP" altLang="en-US" sz="1400" dirty="0"/>
              <a:t>タイトル</a:t>
            </a:r>
            <a:r>
              <a:rPr lang="en-US" altLang="ja-JP" sz="1400" dirty="0"/>
              <a:t>2</a:t>
            </a:r>
            <a:r>
              <a:rPr lang="ja-JP" altLang="en-US" sz="1400" dirty="0"/>
              <a:t>　には、進行番号 </a:t>
            </a:r>
            <a:r>
              <a:rPr lang="en-US" altLang="ja-JP" sz="1400" dirty="0"/>
              <a:t>+  </a:t>
            </a:r>
            <a:r>
              <a:rPr lang="ja-JP" altLang="en-US" sz="1400" dirty="0"/>
              <a:t>区分名 ＋ ラウンド名</a:t>
            </a:r>
            <a:endParaRPr lang="en-US" altLang="ja-JP" sz="1400" dirty="0"/>
          </a:p>
          <a:p>
            <a:r>
              <a:rPr lang="ja-JP" altLang="en-US" sz="1400" dirty="0"/>
              <a:t>　　　　　　　　　　　例「</a:t>
            </a:r>
            <a:r>
              <a:rPr lang="en-US" altLang="ja-JP" sz="1400" dirty="0"/>
              <a:t>001</a:t>
            </a:r>
            <a:r>
              <a:rPr lang="ja-JP" altLang="en-US" sz="1400" dirty="0"/>
              <a:t>　</a:t>
            </a:r>
            <a:r>
              <a:rPr lang="en-US" altLang="ja-JP" sz="1400" dirty="0"/>
              <a:t>A</a:t>
            </a:r>
            <a:r>
              <a:rPr lang="ja-JP" altLang="en-US" sz="1400" dirty="0"/>
              <a:t>級戦スタンダード　１次予選」</a:t>
            </a:r>
            <a:endParaRPr lang="en-US" altLang="ja-JP" sz="1400" dirty="0"/>
          </a:p>
          <a:p>
            <a:r>
              <a:rPr lang="ja-JP" altLang="en-US" sz="1400" dirty="0"/>
              <a:t>　 </a:t>
            </a:r>
            <a:r>
              <a:rPr lang="en-US" altLang="ja-JP" sz="1400" dirty="0"/>
              <a:t>LB_</a:t>
            </a:r>
            <a:r>
              <a:rPr lang="ja-JP" altLang="en-US" sz="1400" dirty="0"/>
              <a:t>種目　には、該当区分・ラウンド・種目</a:t>
            </a:r>
            <a:r>
              <a:rPr lang="en-US" altLang="ja-JP" sz="1400" dirty="0"/>
              <a:t>GRP</a:t>
            </a:r>
            <a:r>
              <a:rPr lang="ja-JP" altLang="en-US" sz="1400" dirty="0"/>
              <a:t>の種目記号を表示。現在種目は赤色で、それ以外は白色で表示。例「</a:t>
            </a:r>
            <a:r>
              <a:rPr lang="en-US" altLang="ja-JP" sz="1400" dirty="0"/>
              <a:t>W </a:t>
            </a:r>
            <a:r>
              <a:rPr lang="en-US" altLang="ja-JP" sz="1400" dirty="0">
                <a:solidFill>
                  <a:srgbClr val="FF0000"/>
                </a:solidFill>
              </a:rPr>
              <a:t>T</a:t>
            </a:r>
            <a:r>
              <a:rPr lang="en-US" altLang="ja-JP" sz="1400" dirty="0"/>
              <a:t> V F Q</a:t>
            </a:r>
            <a:r>
              <a:rPr lang="ja-JP" altLang="en-US" sz="1400" dirty="0"/>
              <a:t>」</a:t>
            </a:r>
            <a:endParaRPr lang="en-US" altLang="ja-JP" sz="1400" dirty="0"/>
          </a:p>
          <a:p>
            <a:r>
              <a:rPr lang="en-US" altLang="ja-JP" sz="1400" dirty="0"/>
              <a:t>    LB_</a:t>
            </a:r>
            <a:r>
              <a:rPr lang="ja-JP" altLang="en-US" sz="1400" dirty="0"/>
              <a:t>次　には「次の競技」</a:t>
            </a:r>
            <a:endParaRPr lang="en-US" altLang="ja-JP" sz="1400" dirty="0"/>
          </a:p>
          <a:p>
            <a:r>
              <a:rPr lang="ja-JP" altLang="en-US" sz="1400" dirty="0"/>
              <a:t>　</a:t>
            </a:r>
            <a:r>
              <a:rPr lang="en-US" altLang="ja-JP" sz="1400" dirty="0"/>
              <a:t> LB_</a:t>
            </a:r>
            <a:r>
              <a:rPr lang="ja-JP" altLang="en-US" sz="1400" dirty="0"/>
              <a:t>次</a:t>
            </a:r>
            <a:r>
              <a:rPr lang="en-US" altLang="ja-JP" sz="1400" dirty="0"/>
              <a:t>_</a:t>
            </a:r>
            <a:r>
              <a:rPr lang="ja-JP" altLang="en-US" sz="1400" dirty="0"/>
              <a:t>明細 には、次の進行番号の進行番号 </a:t>
            </a:r>
            <a:r>
              <a:rPr lang="en-US" altLang="ja-JP" sz="1400" dirty="0"/>
              <a:t>+  </a:t>
            </a:r>
            <a:r>
              <a:rPr lang="ja-JP" altLang="en-US" sz="1400" dirty="0"/>
              <a:t>区分名 ＋ ラウンド名を表示。</a:t>
            </a:r>
            <a:endParaRPr lang="en-US" altLang="ja-JP" sz="1400" dirty="0"/>
          </a:p>
          <a:p>
            <a:r>
              <a:rPr lang="ja-JP" altLang="en-US" sz="1400" dirty="0"/>
              <a:t>　　　　　　　　　　　例「</a:t>
            </a:r>
            <a:r>
              <a:rPr lang="en-US" altLang="ja-JP" sz="1400" dirty="0"/>
              <a:t>002</a:t>
            </a:r>
            <a:r>
              <a:rPr lang="ja-JP" altLang="en-US" sz="1400" dirty="0"/>
              <a:t>　</a:t>
            </a:r>
            <a:r>
              <a:rPr lang="en-US" altLang="ja-JP" sz="1400" dirty="0"/>
              <a:t>B</a:t>
            </a:r>
            <a:r>
              <a:rPr lang="ja-JP" altLang="en-US" sz="1400" dirty="0"/>
              <a:t>級戦スタンダード　１次予選」</a:t>
            </a:r>
            <a:endParaRPr kumimoji="1" lang="en-US" altLang="ja-JP" sz="1400" dirty="0"/>
          </a:p>
          <a:p>
            <a:r>
              <a:rPr kumimoji="1" lang="ja-JP" altLang="en-US" sz="1400" dirty="0"/>
              <a:t>　</a:t>
            </a:r>
            <a:r>
              <a:rPr lang="en-US" altLang="ja-JP" sz="1400" dirty="0"/>
              <a:t> LB_</a:t>
            </a:r>
            <a:r>
              <a:rPr lang="ja-JP" altLang="en-US" sz="1400" dirty="0"/>
              <a:t>次</a:t>
            </a:r>
            <a:r>
              <a:rPr lang="en-US" altLang="ja-JP" sz="1400" dirty="0"/>
              <a:t>_</a:t>
            </a:r>
            <a:r>
              <a:rPr lang="ja-JP" altLang="en-US" sz="1400" dirty="0"/>
              <a:t>時刻には、次の進行番号の開始予定時刻を表示。</a:t>
            </a:r>
            <a:r>
              <a:rPr lang="en-US" altLang="ja-JP" sz="1400" dirty="0" err="1"/>
              <a:t>DS_Status</a:t>
            </a:r>
            <a:r>
              <a:rPr lang="ja-JP" altLang="en-US" sz="1400" dirty="0"/>
              <a:t>の</a:t>
            </a:r>
            <a:r>
              <a:rPr lang="en-US" altLang="ja-JP" sz="1400" dirty="0"/>
              <a:t>DS_PRGRS_J</a:t>
            </a:r>
            <a:r>
              <a:rPr lang="ja-JP" altLang="en-US" sz="1400" dirty="0"/>
              <a:t>の</a:t>
            </a:r>
            <a:r>
              <a:rPr lang="en-US" altLang="ja-JP" sz="1400" dirty="0" err="1"/>
              <a:t>DS_PrgPStaTM</a:t>
            </a:r>
            <a:r>
              <a:rPr lang="ja-JP" altLang="en-US" sz="1400" dirty="0"/>
              <a:t>から取得。データが無い場合はブランクで表示する（開始予定も表示しない）。　例「開始予定　</a:t>
            </a:r>
            <a:r>
              <a:rPr lang="en-US" altLang="ja-JP" sz="1400" dirty="0"/>
              <a:t>11:50</a:t>
            </a:r>
            <a:r>
              <a:rPr lang="ja-JP" altLang="en-US" sz="1400" dirty="0"/>
              <a:t>」</a:t>
            </a:r>
            <a:endParaRPr lang="en-US" altLang="ja-JP" sz="1400" dirty="0"/>
          </a:p>
          <a:p>
            <a:endParaRPr kumimoji="1" lang="en-US" altLang="ja-JP" sz="1400" dirty="0"/>
          </a:p>
          <a:p>
            <a:r>
              <a:rPr lang="ja-JP" altLang="en-US" sz="1400" dirty="0"/>
              <a:t>　ヒートシャッフルの時</a:t>
            </a:r>
            <a:endParaRPr lang="en-US" altLang="ja-JP" sz="1400" dirty="0"/>
          </a:p>
          <a:p>
            <a:r>
              <a:rPr kumimoji="1" lang="ja-JP" altLang="en-US" sz="1400" dirty="0"/>
              <a:t>　　</a:t>
            </a:r>
            <a:r>
              <a:rPr lang="en-US" altLang="ja-JP" sz="1400" dirty="0"/>
              <a:t>-</a:t>
            </a:r>
            <a:r>
              <a:rPr lang="ja-JP" altLang="en-US" sz="1400" dirty="0"/>
              <a:t>各種目毎各ヒート毎の　出場選手背番号をリストして、ヒート毎に更新。</a:t>
            </a:r>
            <a:r>
              <a:rPr lang="en-US" altLang="ja-JP" sz="1400" dirty="0"/>
              <a:t> LB_</a:t>
            </a:r>
            <a:r>
              <a:rPr lang="ja-JP" altLang="en-US" sz="1400" dirty="0"/>
              <a:t>ヒート　には、種目記号とヒート番号を表示する。例「</a:t>
            </a:r>
            <a:r>
              <a:rPr lang="en-US" altLang="ja-JP" sz="1400" dirty="0"/>
              <a:t>W 1H</a:t>
            </a:r>
            <a:r>
              <a:rPr lang="ja-JP" altLang="en-US" sz="1400" dirty="0"/>
              <a:t>」「</a:t>
            </a:r>
            <a:r>
              <a:rPr lang="en-US" altLang="ja-JP" sz="1400" dirty="0"/>
              <a:t>Q 10H</a:t>
            </a:r>
            <a:r>
              <a:rPr lang="ja-JP" altLang="en-US" sz="1400" dirty="0"/>
              <a:t>」</a:t>
            </a:r>
            <a:endParaRPr lang="en-US" altLang="ja-JP" sz="1400" dirty="0"/>
          </a:p>
          <a:p>
            <a:endParaRPr kumimoji="1" lang="en-US" altLang="ja-JP" sz="1400" dirty="0"/>
          </a:p>
          <a:p>
            <a:r>
              <a:rPr lang="ja-JP" altLang="en-US" sz="1400" dirty="0"/>
              <a:t>　シャッフル以外</a:t>
            </a:r>
            <a:r>
              <a:rPr lang="en-US" altLang="ja-JP" sz="1400" dirty="0"/>
              <a:t>(</a:t>
            </a:r>
            <a:r>
              <a:rPr lang="ja-JP" altLang="en-US" sz="1400" dirty="0"/>
              <a:t>全種目のヒートが同じ）</a:t>
            </a:r>
            <a:endParaRPr lang="en-US" altLang="ja-JP" sz="1400" dirty="0"/>
          </a:p>
          <a:p>
            <a:r>
              <a:rPr kumimoji="1" lang="ja-JP" altLang="en-US" sz="1400" dirty="0"/>
              <a:t>　　</a:t>
            </a:r>
            <a:r>
              <a:rPr lang="en-US" altLang="ja-JP" sz="1400" dirty="0"/>
              <a:t>8</a:t>
            </a:r>
            <a:r>
              <a:rPr lang="ja-JP" altLang="en-US" sz="1400" dirty="0"/>
              <a:t>行で収まる時</a:t>
            </a:r>
            <a:endParaRPr lang="en-US" altLang="ja-JP" sz="1400" dirty="0"/>
          </a:p>
          <a:p>
            <a:r>
              <a:rPr kumimoji="1" lang="ja-JP" altLang="en-US" sz="1400" dirty="0"/>
              <a:t>　　　　一括表示して進行を変えない。　</a:t>
            </a:r>
            <a:r>
              <a:rPr kumimoji="1" lang="en-US" altLang="ja-JP" sz="1400" dirty="0"/>
              <a:t>LB_</a:t>
            </a:r>
            <a:r>
              <a:rPr lang="ja-JP" altLang="en-US" sz="1400" dirty="0"/>
              <a:t>ヒート　には、ヒート番号のみを表示する　例「</a:t>
            </a:r>
            <a:r>
              <a:rPr lang="en-US" altLang="ja-JP" sz="1400" dirty="0"/>
              <a:t>1H</a:t>
            </a:r>
            <a:r>
              <a:rPr lang="ja-JP" altLang="en-US" sz="1400" dirty="0"/>
              <a:t>」</a:t>
            </a:r>
            <a:endParaRPr kumimoji="1" lang="en-US" altLang="ja-JP" sz="1400" dirty="0"/>
          </a:p>
          <a:p>
            <a:r>
              <a:rPr lang="ja-JP" altLang="en-US" sz="1400" dirty="0"/>
              <a:t>　　</a:t>
            </a:r>
            <a:r>
              <a:rPr lang="en-US" altLang="ja-JP" sz="1400" dirty="0"/>
              <a:t>8</a:t>
            </a:r>
            <a:r>
              <a:rPr lang="ja-JP" altLang="en-US" sz="1400" dirty="0"/>
              <a:t>行で収まらない時</a:t>
            </a:r>
            <a:endParaRPr lang="en-US" altLang="ja-JP" sz="1400" dirty="0"/>
          </a:p>
          <a:p>
            <a:r>
              <a:rPr kumimoji="1" lang="ja-JP" altLang="en-US" sz="1400" dirty="0"/>
              <a:t>　　　　</a:t>
            </a:r>
            <a:r>
              <a:rPr lang="ja-JP" altLang="en-US" sz="1400" dirty="0"/>
              <a:t>各種目毎各ヒート毎の　出場選手背番号をリストして、ヒート毎に更新。</a:t>
            </a:r>
            <a:r>
              <a:rPr lang="en-US" altLang="ja-JP" sz="1400" dirty="0"/>
              <a:t> LB_</a:t>
            </a:r>
            <a:r>
              <a:rPr lang="ja-JP" altLang="en-US" sz="1400" dirty="0"/>
              <a:t>ヒート　には、種目記号とヒート番号を表示する。例「</a:t>
            </a:r>
            <a:r>
              <a:rPr lang="en-US" altLang="ja-JP" sz="1400" dirty="0"/>
              <a:t>W 1H</a:t>
            </a:r>
            <a:r>
              <a:rPr lang="ja-JP" altLang="en-US" sz="1400" dirty="0"/>
              <a:t>」「</a:t>
            </a:r>
            <a:r>
              <a:rPr lang="en-US" altLang="ja-JP" sz="1400" dirty="0"/>
              <a:t>Q 10H</a:t>
            </a:r>
            <a:r>
              <a:rPr lang="ja-JP" altLang="en-US" sz="1400" dirty="0"/>
              <a:t>」</a:t>
            </a:r>
            <a:endParaRPr lang="en-US" altLang="ja-JP" sz="1400" dirty="0"/>
          </a:p>
          <a:p>
            <a:endParaRPr lang="en-US" altLang="ja-JP" sz="1400" dirty="0"/>
          </a:p>
          <a:p>
            <a:r>
              <a:rPr lang="en-US" altLang="ja-JP" sz="1400" dirty="0"/>
              <a:t>      </a:t>
            </a:r>
            <a:r>
              <a:rPr lang="ja-JP" altLang="en-US" sz="1400" dirty="0"/>
              <a:t> </a:t>
            </a:r>
            <a:r>
              <a:rPr lang="en-US" altLang="ja-JP" sz="1400" dirty="0"/>
              <a:t>LB_</a:t>
            </a:r>
            <a:r>
              <a:rPr lang="ja-JP" altLang="en-US" sz="1400" dirty="0"/>
              <a:t>背番号　には、各背番号の間に半角ブランクを</a:t>
            </a:r>
            <a:r>
              <a:rPr lang="en-US" altLang="ja-JP" sz="1400" dirty="0"/>
              <a:t>2</a:t>
            </a:r>
            <a:r>
              <a:rPr lang="ja-JP" altLang="en-US" sz="1400" dirty="0"/>
              <a:t>つ入れて表示する。枠をはみ出す場合には、２行目を使う。その場合、２行目の</a:t>
            </a:r>
            <a:r>
              <a:rPr lang="en-US" altLang="ja-JP" sz="1400" dirty="0"/>
              <a:t>LB_</a:t>
            </a:r>
            <a:r>
              <a:rPr lang="ja-JP" altLang="en-US" sz="1400" dirty="0"/>
              <a:t>ヒートと</a:t>
            </a:r>
            <a:r>
              <a:rPr lang="en-US" altLang="ja-JP" sz="1400" dirty="0"/>
              <a:t>IM_</a:t>
            </a:r>
            <a:r>
              <a:rPr lang="ja-JP" altLang="en-US" sz="1400" dirty="0"/>
              <a:t>ヒートは表示しない。現在種目、現在ヒートについては、文字色を濃いオレンジにする。それ以外はデフォルトのブルー（</a:t>
            </a:r>
            <a:r>
              <a:rPr lang="en-US" altLang="ja-JP" sz="1400" dirty="0"/>
              <a:t>R:0, G:0, B:139 )</a:t>
            </a:r>
          </a:p>
          <a:p>
            <a:endParaRPr lang="en-US" altLang="ja-JP" sz="1400" dirty="0"/>
          </a:p>
          <a:p>
            <a:r>
              <a:rPr lang="en-US" altLang="ja-JP" sz="1400" dirty="0"/>
              <a:t>STEP1</a:t>
            </a:r>
            <a:r>
              <a:rPr lang="ja-JP" altLang="en-US" sz="1400" dirty="0"/>
              <a:t>では、</a:t>
            </a:r>
            <a:r>
              <a:rPr lang="en-US" altLang="ja-JP" sz="1400" dirty="0"/>
              <a:t>COM001,COM002</a:t>
            </a:r>
            <a:r>
              <a:rPr lang="ja-JP" altLang="en-US" sz="1400" dirty="0"/>
              <a:t>を表示</a:t>
            </a:r>
            <a:endParaRPr lang="en-US" altLang="ja-JP" sz="1400" dirty="0"/>
          </a:p>
          <a:p>
            <a:r>
              <a:rPr lang="en-US" altLang="ja-JP" sz="1400" dirty="0"/>
              <a:t>STEP2</a:t>
            </a:r>
            <a:r>
              <a:rPr lang="ja-JP" altLang="en-US" sz="1400" dirty="0"/>
              <a:t>では、</a:t>
            </a:r>
            <a:r>
              <a:rPr lang="en-US" altLang="ja-JP" sz="1400" dirty="0"/>
              <a:t>LB_</a:t>
            </a:r>
            <a:r>
              <a:rPr lang="ja-JP" altLang="en-US" sz="1400" dirty="0"/>
              <a:t>タイトル</a:t>
            </a:r>
            <a:r>
              <a:rPr lang="en-US" altLang="ja-JP" sz="1400" dirty="0"/>
              <a:t>1, LB_</a:t>
            </a:r>
            <a:r>
              <a:rPr lang="ja-JP" altLang="en-US" sz="1400" dirty="0"/>
              <a:t>タイトル</a:t>
            </a:r>
            <a:r>
              <a:rPr lang="en-US" altLang="ja-JP" sz="1400" dirty="0"/>
              <a:t>2 </a:t>
            </a:r>
            <a:r>
              <a:rPr lang="ja-JP" altLang="en-US" sz="1400" dirty="0"/>
              <a:t>、</a:t>
            </a:r>
            <a:r>
              <a:rPr lang="en-US" altLang="ja-JP" sz="1400" dirty="0"/>
              <a:t>LB_</a:t>
            </a:r>
            <a:r>
              <a:rPr lang="ja-JP" altLang="en-US" sz="1400" dirty="0"/>
              <a:t>種目と、</a:t>
            </a:r>
            <a:r>
              <a:rPr lang="en-US" altLang="ja-JP" sz="1400" dirty="0"/>
              <a:t>IM_</a:t>
            </a:r>
            <a:r>
              <a:rPr lang="ja-JP" altLang="en-US" sz="1400" dirty="0"/>
              <a:t>タイトル</a:t>
            </a:r>
            <a:r>
              <a:rPr lang="en-US" altLang="ja-JP" sz="1400" dirty="0"/>
              <a:t>1,IM_</a:t>
            </a:r>
            <a:r>
              <a:rPr lang="ja-JP" altLang="en-US" sz="1400" dirty="0"/>
              <a:t>タイトル</a:t>
            </a:r>
            <a:r>
              <a:rPr lang="en-US" altLang="ja-JP" sz="1400" dirty="0"/>
              <a:t>2</a:t>
            </a:r>
            <a:r>
              <a:rPr lang="ja-JP" altLang="en-US" sz="1400" dirty="0"/>
              <a:t>、</a:t>
            </a:r>
            <a:r>
              <a:rPr lang="en-US" altLang="ja-JP" sz="1400" dirty="0"/>
              <a:t>IM_</a:t>
            </a:r>
            <a:r>
              <a:rPr lang="ja-JP" altLang="en-US" sz="1400" dirty="0"/>
              <a:t>次</a:t>
            </a:r>
            <a:r>
              <a:rPr lang="en-US" altLang="ja-JP" sz="1400" dirty="0"/>
              <a:t>,LB_</a:t>
            </a:r>
            <a:r>
              <a:rPr lang="ja-JP" altLang="en-US" sz="1400" dirty="0"/>
              <a:t>次</a:t>
            </a:r>
            <a:r>
              <a:rPr lang="en-US" altLang="ja-JP" sz="1400" dirty="0"/>
              <a:t>, IM_</a:t>
            </a:r>
            <a:r>
              <a:rPr lang="ja-JP" altLang="en-US" sz="1400" dirty="0"/>
              <a:t>次</a:t>
            </a:r>
            <a:r>
              <a:rPr lang="en-US" altLang="ja-JP" sz="1400" dirty="0"/>
              <a:t>_</a:t>
            </a:r>
            <a:r>
              <a:rPr lang="ja-JP" altLang="en-US" sz="1400" dirty="0"/>
              <a:t>明細</a:t>
            </a:r>
            <a:r>
              <a:rPr lang="en-US" altLang="ja-JP" sz="1400" dirty="0"/>
              <a:t>, LB_</a:t>
            </a:r>
            <a:r>
              <a:rPr lang="ja-JP" altLang="en-US" sz="1400" dirty="0"/>
              <a:t>次</a:t>
            </a:r>
            <a:r>
              <a:rPr lang="en-US" altLang="ja-JP" sz="1400" dirty="0"/>
              <a:t>_</a:t>
            </a:r>
            <a:r>
              <a:rPr lang="ja-JP" altLang="en-US" sz="1400" dirty="0"/>
              <a:t>明細、</a:t>
            </a:r>
            <a:r>
              <a:rPr lang="en-US" altLang="ja-JP" sz="1400" dirty="0"/>
              <a:t>B_</a:t>
            </a:r>
            <a:r>
              <a:rPr lang="ja-JP" altLang="en-US" sz="1400" dirty="0"/>
              <a:t>次</a:t>
            </a:r>
            <a:r>
              <a:rPr lang="en-US" altLang="ja-JP" sz="1400" dirty="0"/>
              <a:t>_</a:t>
            </a:r>
            <a:r>
              <a:rPr lang="ja-JP" altLang="en-US" sz="1400" dirty="0"/>
              <a:t>時刻を表示。</a:t>
            </a:r>
            <a:endParaRPr lang="en-US" altLang="ja-JP" sz="1400" dirty="0"/>
          </a:p>
          <a:p>
            <a:r>
              <a:rPr lang="en-US" altLang="ja-JP" sz="1400" dirty="0"/>
              <a:t>STEP3</a:t>
            </a:r>
            <a:r>
              <a:rPr lang="ja-JP" altLang="en-US" sz="1400" dirty="0"/>
              <a:t>で、対象の</a:t>
            </a:r>
            <a:r>
              <a:rPr lang="en-US" altLang="ja-JP" sz="1400" dirty="0"/>
              <a:t>IM_</a:t>
            </a:r>
            <a:r>
              <a:rPr lang="ja-JP" altLang="en-US" sz="1400" dirty="0"/>
              <a:t>ヒート、</a:t>
            </a:r>
            <a:r>
              <a:rPr lang="en-US" altLang="ja-JP" sz="1400" dirty="0"/>
              <a:t>LB_</a:t>
            </a:r>
            <a:r>
              <a:rPr lang="ja-JP" altLang="en-US" sz="1400" dirty="0"/>
              <a:t>ヒート、</a:t>
            </a:r>
            <a:r>
              <a:rPr lang="en-US" altLang="ja-JP" sz="1400" dirty="0"/>
              <a:t>IM_</a:t>
            </a:r>
            <a:r>
              <a:rPr lang="ja-JP" altLang="en-US" sz="1400" dirty="0"/>
              <a:t>明細、</a:t>
            </a:r>
            <a:r>
              <a:rPr lang="en-US" altLang="ja-JP" sz="1400" dirty="0"/>
              <a:t>LB_</a:t>
            </a:r>
            <a:r>
              <a:rPr lang="ja-JP" altLang="en-US" sz="1400" dirty="0"/>
              <a:t>背番号 を表示</a:t>
            </a:r>
            <a:endParaRPr lang="en-US" altLang="ja-JP" sz="1400" dirty="0"/>
          </a:p>
          <a:p>
            <a:r>
              <a:rPr lang="en-US" altLang="ja-JP" sz="1400" dirty="0"/>
              <a:t>STEP4</a:t>
            </a:r>
            <a:r>
              <a:rPr lang="ja-JP" altLang="en-US" sz="1400" dirty="0"/>
              <a:t>で、</a:t>
            </a:r>
            <a:r>
              <a:rPr lang="en-US" altLang="ja-JP" sz="1400" dirty="0"/>
              <a:t>STEP3</a:t>
            </a:r>
            <a:r>
              <a:rPr lang="ja-JP" altLang="en-US" sz="1400" dirty="0"/>
              <a:t>で表示したものを非表示</a:t>
            </a:r>
            <a:endParaRPr lang="en-US" altLang="ja-JP" sz="1400" dirty="0"/>
          </a:p>
          <a:p>
            <a:r>
              <a:rPr lang="en-US" altLang="ja-JP" sz="1400" dirty="0"/>
              <a:t>STEP5</a:t>
            </a:r>
            <a:r>
              <a:rPr lang="ja-JP" altLang="en-US" sz="1400" dirty="0"/>
              <a:t>は、</a:t>
            </a:r>
            <a:r>
              <a:rPr lang="en-US" altLang="ja-JP" sz="1400" dirty="0"/>
              <a:t>STEP2</a:t>
            </a:r>
            <a:r>
              <a:rPr lang="ja-JP" altLang="en-US" sz="1400" dirty="0"/>
              <a:t>で表示したものを非表示。</a:t>
            </a:r>
            <a:br>
              <a:rPr lang="en-US" altLang="ja-JP" sz="1400" dirty="0"/>
            </a:br>
            <a:br>
              <a:rPr lang="en-US" altLang="ja-JP" sz="1400" dirty="0"/>
            </a:br>
            <a:r>
              <a:rPr lang="ja-JP" altLang="en-US" sz="1400" dirty="0"/>
              <a:t>同一区分・ラウンドの中で、ヒートだけ更新する場合は、</a:t>
            </a:r>
            <a:r>
              <a:rPr lang="en-US" altLang="ja-JP" sz="1400" dirty="0"/>
              <a:t>STEP4</a:t>
            </a:r>
            <a:r>
              <a:rPr lang="ja-JP" altLang="en-US" sz="1400" dirty="0"/>
              <a:t>と</a:t>
            </a:r>
            <a:r>
              <a:rPr lang="en-US" altLang="ja-JP" sz="1400" dirty="0"/>
              <a:t>STEP3</a:t>
            </a:r>
            <a:r>
              <a:rPr lang="ja-JP" altLang="en-US" sz="1400" dirty="0"/>
              <a:t>を繰り返す。</a:t>
            </a:r>
            <a:br>
              <a:rPr lang="en-US" altLang="ja-JP" sz="1400" dirty="0"/>
            </a:br>
            <a:r>
              <a:rPr lang="ja-JP" altLang="en-US" sz="1400" dirty="0"/>
              <a:t>区分・ラウンドが次に進むときは、</a:t>
            </a:r>
            <a:r>
              <a:rPr lang="en-US" altLang="ja-JP" sz="1400" dirty="0"/>
              <a:t>STEP4 -&gt; STEP2 -&gt; STEP3 </a:t>
            </a:r>
            <a:r>
              <a:rPr lang="ja-JP" altLang="en-US" sz="1400" dirty="0"/>
              <a:t>とする。</a:t>
            </a:r>
            <a:endParaRPr lang="en-US" altLang="ja-JP" sz="1400" dirty="0"/>
          </a:p>
          <a:p>
            <a:endParaRPr kumimoji="1" lang="en-US" altLang="ja-JP" sz="1400" dirty="0"/>
          </a:p>
          <a:p>
            <a:endParaRPr kumimoji="1" lang="ja-JP" altLang="en-US" sz="1400" dirty="0"/>
          </a:p>
        </p:txBody>
      </p:sp>
    </p:spTree>
    <p:extLst>
      <p:ext uri="{BB962C8B-B14F-4D97-AF65-F5344CB8AC3E}">
        <p14:creationId xmlns:p14="http://schemas.microsoft.com/office/powerpoint/2010/main" val="2602927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CC116D9-F131-0A6A-69EC-1A90182FBF1B}"/>
              </a:ext>
            </a:extLst>
          </p:cNvPr>
          <p:cNvSpPr txBox="1"/>
          <p:nvPr/>
        </p:nvSpPr>
        <p:spPr>
          <a:xfrm>
            <a:off x="290384" y="148281"/>
            <a:ext cx="10521778" cy="6555641"/>
          </a:xfrm>
          <a:prstGeom prst="rect">
            <a:avLst/>
          </a:prstGeom>
          <a:noFill/>
        </p:spPr>
        <p:txBody>
          <a:bodyPr wrap="square" rtlCol="0">
            <a:spAutoFit/>
          </a:bodyPr>
          <a:lstStyle/>
          <a:p>
            <a:r>
              <a:rPr lang="en-US" altLang="ja-JP" sz="1400" dirty="0"/>
              <a:t>DSP_PRG_005 </a:t>
            </a:r>
            <a:r>
              <a:rPr lang="ja-JP" altLang="en-US" sz="1400" dirty="0"/>
              <a:t>進行表示ヒート表</a:t>
            </a:r>
            <a:r>
              <a:rPr lang="en-US" altLang="ja-JP" sz="1400" dirty="0"/>
              <a:t>_</a:t>
            </a:r>
            <a:r>
              <a:rPr lang="ja-JP" altLang="en-US" sz="1400" dirty="0"/>
              <a:t>小　の仕様</a:t>
            </a:r>
            <a:endParaRPr lang="en-US" altLang="ja-JP" sz="1400" dirty="0"/>
          </a:p>
          <a:p>
            <a:endParaRPr lang="en-US" altLang="ja-JP" sz="1400" dirty="0"/>
          </a:p>
          <a:p>
            <a:r>
              <a:rPr lang="ja-JP" altLang="en-US" sz="1400" dirty="0"/>
              <a:t>　</a:t>
            </a:r>
            <a:r>
              <a:rPr lang="en-US" altLang="ja-JP" sz="1400" dirty="0"/>
              <a:t>COM001  </a:t>
            </a:r>
            <a:r>
              <a:rPr lang="ja-JP" altLang="en-US" sz="1400" dirty="0"/>
              <a:t>イメージを表示</a:t>
            </a:r>
            <a:endParaRPr lang="en-US" altLang="ja-JP" sz="1400" dirty="0"/>
          </a:p>
          <a:p>
            <a:r>
              <a:rPr lang="ja-JP" altLang="en-US" sz="1400" dirty="0"/>
              <a:t>　　　　　   </a:t>
            </a:r>
            <a:r>
              <a:rPr lang="en-US" altLang="ja-JP" sz="1400" dirty="0"/>
              <a:t>TB_</a:t>
            </a:r>
            <a:r>
              <a:rPr lang="ja-JP" altLang="en-US" sz="1400" dirty="0"/>
              <a:t>左上</a:t>
            </a:r>
            <a:r>
              <a:rPr lang="en-US" altLang="ja-JP" sz="1400" dirty="0"/>
              <a:t>1 </a:t>
            </a:r>
            <a:r>
              <a:rPr lang="ja-JP" altLang="en-US" sz="1400" dirty="0"/>
              <a:t>には、競技会名を表示</a:t>
            </a:r>
            <a:endParaRPr lang="en-US" altLang="ja-JP" sz="1400" dirty="0"/>
          </a:p>
          <a:p>
            <a:r>
              <a:rPr lang="ja-JP" altLang="en-US" sz="1400" dirty="0"/>
              <a:t>　　　　　　</a:t>
            </a:r>
            <a:r>
              <a:rPr lang="en-US" altLang="ja-JP" sz="1400" dirty="0"/>
              <a:t>TB_</a:t>
            </a:r>
            <a:r>
              <a:rPr lang="ja-JP" altLang="en-US" sz="1400" dirty="0"/>
              <a:t>左上</a:t>
            </a:r>
            <a:r>
              <a:rPr lang="en-US" altLang="ja-JP" sz="1400" dirty="0"/>
              <a:t>2 </a:t>
            </a:r>
            <a:r>
              <a:rPr lang="ja-JP" altLang="en-US" sz="1400" dirty="0"/>
              <a:t>には、現在の、進行番号＋区分名＋ラウンド名 を表示　例「</a:t>
            </a:r>
            <a:r>
              <a:rPr lang="en-US" altLang="ja-JP" sz="1400" dirty="0"/>
              <a:t>002</a:t>
            </a:r>
            <a:r>
              <a:rPr lang="ja-JP" altLang="en-US" sz="1400" dirty="0"/>
              <a:t>　</a:t>
            </a:r>
            <a:r>
              <a:rPr lang="en-US" altLang="ja-JP" sz="1400" dirty="0"/>
              <a:t>B</a:t>
            </a:r>
            <a:r>
              <a:rPr lang="ja-JP" altLang="en-US" sz="1400" dirty="0"/>
              <a:t>級戦スタンダード　１次予選」</a:t>
            </a:r>
            <a:endParaRPr lang="en-US" altLang="ja-JP" sz="1400" dirty="0"/>
          </a:p>
          <a:p>
            <a:r>
              <a:rPr lang="ja-JP" altLang="en-US" sz="1400" dirty="0"/>
              <a:t>    </a:t>
            </a:r>
            <a:r>
              <a:rPr lang="en-US" altLang="ja-JP" sz="1400" dirty="0"/>
              <a:t>COM002</a:t>
            </a:r>
            <a:r>
              <a:rPr lang="ja-JP" altLang="en-US" sz="1400" dirty="0"/>
              <a:t>  右上</a:t>
            </a:r>
            <a:r>
              <a:rPr lang="en-US" altLang="ja-JP" sz="1400" dirty="0"/>
              <a:t>01  </a:t>
            </a:r>
            <a:r>
              <a:rPr lang="ja-JP" altLang="en-US" sz="1400" dirty="0"/>
              <a:t>には、現在時刻を表示　「現在時刻　</a:t>
            </a:r>
            <a:r>
              <a:rPr lang="en-US" altLang="ja-JP" sz="1400" dirty="0"/>
              <a:t>12:59</a:t>
            </a:r>
            <a:r>
              <a:rPr lang="ja-JP" altLang="en-US" sz="1400" dirty="0"/>
              <a:t>」</a:t>
            </a:r>
            <a:endParaRPr lang="en-US" altLang="ja-JP" sz="1400" dirty="0"/>
          </a:p>
          <a:p>
            <a:r>
              <a:rPr lang="ja-JP" altLang="en-US" sz="1400" dirty="0"/>
              <a:t>　 </a:t>
            </a:r>
            <a:r>
              <a:rPr lang="en-US" altLang="ja-JP" sz="1400" dirty="0"/>
              <a:t>COM003</a:t>
            </a:r>
            <a:r>
              <a:rPr lang="ja-JP" altLang="en-US" sz="1400" dirty="0"/>
              <a:t>  右上</a:t>
            </a:r>
            <a:r>
              <a:rPr lang="en-US" altLang="ja-JP" sz="1400" dirty="0"/>
              <a:t>02 </a:t>
            </a:r>
            <a:r>
              <a:rPr lang="ja-JP" altLang="en-US" sz="1400" dirty="0"/>
              <a:t>には、該当区分・ラウンド・種目</a:t>
            </a:r>
            <a:r>
              <a:rPr lang="en-US" altLang="ja-JP" sz="1400" dirty="0"/>
              <a:t>GRP</a:t>
            </a:r>
            <a:r>
              <a:rPr lang="ja-JP" altLang="en-US" sz="1400" dirty="0"/>
              <a:t>の種目記号を表示。現在種目は赤色で、それ以外は白色で表示。例「</a:t>
            </a:r>
            <a:r>
              <a:rPr lang="en-US" altLang="ja-JP" sz="1400" dirty="0"/>
              <a:t>W </a:t>
            </a:r>
            <a:r>
              <a:rPr lang="en-US" altLang="ja-JP" sz="1400" dirty="0">
                <a:solidFill>
                  <a:srgbClr val="FF0000"/>
                </a:solidFill>
              </a:rPr>
              <a:t>T</a:t>
            </a:r>
            <a:r>
              <a:rPr lang="en-US" altLang="ja-JP" sz="1400" dirty="0"/>
              <a:t> V F Q</a:t>
            </a:r>
            <a:r>
              <a:rPr lang="ja-JP" altLang="en-US" sz="1400" dirty="0"/>
              <a:t>」</a:t>
            </a:r>
            <a:endParaRPr lang="en-US" altLang="ja-JP" sz="1400" dirty="0"/>
          </a:p>
          <a:p>
            <a:endParaRPr lang="en-US" altLang="ja-JP" sz="1400" dirty="0"/>
          </a:p>
          <a:p>
            <a:r>
              <a:rPr lang="en-US" altLang="ja-JP" sz="1400" dirty="0"/>
              <a:t>     LB_</a:t>
            </a:r>
            <a:r>
              <a:rPr lang="ja-JP" altLang="en-US" sz="1400" dirty="0"/>
              <a:t>現</a:t>
            </a:r>
            <a:r>
              <a:rPr lang="en-US" altLang="ja-JP" sz="1400" dirty="0"/>
              <a:t>  </a:t>
            </a:r>
            <a:r>
              <a:rPr lang="ja-JP" altLang="en-US" sz="1400" dirty="0"/>
              <a:t>には現在の種目記号とヒート番号を表示　例「現在　</a:t>
            </a:r>
            <a:r>
              <a:rPr lang="en-US" altLang="ja-JP" sz="1400" dirty="0"/>
              <a:t>W</a:t>
            </a:r>
            <a:r>
              <a:rPr lang="ja-JP" altLang="en-US" sz="1400" dirty="0"/>
              <a:t>　</a:t>
            </a:r>
            <a:r>
              <a:rPr lang="en-US" altLang="ja-JP" sz="1400" dirty="0"/>
              <a:t>2H</a:t>
            </a:r>
            <a:r>
              <a:rPr lang="ja-JP" altLang="en-US" sz="1400" dirty="0"/>
              <a:t>」</a:t>
            </a:r>
            <a:endParaRPr lang="en-US" altLang="ja-JP" sz="1400" dirty="0"/>
          </a:p>
          <a:p>
            <a:r>
              <a:rPr lang="en-US" altLang="ja-JP" sz="1400" dirty="0"/>
              <a:t>Q</a:t>
            </a:r>
            <a:r>
              <a:rPr lang="ja-JP" altLang="en-US" sz="1400" dirty="0"/>
              <a:t>」</a:t>
            </a:r>
            <a:endParaRPr lang="en-US" altLang="ja-JP" sz="1400" dirty="0"/>
          </a:p>
          <a:p>
            <a:r>
              <a:rPr lang="en-US" altLang="ja-JP" sz="1400" dirty="0"/>
              <a:t>    LB_</a:t>
            </a:r>
            <a:r>
              <a:rPr lang="ja-JP" altLang="en-US" sz="1400" dirty="0"/>
              <a:t>次　には次のヒートの種目記号とヒート番号を表示。例「</a:t>
            </a:r>
            <a:r>
              <a:rPr lang="en-US" altLang="ja-JP" sz="1400" dirty="0"/>
              <a:t>Next</a:t>
            </a:r>
            <a:r>
              <a:rPr lang="ja-JP" altLang="en-US" sz="1400" dirty="0"/>
              <a:t>　</a:t>
            </a:r>
            <a:r>
              <a:rPr lang="en-US" altLang="ja-JP" sz="1400" dirty="0"/>
              <a:t>W</a:t>
            </a:r>
            <a:r>
              <a:rPr lang="ja-JP" altLang="en-US" sz="1400" dirty="0"/>
              <a:t>　</a:t>
            </a:r>
            <a:r>
              <a:rPr lang="en-US" altLang="ja-JP" sz="1400" dirty="0"/>
              <a:t>3H</a:t>
            </a:r>
            <a:r>
              <a:rPr lang="ja-JP" altLang="en-US" sz="1400" dirty="0"/>
              <a:t>」</a:t>
            </a:r>
            <a:endParaRPr lang="en-US" altLang="ja-JP" sz="1400" dirty="0"/>
          </a:p>
          <a:p>
            <a:endParaRPr lang="en-US" altLang="ja-JP" sz="1400" dirty="0"/>
          </a:p>
          <a:p>
            <a:r>
              <a:rPr lang="en-US" altLang="ja-JP" sz="1400" dirty="0"/>
              <a:t> </a:t>
            </a:r>
            <a:r>
              <a:rPr lang="ja-JP" altLang="en-US" sz="1400" dirty="0"/>
              <a:t>　</a:t>
            </a:r>
            <a:r>
              <a:rPr lang="en-US" altLang="ja-JP" sz="1400" dirty="0"/>
              <a:t>LB_</a:t>
            </a:r>
            <a:r>
              <a:rPr lang="ja-JP" altLang="en-US" sz="1400" dirty="0"/>
              <a:t>明細</a:t>
            </a:r>
            <a:r>
              <a:rPr lang="en-US" altLang="ja-JP" sz="1400" dirty="0"/>
              <a:t>_</a:t>
            </a:r>
            <a:r>
              <a:rPr lang="ja-JP" altLang="en-US" sz="1400" dirty="0"/>
              <a:t>現  には、該当ヒートの各背番号の間に半角ブランクを</a:t>
            </a:r>
            <a:r>
              <a:rPr lang="en-US" altLang="ja-JP" sz="1400" dirty="0"/>
              <a:t>2</a:t>
            </a:r>
            <a:r>
              <a:rPr lang="ja-JP" altLang="en-US" sz="1400" dirty="0"/>
              <a:t>つ入れて表示する。枠をはみ出す場合には、２行目を使う。</a:t>
            </a:r>
            <a:br>
              <a:rPr lang="en-US" altLang="ja-JP" sz="1400" dirty="0"/>
            </a:br>
            <a:r>
              <a:rPr lang="ja-JP" altLang="en-US" sz="1400" dirty="0"/>
              <a:t>　</a:t>
            </a:r>
            <a:r>
              <a:rPr lang="en-US" altLang="ja-JP" sz="1400" dirty="0"/>
              <a:t>1</a:t>
            </a:r>
            <a:r>
              <a:rPr lang="ja-JP" altLang="en-US" sz="1400" dirty="0"/>
              <a:t>行で収まる場合には、</a:t>
            </a:r>
            <a:r>
              <a:rPr lang="en-US" altLang="ja-JP" sz="1400" dirty="0"/>
              <a:t>2</a:t>
            </a:r>
            <a:r>
              <a:rPr lang="ja-JP" altLang="en-US" sz="1400" dirty="0"/>
              <a:t>行目は表示しない。</a:t>
            </a:r>
            <a:endParaRPr lang="en-US" altLang="ja-JP" sz="1400" dirty="0"/>
          </a:p>
          <a:p>
            <a:r>
              <a:rPr lang="ja-JP" altLang="en-US" sz="1400" dirty="0"/>
              <a:t>　</a:t>
            </a:r>
            <a:endParaRPr lang="en-US" altLang="ja-JP" sz="1400" dirty="0"/>
          </a:p>
          <a:p>
            <a:r>
              <a:rPr lang="ja-JP" altLang="en-US" sz="1400" dirty="0"/>
              <a:t>　 </a:t>
            </a:r>
            <a:r>
              <a:rPr lang="en-US" altLang="ja-JP" sz="1400" dirty="0"/>
              <a:t>LB_</a:t>
            </a:r>
            <a:r>
              <a:rPr lang="ja-JP" altLang="en-US" sz="1400" dirty="0"/>
              <a:t>明細</a:t>
            </a:r>
            <a:r>
              <a:rPr lang="en-US" altLang="ja-JP" sz="1400" dirty="0"/>
              <a:t>_</a:t>
            </a:r>
            <a:r>
              <a:rPr lang="ja-JP" altLang="en-US" sz="1400" dirty="0"/>
              <a:t>次も、</a:t>
            </a:r>
            <a:r>
              <a:rPr lang="en-US" altLang="ja-JP" sz="1400" dirty="0"/>
              <a:t>LB_</a:t>
            </a:r>
            <a:r>
              <a:rPr lang="ja-JP" altLang="en-US" sz="1400" dirty="0"/>
              <a:t>明細</a:t>
            </a:r>
            <a:r>
              <a:rPr lang="en-US" altLang="ja-JP" sz="1400" dirty="0"/>
              <a:t>_</a:t>
            </a:r>
            <a:r>
              <a:rPr lang="ja-JP" altLang="en-US" sz="1400" dirty="0"/>
              <a:t>現 と同様に該当ヒートの背番号を表示する。</a:t>
            </a:r>
            <a:r>
              <a:rPr lang="en-US" altLang="ja-JP" sz="1400" dirty="0"/>
              <a:t>2</a:t>
            </a:r>
            <a:r>
              <a:rPr lang="ja-JP" altLang="en-US" sz="1400" dirty="0"/>
              <a:t>行目の扱いも同じ。</a:t>
            </a:r>
            <a:endParaRPr lang="en-US" altLang="ja-JP" sz="1400" dirty="0"/>
          </a:p>
          <a:p>
            <a:endParaRPr kumimoji="1" lang="en-US" altLang="ja-JP" sz="1400" dirty="0"/>
          </a:p>
          <a:p>
            <a:endParaRPr lang="en-US" altLang="ja-JP" sz="1400" dirty="0"/>
          </a:p>
          <a:p>
            <a:r>
              <a:rPr lang="en-US" altLang="ja-JP" sz="1400" dirty="0"/>
              <a:t>STEP1</a:t>
            </a:r>
            <a:r>
              <a:rPr lang="ja-JP" altLang="en-US" sz="1400" dirty="0"/>
              <a:t>では、</a:t>
            </a:r>
            <a:r>
              <a:rPr lang="en-US" altLang="ja-JP" sz="1400" dirty="0"/>
              <a:t>COM001,COM002, COM003 </a:t>
            </a:r>
            <a:r>
              <a:rPr lang="ja-JP" altLang="en-US" sz="1400" dirty="0"/>
              <a:t>を表示</a:t>
            </a:r>
            <a:endParaRPr lang="en-US" altLang="ja-JP" sz="1400" dirty="0"/>
          </a:p>
          <a:p>
            <a:r>
              <a:rPr lang="en-US" altLang="ja-JP" sz="1400" dirty="0"/>
              <a:t>STEP2</a:t>
            </a:r>
            <a:r>
              <a:rPr lang="ja-JP" altLang="en-US" sz="1400" dirty="0"/>
              <a:t>では、</a:t>
            </a:r>
            <a:r>
              <a:rPr lang="en-US" altLang="ja-JP" sz="1400" dirty="0"/>
              <a:t> IM_</a:t>
            </a:r>
            <a:r>
              <a:rPr lang="ja-JP" altLang="en-US" sz="1400" dirty="0"/>
              <a:t>現、</a:t>
            </a:r>
            <a:r>
              <a:rPr lang="en-US" altLang="ja-JP" sz="1400" dirty="0"/>
              <a:t>LB_</a:t>
            </a:r>
            <a:r>
              <a:rPr lang="ja-JP" altLang="en-US" sz="1400" dirty="0"/>
              <a:t>現、</a:t>
            </a:r>
            <a:r>
              <a:rPr lang="en-US" altLang="ja-JP" sz="1400" dirty="0"/>
              <a:t>IM_</a:t>
            </a:r>
            <a:r>
              <a:rPr lang="ja-JP" altLang="en-US" sz="1400" dirty="0"/>
              <a:t>次、</a:t>
            </a:r>
            <a:r>
              <a:rPr lang="en-US" altLang="ja-JP" sz="1400" dirty="0"/>
              <a:t>LB_</a:t>
            </a:r>
            <a:r>
              <a:rPr lang="ja-JP" altLang="en-US" sz="1400" dirty="0"/>
              <a:t>次を表示。</a:t>
            </a:r>
            <a:endParaRPr lang="en-US" altLang="ja-JP" sz="1400" dirty="0"/>
          </a:p>
          <a:p>
            <a:r>
              <a:rPr lang="en-US" altLang="ja-JP" sz="1400" dirty="0"/>
              <a:t>STEP3</a:t>
            </a:r>
            <a:r>
              <a:rPr lang="ja-JP" altLang="en-US" sz="1400" dirty="0"/>
              <a:t>で、対象の</a:t>
            </a:r>
            <a:r>
              <a:rPr lang="en-US" altLang="ja-JP" sz="1400" dirty="0"/>
              <a:t>IM_</a:t>
            </a:r>
            <a:r>
              <a:rPr lang="ja-JP" altLang="en-US" sz="1400" dirty="0"/>
              <a:t>明細</a:t>
            </a:r>
            <a:r>
              <a:rPr lang="en-US" altLang="ja-JP" sz="1400" dirty="0"/>
              <a:t>_</a:t>
            </a:r>
            <a:r>
              <a:rPr lang="ja-JP" altLang="en-US" sz="1400" dirty="0"/>
              <a:t>現、</a:t>
            </a:r>
            <a:r>
              <a:rPr lang="en-US" altLang="ja-JP" sz="1400" dirty="0"/>
              <a:t> LB_</a:t>
            </a:r>
            <a:r>
              <a:rPr lang="ja-JP" altLang="en-US" sz="1400" dirty="0"/>
              <a:t>明細</a:t>
            </a:r>
            <a:r>
              <a:rPr lang="en-US" altLang="ja-JP" sz="1400" dirty="0"/>
              <a:t>_</a:t>
            </a:r>
            <a:r>
              <a:rPr lang="ja-JP" altLang="en-US" sz="1400" dirty="0"/>
              <a:t>現、</a:t>
            </a:r>
            <a:r>
              <a:rPr lang="en-US" altLang="ja-JP" sz="1400" dirty="0"/>
              <a:t> IM_</a:t>
            </a:r>
            <a:r>
              <a:rPr lang="ja-JP" altLang="en-US" sz="1400" dirty="0"/>
              <a:t>明細</a:t>
            </a:r>
            <a:r>
              <a:rPr lang="en-US" altLang="ja-JP" sz="1400" dirty="0"/>
              <a:t>_</a:t>
            </a:r>
            <a:r>
              <a:rPr lang="ja-JP" altLang="en-US" sz="1400" dirty="0"/>
              <a:t>次、</a:t>
            </a:r>
            <a:r>
              <a:rPr lang="en-US" altLang="ja-JP" sz="1400" dirty="0"/>
              <a:t> LB_</a:t>
            </a:r>
            <a:r>
              <a:rPr lang="ja-JP" altLang="en-US" sz="1400" dirty="0"/>
              <a:t>明細</a:t>
            </a:r>
            <a:r>
              <a:rPr lang="en-US" altLang="ja-JP" sz="1400" dirty="0"/>
              <a:t>_</a:t>
            </a:r>
            <a:r>
              <a:rPr lang="ja-JP" altLang="en-US" sz="1400" dirty="0"/>
              <a:t>次を表示</a:t>
            </a:r>
            <a:endParaRPr lang="en-US" altLang="ja-JP" sz="1400" dirty="0"/>
          </a:p>
          <a:p>
            <a:r>
              <a:rPr lang="en-US" altLang="ja-JP" sz="1400" dirty="0"/>
              <a:t>STEP4</a:t>
            </a:r>
            <a:r>
              <a:rPr lang="ja-JP" altLang="en-US" sz="1400" dirty="0"/>
              <a:t>で、</a:t>
            </a:r>
            <a:r>
              <a:rPr lang="en-US" altLang="ja-JP" sz="1400" dirty="0"/>
              <a:t>STEP3</a:t>
            </a:r>
            <a:r>
              <a:rPr lang="ja-JP" altLang="en-US" sz="1400" dirty="0"/>
              <a:t>で表示したものを非表示</a:t>
            </a:r>
            <a:endParaRPr lang="en-US" altLang="ja-JP" sz="1400" dirty="0"/>
          </a:p>
          <a:p>
            <a:r>
              <a:rPr lang="en-US" altLang="ja-JP" sz="1400" dirty="0"/>
              <a:t>STEP5</a:t>
            </a:r>
            <a:r>
              <a:rPr lang="ja-JP" altLang="en-US" sz="1400" dirty="0"/>
              <a:t>は、</a:t>
            </a:r>
            <a:r>
              <a:rPr lang="en-US" altLang="ja-JP" sz="1400" dirty="0"/>
              <a:t>STEP2</a:t>
            </a:r>
            <a:r>
              <a:rPr lang="ja-JP" altLang="en-US" sz="1400" dirty="0"/>
              <a:t>で表示したものを非表示。</a:t>
            </a:r>
            <a:br>
              <a:rPr lang="en-US" altLang="ja-JP" sz="1400" dirty="0"/>
            </a:br>
            <a:br>
              <a:rPr lang="en-US" altLang="ja-JP" sz="1400" dirty="0"/>
            </a:br>
            <a:r>
              <a:rPr lang="en-US" altLang="ja-JP" sz="1400" dirty="0"/>
              <a:t>STEP3</a:t>
            </a:r>
            <a:r>
              <a:rPr lang="ja-JP" altLang="en-US" sz="1400" dirty="0"/>
              <a:t>を表示したあと、次のヒートに進むときは、</a:t>
            </a:r>
            <a:r>
              <a:rPr lang="en-US" altLang="ja-JP" sz="1400" dirty="0"/>
              <a:t>STEP4-</a:t>
            </a:r>
            <a:r>
              <a:rPr lang="ja-JP" altLang="en-US" sz="1400" dirty="0"/>
              <a:t>＞</a:t>
            </a:r>
            <a:r>
              <a:rPr lang="en-US" altLang="ja-JP" sz="1400" dirty="0"/>
              <a:t>STEP1-&gt;STEP2-&gt;STEP3 </a:t>
            </a:r>
            <a:r>
              <a:rPr lang="ja-JP" altLang="en-US" sz="1400" dirty="0"/>
              <a:t>を表示する。</a:t>
            </a:r>
            <a:endParaRPr lang="en-US" altLang="ja-JP" sz="1400" dirty="0"/>
          </a:p>
          <a:p>
            <a:r>
              <a:rPr lang="ja-JP" altLang="en-US" sz="1400" dirty="0"/>
              <a:t>この画面を表示しない時は、</a:t>
            </a:r>
            <a:r>
              <a:rPr lang="en-US" altLang="ja-JP" sz="1400" dirty="0"/>
              <a:t>STEP5</a:t>
            </a:r>
            <a:r>
              <a:rPr lang="ja-JP" altLang="en-US" sz="1400" dirty="0"/>
              <a:t>を実行する。</a:t>
            </a:r>
            <a:br>
              <a:rPr lang="en-US" altLang="ja-JP" sz="1400" dirty="0"/>
            </a:br>
            <a:endParaRPr lang="en-US" altLang="ja-JP" sz="1400" dirty="0"/>
          </a:p>
          <a:p>
            <a:endParaRPr kumimoji="1" lang="en-US" altLang="ja-JP" sz="1400" dirty="0"/>
          </a:p>
          <a:p>
            <a:endParaRPr kumimoji="1" lang="ja-JP" altLang="en-US" sz="1400" dirty="0"/>
          </a:p>
        </p:txBody>
      </p:sp>
    </p:spTree>
    <p:extLst>
      <p:ext uri="{BB962C8B-B14F-4D97-AF65-F5344CB8AC3E}">
        <p14:creationId xmlns:p14="http://schemas.microsoft.com/office/powerpoint/2010/main" val="1521180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CC116D9-F131-0A6A-69EC-1A90182FBF1B}"/>
              </a:ext>
            </a:extLst>
          </p:cNvPr>
          <p:cNvSpPr txBox="1"/>
          <p:nvPr/>
        </p:nvSpPr>
        <p:spPr>
          <a:xfrm>
            <a:off x="290384" y="148281"/>
            <a:ext cx="10521778" cy="7632859"/>
          </a:xfrm>
          <a:prstGeom prst="rect">
            <a:avLst/>
          </a:prstGeom>
          <a:noFill/>
        </p:spPr>
        <p:txBody>
          <a:bodyPr wrap="square" rtlCol="0">
            <a:spAutoFit/>
          </a:bodyPr>
          <a:lstStyle/>
          <a:p>
            <a:r>
              <a:rPr lang="en-US" altLang="ja-JP" sz="1400" dirty="0"/>
              <a:t>DSP_PRG_006 </a:t>
            </a:r>
            <a:r>
              <a:rPr lang="ja-JP" altLang="en-US" sz="1400" dirty="0"/>
              <a:t>決勝進出者</a:t>
            </a:r>
            <a:r>
              <a:rPr lang="en-US" altLang="ja-JP" sz="1400" dirty="0"/>
              <a:t>_</a:t>
            </a:r>
            <a:r>
              <a:rPr lang="ja-JP" altLang="en-US" sz="1400" dirty="0"/>
              <a:t>大　の仕様</a:t>
            </a:r>
            <a:endParaRPr lang="en-US" altLang="ja-JP" sz="1400" dirty="0"/>
          </a:p>
          <a:p>
            <a:endParaRPr lang="en-US" altLang="ja-JP" sz="1400" dirty="0"/>
          </a:p>
          <a:p>
            <a:r>
              <a:rPr lang="ja-JP" altLang="en-US" sz="1400" dirty="0"/>
              <a:t>　</a:t>
            </a:r>
            <a:r>
              <a:rPr lang="en-US" altLang="ja-JP" sz="1400" dirty="0"/>
              <a:t>COM001  </a:t>
            </a:r>
            <a:r>
              <a:rPr lang="ja-JP" altLang="en-US" sz="1400" dirty="0"/>
              <a:t>イメージを表示</a:t>
            </a:r>
            <a:endParaRPr lang="en-US" altLang="ja-JP" sz="1400" dirty="0"/>
          </a:p>
          <a:p>
            <a:r>
              <a:rPr lang="ja-JP" altLang="en-US" sz="1400" dirty="0"/>
              <a:t>　　　　　   </a:t>
            </a:r>
            <a:r>
              <a:rPr lang="en-US" altLang="ja-JP" sz="1400" dirty="0"/>
              <a:t>TB_</a:t>
            </a:r>
            <a:r>
              <a:rPr lang="ja-JP" altLang="en-US" sz="1400" dirty="0"/>
              <a:t>左上</a:t>
            </a:r>
            <a:r>
              <a:rPr lang="en-US" altLang="ja-JP" sz="1400" dirty="0"/>
              <a:t>1 </a:t>
            </a:r>
            <a:r>
              <a:rPr lang="ja-JP" altLang="en-US" sz="1400" dirty="0"/>
              <a:t>には、競技会名を表示</a:t>
            </a:r>
            <a:endParaRPr lang="en-US" altLang="ja-JP" sz="1400" dirty="0"/>
          </a:p>
          <a:p>
            <a:r>
              <a:rPr lang="ja-JP" altLang="en-US" sz="1400" dirty="0"/>
              <a:t>　　　　　　</a:t>
            </a:r>
            <a:r>
              <a:rPr lang="en-US" altLang="ja-JP" sz="1400" dirty="0"/>
              <a:t>TB_</a:t>
            </a:r>
            <a:r>
              <a:rPr lang="ja-JP" altLang="en-US" sz="1400" dirty="0"/>
              <a:t>左上</a:t>
            </a:r>
            <a:r>
              <a:rPr lang="en-US" altLang="ja-JP" sz="1400" dirty="0"/>
              <a:t>2 </a:t>
            </a:r>
            <a:r>
              <a:rPr lang="ja-JP" altLang="en-US" sz="1400" dirty="0"/>
              <a:t>には、現在の、進行番号＋区分名＋ラウンド名 を表示　例「</a:t>
            </a:r>
            <a:r>
              <a:rPr lang="en-US" altLang="ja-JP" sz="1400" dirty="0"/>
              <a:t>002</a:t>
            </a:r>
            <a:r>
              <a:rPr lang="ja-JP" altLang="en-US" sz="1400" dirty="0"/>
              <a:t>　</a:t>
            </a:r>
            <a:r>
              <a:rPr lang="en-US" altLang="ja-JP" sz="1400" dirty="0"/>
              <a:t>B</a:t>
            </a:r>
            <a:r>
              <a:rPr lang="ja-JP" altLang="en-US" sz="1400" dirty="0"/>
              <a:t>級戦スタンダード　決勝」</a:t>
            </a:r>
            <a:endParaRPr lang="en-US" altLang="ja-JP" sz="1400" dirty="0"/>
          </a:p>
          <a:p>
            <a:r>
              <a:rPr lang="ja-JP" altLang="en-US" sz="1400" dirty="0"/>
              <a:t>    </a:t>
            </a:r>
            <a:r>
              <a:rPr lang="en-US" altLang="ja-JP" sz="1400" dirty="0"/>
              <a:t>COM002</a:t>
            </a:r>
            <a:r>
              <a:rPr lang="ja-JP" altLang="en-US" sz="1400" dirty="0"/>
              <a:t>  右上</a:t>
            </a:r>
            <a:r>
              <a:rPr lang="en-US" altLang="ja-JP" sz="1400" dirty="0"/>
              <a:t>01  </a:t>
            </a:r>
            <a:r>
              <a:rPr lang="ja-JP" altLang="en-US" sz="1400" dirty="0"/>
              <a:t>には、現在時刻を表示　「現在時刻　</a:t>
            </a:r>
            <a:r>
              <a:rPr lang="en-US" altLang="ja-JP" sz="1400" dirty="0"/>
              <a:t>12:59</a:t>
            </a:r>
            <a:r>
              <a:rPr lang="ja-JP" altLang="en-US" sz="1400" dirty="0"/>
              <a:t>」</a:t>
            </a:r>
            <a:endParaRPr lang="en-US" altLang="ja-JP" sz="1400" dirty="0"/>
          </a:p>
          <a:p>
            <a:r>
              <a:rPr lang="ja-JP" altLang="en-US" sz="1400" dirty="0"/>
              <a:t>　 </a:t>
            </a:r>
            <a:r>
              <a:rPr lang="en-US" altLang="ja-JP" sz="1400" dirty="0"/>
              <a:t>COM003</a:t>
            </a:r>
            <a:r>
              <a:rPr lang="ja-JP" altLang="en-US" sz="1400" dirty="0"/>
              <a:t>  右上</a:t>
            </a:r>
            <a:r>
              <a:rPr lang="en-US" altLang="ja-JP" sz="1400" dirty="0"/>
              <a:t>02 </a:t>
            </a:r>
            <a:r>
              <a:rPr lang="ja-JP" altLang="en-US" sz="1400" dirty="0"/>
              <a:t>には、該当区分・ラウンド・種目</a:t>
            </a:r>
            <a:r>
              <a:rPr lang="en-US" altLang="ja-JP" sz="1400" dirty="0"/>
              <a:t>GRP</a:t>
            </a:r>
            <a:r>
              <a:rPr lang="ja-JP" altLang="en-US" sz="1400" dirty="0"/>
              <a:t>の種目記号を表示。現在種目は赤色で、それ以外は白色で表示。例「</a:t>
            </a:r>
            <a:r>
              <a:rPr lang="en-US" altLang="ja-JP" sz="1400" dirty="0"/>
              <a:t>W </a:t>
            </a:r>
            <a:r>
              <a:rPr lang="en-US" altLang="ja-JP" sz="1400" dirty="0">
                <a:solidFill>
                  <a:srgbClr val="FF0000"/>
                </a:solidFill>
              </a:rPr>
              <a:t>T</a:t>
            </a:r>
            <a:r>
              <a:rPr lang="en-US" altLang="ja-JP" sz="1400" dirty="0"/>
              <a:t> V F Q</a:t>
            </a:r>
            <a:r>
              <a:rPr lang="ja-JP" altLang="en-US" sz="1400" dirty="0"/>
              <a:t>」</a:t>
            </a:r>
            <a:endParaRPr lang="en-US" altLang="ja-JP" sz="1400" dirty="0"/>
          </a:p>
          <a:p>
            <a:endParaRPr lang="en-US" altLang="ja-JP" sz="1400" dirty="0"/>
          </a:p>
          <a:p>
            <a:endParaRPr lang="en-US" altLang="ja-JP" sz="1400" dirty="0"/>
          </a:p>
          <a:p>
            <a:r>
              <a:rPr lang="ja-JP" altLang="en-US" sz="1400" dirty="0"/>
              <a:t>　</a:t>
            </a:r>
            <a:r>
              <a:rPr lang="en-US" altLang="ja-JP" sz="1400" dirty="0"/>
              <a:t>LB_</a:t>
            </a:r>
            <a:r>
              <a:rPr lang="ja-JP" altLang="en-US" sz="1400" dirty="0"/>
              <a:t>タイトル</a:t>
            </a:r>
            <a:r>
              <a:rPr lang="en-US" altLang="ja-JP" sz="1400" dirty="0"/>
              <a:t>1 </a:t>
            </a:r>
            <a:r>
              <a:rPr lang="ja-JP" altLang="en-US" sz="1400" dirty="0"/>
              <a:t>には、競技会名を表示</a:t>
            </a:r>
            <a:endParaRPr lang="en-US" altLang="ja-JP" sz="1400" dirty="0"/>
          </a:p>
          <a:p>
            <a:r>
              <a:rPr lang="ja-JP" altLang="en-US" sz="1400" dirty="0"/>
              <a:t>　</a:t>
            </a:r>
            <a:r>
              <a:rPr lang="en-US" altLang="ja-JP" sz="1400" dirty="0"/>
              <a:t>LB_</a:t>
            </a:r>
            <a:r>
              <a:rPr lang="ja-JP" altLang="en-US" sz="1400" dirty="0"/>
              <a:t>タイトル</a:t>
            </a:r>
            <a:r>
              <a:rPr lang="en-US" altLang="ja-JP" sz="1400" dirty="0"/>
              <a:t>2</a:t>
            </a:r>
            <a:r>
              <a:rPr lang="ja-JP" altLang="en-US" sz="1400" dirty="0"/>
              <a:t>には、区分名</a:t>
            </a:r>
            <a:r>
              <a:rPr lang="en-US" altLang="ja-JP" sz="1400" dirty="0"/>
              <a:t>+</a:t>
            </a:r>
            <a:r>
              <a:rPr lang="ja-JP" altLang="en-US" sz="1400" dirty="0"/>
              <a:t>ラウンド名を表示　例「全日本ダンススポーツ選手権スタンダード　決勝」</a:t>
            </a:r>
            <a:endParaRPr lang="en-US" altLang="ja-JP" sz="1400" dirty="0"/>
          </a:p>
          <a:p>
            <a:r>
              <a:rPr lang="ja-JP" altLang="en-US" sz="1400" dirty="0"/>
              <a:t>　</a:t>
            </a:r>
            <a:r>
              <a:rPr lang="en-US" altLang="ja-JP" sz="1400" dirty="0"/>
              <a:t>LB_</a:t>
            </a:r>
            <a:r>
              <a:rPr lang="ja-JP" altLang="en-US" sz="1400" dirty="0"/>
              <a:t>タイトル</a:t>
            </a:r>
            <a:r>
              <a:rPr lang="en-US" altLang="ja-JP" sz="1400" dirty="0"/>
              <a:t>3</a:t>
            </a:r>
            <a:r>
              <a:rPr lang="ja-JP" altLang="en-US" sz="1400" dirty="0"/>
              <a:t>には、ラウンドが決勝の場合は「決勝進出者」と表示。それ以外は「出場選手一覧」と表示</a:t>
            </a:r>
            <a:endParaRPr lang="en-US" altLang="ja-JP" sz="1400" dirty="0"/>
          </a:p>
          <a:p>
            <a:r>
              <a:rPr lang="ja-JP" altLang="en-US" sz="1400" dirty="0"/>
              <a:t>　</a:t>
            </a:r>
            <a:r>
              <a:rPr lang="en-US" altLang="ja-JP" sz="1400" dirty="0"/>
              <a:t> LB_</a:t>
            </a:r>
            <a:r>
              <a:rPr lang="ja-JP" altLang="en-US" sz="1400" dirty="0"/>
              <a:t>タイトル</a:t>
            </a:r>
            <a:r>
              <a:rPr lang="en-US" altLang="ja-JP" sz="1400" dirty="0"/>
              <a:t>4</a:t>
            </a:r>
            <a:r>
              <a:rPr lang="ja-JP" altLang="en-US" sz="1400" dirty="0"/>
              <a:t>には、当画面に表示する選手の数を表示する。例 </a:t>
            </a:r>
            <a:r>
              <a:rPr lang="en-US" altLang="ja-JP" sz="1400" dirty="0"/>
              <a:t>1</a:t>
            </a:r>
            <a:r>
              <a:rPr lang="ja-JP" altLang="en-US" sz="1400" dirty="0"/>
              <a:t>番目から</a:t>
            </a:r>
            <a:r>
              <a:rPr lang="en-US" altLang="ja-JP" sz="1400" dirty="0"/>
              <a:t>10</a:t>
            </a:r>
            <a:r>
              <a:rPr lang="ja-JP" altLang="en-US" sz="1400" dirty="0"/>
              <a:t>番目を表示する場合は「</a:t>
            </a:r>
            <a:r>
              <a:rPr lang="en-US" altLang="ja-JP" sz="1400" dirty="0"/>
              <a:t>1 </a:t>
            </a:r>
            <a:r>
              <a:rPr lang="ja-JP" altLang="en-US" sz="1400" dirty="0"/>
              <a:t>～ </a:t>
            </a:r>
            <a:r>
              <a:rPr lang="en-US" altLang="ja-JP" sz="1400" dirty="0"/>
              <a:t>10</a:t>
            </a:r>
            <a:r>
              <a:rPr lang="ja-JP" altLang="en-US" sz="1400" dirty="0"/>
              <a:t>」</a:t>
            </a:r>
            <a:r>
              <a:rPr lang="en-US" altLang="ja-JP" sz="1400" dirty="0"/>
              <a:t>11</a:t>
            </a:r>
            <a:r>
              <a:rPr lang="ja-JP" altLang="en-US" sz="1400" dirty="0"/>
              <a:t>番目～</a:t>
            </a:r>
            <a:r>
              <a:rPr lang="en-US" altLang="ja-JP" sz="1400" dirty="0"/>
              <a:t>17</a:t>
            </a:r>
            <a:r>
              <a:rPr lang="ja-JP" altLang="en-US" sz="1400" dirty="0"/>
              <a:t>番目を表示する場合は「</a:t>
            </a:r>
            <a:r>
              <a:rPr lang="en-US" altLang="ja-JP" sz="1400" dirty="0"/>
              <a:t>11</a:t>
            </a:r>
            <a:r>
              <a:rPr lang="ja-JP" altLang="en-US" sz="1400" dirty="0"/>
              <a:t> ～ </a:t>
            </a:r>
            <a:r>
              <a:rPr lang="en-US" altLang="ja-JP" sz="1400" dirty="0"/>
              <a:t>17</a:t>
            </a:r>
            <a:r>
              <a:rPr lang="ja-JP" altLang="en-US" sz="1400" dirty="0"/>
              <a:t>」。ただし、</a:t>
            </a:r>
            <a:r>
              <a:rPr lang="en-US" altLang="ja-JP" sz="1400" dirty="0"/>
              <a:t>2</a:t>
            </a:r>
            <a:r>
              <a:rPr lang="ja-JP" altLang="en-US" sz="1400" dirty="0"/>
              <a:t>ページ目以降が不要な場合（</a:t>
            </a:r>
            <a:r>
              <a:rPr lang="en-US" altLang="ja-JP" sz="1400" dirty="0"/>
              <a:t>10</a:t>
            </a:r>
            <a:r>
              <a:rPr lang="ja-JP" altLang="en-US" sz="1400" dirty="0"/>
              <a:t>行で収まる場合）には、</a:t>
            </a:r>
            <a:r>
              <a:rPr lang="en-US" altLang="ja-JP" sz="1400" dirty="0"/>
              <a:t>LB_</a:t>
            </a:r>
            <a:r>
              <a:rPr lang="ja-JP" altLang="en-US" sz="1400" dirty="0"/>
              <a:t>タイトル</a:t>
            </a:r>
            <a:r>
              <a:rPr lang="en-US" altLang="ja-JP" sz="1400" dirty="0"/>
              <a:t>4</a:t>
            </a:r>
            <a:r>
              <a:rPr lang="ja-JP" altLang="en-US" sz="1400" dirty="0"/>
              <a:t>はブランクとする。</a:t>
            </a:r>
            <a:endParaRPr lang="en-US" altLang="ja-JP" sz="1400" dirty="0"/>
          </a:p>
          <a:p>
            <a:endParaRPr lang="en-US" altLang="ja-JP" sz="1400" dirty="0"/>
          </a:p>
          <a:p>
            <a:r>
              <a:rPr lang="ja-JP" altLang="en-US" sz="1400" dirty="0"/>
              <a:t>　出場選手を最大</a:t>
            </a:r>
            <a:r>
              <a:rPr lang="en-US" altLang="ja-JP" sz="1400" dirty="0"/>
              <a:t>10</a:t>
            </a:r>
            <a:r>
              <a:rPr lang="ja-JP" altLang="en-US" sz="1400" dirty="0"/>
              <a:t>行表示。</a:t>
            </a:r>
            <a:r>
              <a:rPr lang="en-US" altLang="ja-JP" sz="1400" dirty="0"/>
              <a:t>10</a:t>
            </a:r>
            <a:r>
              <a:rPr lang="ja-JP" altLang="en-US" sz="1400" dirty="0"/>
              <a:t>行以上になる場合は、</a:t>
            </a:r>
            <a:r>
              <a:rPr lang="en-US" altLang="ja-JP" sz="1400" dirty="0"/>
              <a:t>2</a:t>
            </a:r>
            <a:r>
              <a:rPr lang="ja-JP" altLang="en-US" sz="1400" dirty="0"/>
              <a:t>ページ目を用意。</a:t>
            </a:r>
            <a:endParaRPr lang="en-US" altLang="ja-JP" sz="1400" dirty="0"/>
          </a:p>
          <a:p>
            <a:r>
              <a:rPr lang="ja-JP" altLang="en-US" sz="1400" dirty="0"/>
              <a:t>　</a:t>
            </a:r>
            <a:r>
              <a:rPr lang="en-US" altLang="ja-JP" sz="1400" dirty="0"/>
              <a:t>LB_</a:t>
            </a:r>
            <a:r>
              <a:rPr lang="ja-JP" altLang="en-US" sz="1400" dirty="0"/>
              <a:t>結果</a:t>
            </a:r>
            <a:r>
              <a:rPr lang="en-US" altLang="ja-JP" sz="1400" dirty="0"/>
              <a:t>_</a:t>
            </a:r>
            <a:r>
              <a:rPr lang="ja-JP" altLang="en-US" sz="1400" dirty="0"/>
              <a:t>背番号には背番号</a:t>
            </a:r>
            <a:endParaRPr lang="en-US" altLang="ja-JP" sz="1400" dirty="0"/>
          </a:p>
          <a:p>
            <a:r>
              <a:rPr lang="ja-JP" altLang="en-US" sz="1400" dirty="0"/>
              <a:t>　</a:t>
            </a:r>
            <a:r>
              <a:rPr lang="en-US" altLang="ja-JP" sz="1400" dirty="0"/>
              <a:t>LB_</a:t>
            </a:r>
            <a:r>
              <a:rPr lang="ja-JP" altLang="en-US" sz="1400" dirty="0"/>
              <a:t>結果</a:t>
            </a:r>
            <a:r>
              <a:rPr lang="en-US" altLang="ja-JP" sz="1400" dirty="0"/>
              <a:t>_</a:t>
            </a:r>
            <a:r>
              <a:rPr lang="ja-JP" altLang="en-US" sz="1400" dirty="0"/>
              <a:t>選手名には、</a:t>
            </a:r>
            <a:r>
              <a:rPr lang="en-US" altLang="ja-JP" sz="1400" dirty="0"/>
              <a:t>L</a:t>
            </a:r>
            <a:r>
              <a:rPr lang="ja-JP" altLang="en-US" sz="1400" dirty="0"/>
              <a:t>表記名</a:t>
            </a:r>
            <a:r>
              <a:rPr lang="en-US" altLang="ja-JP" sz="1400" dirty="0"/>
              <a:t>+</a:t>
            </a:r>
            <a:r>
              <a:rPr lang="ja-JP" altLang="en-US" sz="1400" dirty="0"/>
              <a:t>“・”＋</a:t>
            </a:r>
            <a:r>
              <a:rPr lang="en-US" altLang="ja-JP" sz="1400" dirty="0"/>
              <a:t>P</a:t>
            </a:r>
            <a:r>
              <a:rPr lang="ja-JP" altLang="en-US" sz="1400" dirty="0"/>
              <a:t>表記名を表示。例「山田　太郎・加藤　花子」　</a:t>
            </a:r>
            <a:endParaRPr lang="en-US" altLang="ja-JP" sz="1400" dirty="0"/>
          </a:p>
          <a:p>
            <a:r>
              <a:rPr lang="ja-JP" altLang="en-US" sz="1400" dirty="0"/>
              <a:t>　</a:t>
            </a:r>
            <a:r>
              <a:rPr lang="en-US" altLang="ja-JP" sz="1400" dirty="0"/>
              <a:t>LB_</a:t>
            </a:r>
            <a:r>
              <a:rPr lang="ja-JP" altLang="en-US" sz="1400" dirty="0"/>
              <a:t>所属には、カップル所属名を表示するか、</a:t>
            </a:r>
            <a:r>
              <a:rPr lang="en-US" altLang="ja-JP" sz="1400" dirty="0"/>
              <a:t>L</a:t>
            </a:r>
            <a:r>
              <a:rPr lang="ja-JP" altLang="en-US" sz="1400" dirty="0"/>
              <a:t>所属名</a:t>
            </a:r>
            <a:r>
              <a:rPr lang="en-US" altLang="ja-JP" sz="1400" dirty="0"/>
              <a:t>+”/”+P</a:t>
            </a:r>
            <a:r>
              <a:rPr lang="ja-JP" altLang="en-US" sz="1400" dirty="0"/>
              <a:t>所属名 を表示する。</a:t>
            </a:r>
            <a:r>
              <a:rPr lang="en-US" altLang="ja-JP" sz="1400" dirty="0"/>
              <a:t>P</a:t>
            </a:r>
            <a:r>
              <a:rPr lang="ja-JP" altLang="en-US" sz="1400" dirty="0"/>
              <a:t>所属名がブランクの時は</a:t>
            </a:r>
            <a:r>
              <a:rPr lang="en-US" altLang="ja-JP" sz="1400" dirty="0"/>
              <a:t>L</a:t>
            </a:r>
            <a:r>
              <a:rPr lang="ja-JP" altLang="en-US" sz="1400" dirty="0"/>
              <a:t>所属名のみとする。どちらの表記にするかは、呼び出し元で指定可能とする。</a:t>
            </a:r>
            <a:endParaRPr lang="en-US" altLang="ja-JP" sz="1400" dirty="0"/>
          </a:p>
          <a:p>
            <a:r>
              <a:rPr lang="ja-JP" altLang="en-US" sz="1400" dirty="0"/>
              <a:t>　</a:t>
            </a:r>
            <a:endParaRPr kumimoji="1" lang="en-US" altLang="ja-JP" sz="1400" dirty="0"/>
          </a:p>
          <a:p>
            <a:endParaRPr lang="en-US" altLang="ja-JP" sz="1400" dirty="0"/>
          </a:p>
          <a:p>
            <a:r>
              <a:rPr lang="en-US" altLang="ja-JP" sz="1400" dirty="0"/>
              <a:t>STEP1</a:t>
            </a:r>
            <a:r>
              <a:rPr lang="ja-JP" altLang="en-US" sz="1400" dirty="0"/>
              <a:t>では、</a:t>
            </a:r>
            <a:r>
              <a:rPr lang="en-US" altLang="ja-JP" sz="1400" dirty="0"/>
              <a:t>COM001,COM002, COM003 </a:t>
            </a:r>
            <a:r>
              <a:rPr lang="ja-JP" altLang="en-US" sz="1400" dirty="0"/>
              <a:t>を表示</a:t>
            </a:r>
            <a:endParaRPr lang="en-US" altLang="ja-JP" sz="1400" dirty="0"/>
          </a:p>
          <a:p>
            <a:r>
              <a:rPr lang="en-US" altLang="ja-JP" sz="1400" dirty="0"/>
              <a:t>STEP2</a:t>
            </a:r>
            <a:r>
              <a:rPr lang="ja-JP" altLang="en-US" sz="1400" dirty="0"/>
              <a:t>では、</a:t>
            </a:r>
            <a:r>
              <a:rPr lang="en-US" altLang="ja-JP" sz="1400" dirty="0"/>
              <a:t> IM_</a:t>
            </a:r>
            <a:r>
              <a:rPr lang="ja-JP" altLang="en-US" sz="1400" dirty="0"/>
              <a:t>タイトル</a:t>
            </a:r>
            <a:r>
              <a:rPr lang="en-US" altLang="ja-JP" sz="1400" dirty="0"/>
              <a:t>1-3</a:t>
            </a:r>
            <a:r>
              <a:rPr lang="ja-JP" altLang="en-US" sz="1400" dirty="0"/>
              <a:t>、</a:t>
            </a:r>
            <a:r>
              <a:rPr lang="en-US" altLang="ja-JP" sz="1400" dirty="0"/>
              <a:t>LB_</a:t>
            </a:r>
            <a:r>
              <a:rPr lang="ja-JP" altLang="en-US" sz="1400" dirty="0"/>
              <a:t>タイトル</a:t>
            </a:r>
            <a:r>
              <a:rPr lang="en-US" altLang="ja-JP" sz="1400" dirty="0"/>
              <a:t>1-3</a:t>
            </a:r>
            <a:r>
              <a:rPr lang="ja-JP" altLang="en-US" sz="1400" dirty="0"/>
              <a:t>を表示</a:t>
            </a:r>
            <a:endParaRPr lang="en-US" altLang="ja-JP" sz="1400" dirty="0"/>
          </a:p>
          <a:p>
            <a:r>
              <a:rPr lang="en-US" altLang="ja-JP" sz="1400" dirty="0"/>
              <a:t>STEP3</a:t>
            </a:r>
            <a:r>
              <a:rPr lang="ja-JP" altLang="en-US" sz="1400" dirty="0"/>
              <a:t>で、</a:t>
            </a:r>
            <a:r>
              <a:rPr lang="en-US" altLang="ja-JP" sz="1400" dirty="0"/>
              <a:t>LB_</a:t>
            </a:r>
            <a:r>
              <a:rPr lang="ja-JP" altLang="en-US" sz="1400" dirty="0"/>
              <a:t>タイトル</a:t>
            </a:r>
            <a:r>
              <a:rPr lang="en-US" altLang="ja-JP" sz="1400" dirty="0"/>
              <a:t>_4</a:t>
            </a:r>
            <a:r>
              <a:rPr lang="ja-JP" altLang="en-US" sz="1400" dirty="0"/>
              <a:t>と、対象の</a:t>
            </a:r>
            <a:r>
              <a:rPr lang="en-US" altLang="ja-JP" sz="1400" dirty="0"/>
              <a:t>IM_</a:t>
            </a:r>
            <a:r>
              <a:rPr lang="ja-JP" altLang="en-US" sz="1400" dirty="0"/>
              <a:t>明細、</a:t>
            </a:r>
            <a:r>
              <a:rPr lang="en-US" altLang="ja-JP" sz="1400" dirty="0"/>
              <a:t> LB_</a:t>
            </a:r>
            <a:r>
              <a:rPr lang="ja-JP" altLang="en-US" sz="1400" dirty="0"/>
              <a:t>結果</a:t>
            </a:r>
            <a:r>
              <a:rPr lang="en-US" altLang="ja-JP" sz="1400" dirty="0"/>
              <a:t>_</a:t>
            </a:r>
            <a:r>
              <a:rPr lang="ja-JP" altLang="en-US" sz="1400" dirty="0"/>
              <a:t>背番号、</a:t>
            </a:r>
            <a:r>
              <a:rPr lang="en-US" altLang="ja-JP" sz="1400" dirty="0"/>
              <a:t> LB_</a:t>
            </a:r>
            <a:r>
              <a:rPr lang="ja-JP" altLang="en-US" sz="1400" dirty="0"/>
              <a:t>結果</a:t>
            </a:r>
            <a:r>
              <a:rPr lang="en-US" altLang="ja-JP" sz="1400" dirty="0"/>
              <a:t>_</a:t>
            </a:r>
            <a:r>
              <a:rPr lang="ja-JP" altLang="en-US" sz="1400" dirty="0"/>
              <a:t>選手名、</a:t>
            </a:r>
            <a:r>
              <a:rPr lang="en-US" altLang="ja-JP" sz="1400" dirty="0"/>
              <a:t> LB_</a:t>
            </a:r>
            <a:r>
              <a:rPr lang="ja-JP" altLang="en-US" sz="1400" dirty="0"/>
              <a:t>結果</a:t>
            </a:r>
            <a:r>
              <a:rPr lang="en-US" altLang="ja-JP" sz="1400" dirty="0"/>
              <a:t>_</a:t>
            </a:r>
            <a:r>
              <a:rPr lang="ja-JP" altLang="en-US" sz="1400" dirty="0"/>
              <a:t>所属名を表示</a:t>
            </a:r>
            <a:endParaRPr lang="en-US" altLang="ja-JP" sz="1400" dirty="0"/>
          </a:p>
          <a:p>
            <a:r>
              <a:rPr lang="en-US" altLang="ja-JP" sz="1400" dirty="0"/>
              <a:t>STEP4</a:t>
            </a:r>
            <a:r>
              <a:rPr lang="ja-JP" altLang="en-US" sz="1400" dirty="0"/>
              <a:t>で、</a:t>
            </a:r>
            <a:r>
              <a:rPr lang="en-US" altLang="ja-JP" sz="1400" dirty="0"/>
              <a:t>STEP3</a:t>
            </a:r>
            <a:r>
              <a:rPr lang="ja-JP" altLang="en-US" sz="1400" dirty="0"/>
              <a:t>で表示したものを非表示</a:t>
            </a:r>
            <a:endParaRPr lang="en-US" altLang="ja-JP" sz="1400" dirty="0"/>
          </a:p>
          <a:p>
            <a:r>
              <a:rPr lang="en-US" altLang="ja-JP" sz="1400" dirty="0"/>
              <a:t>STEP5</a:t>
            </a:r>
            <a:r>
              <a:rPr lang="ja-JP" altLang="en-US" sz="1400" dirty="0"/>
              <a:t>は、</a:t>
            </a:r>
            <a:r>
              <a:rPr lang="en-US" altLang="ja-JP" sz="1400" dirty="0"/>
              <a:t>STEP2</a:t>
            </a:r>
            <a:r>
              <a:rPr lang="ja-JP" altLang="en-US" sz="1400" dirty="0"/>
              <a:t>で表示したものを非表示。</a:t>
            </a:r>
            <a:br>
              <a:rPr lang="en-US" altLang="ja-JP" sz="1400" dirty="0"/>
            </a:br>
            <a:br>
              <a:rPr lang="en-US" altLang="ja-JP" sz="1400" dirty="0"/>
            </a:br>
            <a:r>
              <a:rPr lang="en-US" altLang="ja-JP" sz="1400" dirty="0"/>
              <a:t>STEP3</a:t>
            </a:r>
            <a:r>
              <a:rPr lang="ja-JP" altLang="en-US" sz="1400" dirty="0"/>
              <a:t>を表示したあと、次のヒートに進むときは、</a:t>
            </a:r>
            <a:r>
              <a:rPr lang="en-US" altLang="ja-JP" sz="1400" dirty="0"/>
              <a:t>STEP4-</a:t>
            </a:r>
            <a:r>
              <a:rPr lang="ja-JP" altLang="en-US" sz="1400" dirty="0"/>
              <a:t>＞</a:t>
            </a:r>
            <a:r>
              <a:rPr lang="en-US" altLang="ja-JP" sz="1400" dirty="0"/>
              <a:t>STEP3 </a:t>
            </a:r>
            <a:r>
              <a:rPr lang="ja-JP" altLang="en-US" sz="1400" dirty="0"/>
              <a:t>を表示する。</a:t>
            </a:r>
            <a:endParaRPr lang="en-US" altLang="ja-JP" sz="1400" dirty="0"/>
          </a:p>
          <a:p>
            <a:r>
              <a:rPr lang="ja-JP" altLang="en-US" sz="1400" dirty="0"/>
              <a:t>この画面を表示しない時は、</a:t>
            </a:r>
            <a:r>
              <a:rPr lang="en-US" altLang="ja-JP" sz="1400" dirty="0"/>
              <a:t> STEP4-</a:t>
            </a:r>
            <a:r>
              <a:rPr lang="ja-JP" altLang="en-US" sz="1400" dirty="0"/>
              <a:t>＞ </a:t>
            </a:r>
            <a:r>
              <a:rPr lang="en-US" altLang="ja-JP" sz="1400" dirty="0"/>
              <a:t>STEP5</a:t>
            </a:r>
            <a:r>
              <a:rPr lang="ja-JP" altLang="en-US" sz="1400" dirty="0"/>
              <a:t>を実行する。</a:t>
            </a:r>
            <a:br>
              <a:rPr lang="en-US" altLang="ja-JP" sz="1400" dirty="0"/>
            </a:br>
            <a:endParaRPr lang="en-US" altLang="ja-JP" sz="1400" dirty="0"/>
          </a:p>
          <a:p>
            <a:endParaRPr kumimoji="1" lang="en-US" altLang="ja-JP" sz="1400" dirty="0"/>
          </a:p>
          <a:p>
            <a:endParaRPr kumimoji="1" lang="ja-JP" altLang="en-US" sz="1400" dirty="0"/>
          </a:p>
        </p:txBody>
      </p:sp>
    </p:spTree>
    <p:extLst>
      <p:ext uri="{BB962C8B-B14F-4D97-AF65-F5344CB8AC3E}">
        <p14:creationId xmlns:p14="http://schemas.microsoft.com/office/powerpoint/2010/main" val="13309589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CC116D9-F131-0A6A-69EC-1A90182FBF1B}"/>
              </a:ext>
            </a:extLst>
          </p:cNvPr>
          <p:cNvSpPr txBox="1"/>
          <p:nvPr/>
        </p:nvSpPr>
        <p:spPr>
          <a:xfrm>
            <a:off x="290384" y="148281"/>
            <a:ext cx="10521778" cy="7848302"/>
          </a:xfrm>
          <a:prstGeom prst="rect">
            <a:avLst/>
          </a:prstGeom>
          <a:noFill/>
        </p:spPr>
        <p:txBody>
          <a:bodyPr wrap="square" rtlCol="0">
            <a:spAutoFit/>
          </a:bodyPr>
          <a:lstStyle/>
          <a:p>
            <a:r>
              <a:rPr lang="en-US" altLang="ja-JP" sz="1400" dirty="0"/>
              <a:t>DSP_PRG_007 </a:t>
            </a:r>
            <a:r>
              <a:rPr lang="ja-JP" altLang="en-US" sz="1400" dirty="0"/>
              <a:t>決勝進出者</a:t>
            </a:r>
            <a:r>
              <a:rPr lang="en-US" altLang="ja-JP" sz="1400" dirty="0"/>
              <a:t>_</a:t>
            </a:r>
            <a:r>
              <a:rPr lang="ja-JP" altLang="en-US" sz="1400" dirty="0"/>
              <a:t>小　の仕様</a:t>
            </a:r>
            <a:endParaRPr lang="en-US" altLang="ja-JP" sz="1400" dirty="0"/>
          </a:p>
          <a:p>
            <a:endParaRPr lang="en-US" altLang="ja-JP" sz="1400" dirty="0"/>
          </a:p>
          <a:p>
            <a:r>
              <a:rPr lang="ja-JP" altLang="en-US" sz="1400" dirty="0"/>
              <a:t>　</a:t>
            </a:r>
            <a:r>
              <a:rPr lang="en-US" altLang="ja-JP" sz="1400" dirty="0"/>
              <a:t>COM001  </a:t>
            </a:r>
            <a:r>
              <a:rPr lang="ja-JP" altLang="en-US" sz="1400" dirty="0"/>
              <a:t>イメージを表示</a:t>
            </a:r>
            <a:endParaRPr lang="en-US" altLang="ja-JP" sz="1400" dirty="0"/>
          </a:p>
          <a:p>
            <a:r>
              <a:rPr lang="ja-JP" altLang="en-US" sz="1400" dirty="0"/>
              <a:t>　　　　　   </a:t>
            </a:r>
            <a:r>
              <a:rPr lang="en-US" altLang="ja-JP" sz="1400" dirty="0"/>
              <a:t>TB_</a:t>
            </a:r>
            <a:r>
              <a:rPr lang="ja-JP" altLang="en-US" sz="1400" dirty="0"/>
              <a:t>左上</a:t>
            </a:r>
            <a:r>
              <a:rPr lang="en-US" altLang="ja-JP" sz="1400" dirty="0"/>
              <a:t>1 </a:t>
            </a:r>
            <a:r>
              <a:rPr lang="ja-JP" altLang="en-US" sz="1400" dirty="0"/>
              <a:t>には、競技会名を表示</a:t>
            </a:r>
            <a:endParaRPr lang="en-US" altLang="ja-JP" sz="1400" dirty="0"/>
          </a:p>
          <a:p>
            <a:r>
              <a:rPr lang="ja-JP" altLang="en-US" sz="1400" dirty="0"/>
              <a:t>　　　　　　</a:t>
            </a:r>
            <a:r>
              <a:rPr lang="en-US" altLang="ja-JP" sz="1400" dirty="0"/>
              <a:t>TB_</a:t>
            </a:r>
            <a:r>
              <a:rPr lang="ja-JP" altLang="en-US" sz="1400" dirty="0"/>
              <a:t>左上</a:t>
            </a:r>
            <a:r>
              <a:rPr lang="en-US" altLang="ja-JP" sz="1400" dirty="0"/>
              <a:t>2 </a:t>
            </a:r>
            <a:r>
              <a:rPr lang="ja-JP" altLang="en-US" sz="1400" dirty="0"/>
              <a:t>には、現在の、進行番号＋区分名＋ラウンド名 を表示　例「</a:t>
            </a:r>
            <a:r>
              <a:rPr lang="en-US" altLang="ja-JP" sz="1400" dirty="0"/>
              <a:t>002</a:t>
            </a:r>
            <a:r>
              <a:rPr lang="ja-JP" altLang="en-US" sz="1400" dirty="0"/>
              <a:t>　</a:t>
            </a:r>
            <a:r>
              <a:rPr lang="en-US" altLang="ja-JP" sz="1400" dirty="0"/>
              <a:t>B</a:t>
            </a:r>
            <a:r>
              <a:rPr lang="ja-JP" altLang="en-US" sz="1400" dirty="0"/>
              <a:t>級戦スタンダード　決勝」</a:t>
            </a:r>
            <a:endParaRPr lang="en-US" altLang="ja-JP" sz="1400" dirty="0"/>
          </a:p>
          <a:p>
            <a:r>
              <a:rPr lang="ja-JP" altLang="en-US" sz="1400" dirty="0"/>
              <a:t>    </a:t>
            </a:r>
            <a:r>
              <a:rPr lang="en-US" altLang="ja-JP" sz="1400" dirty="0"/>
              <a:t>COM002</a:t>
            </a:r>
            <a:r>
              <a:rPr lang="ja-JP" altLang="en-US" sz="1400" dirty="0"/>
              <a:t>  右上</a:t>
            </a:r>
            <a:r>
              <a:rPr lang="en-US" altLang="ja-JP" sz="1400" dirty="0"/>
              <a:t>01  </a:t>
            </a:r>
            <a:r>
              <a:rPr lang="ja-JP" altLang="en-US" sz="1400" dirty="0"/>
              <a:t>には、現在時刻を表示　「現在時刻　</a:t>
            </a:r>
            <a:r>
              <a:rPr lang="en-US" altLang="ja-JP" sz="1400" dirty="0"/>
              <a:t>12:59</a:t>
            </a:r>
            <a:r>
              <a:rPr lang="ja-JP" altLang="en-US" sz="1400" dirty="0"/>
              <a:t>」</a:t>
            </a:r>
            <a:endParaRPr lang="en-US" altLang="ja-JP" sz="1400" dirty="0"/>
          </a:p>
          <a:p>
            <a:r>
              <a:rPr lang="ja-JP" altLang="en-US" sz="1400" dirty="0"/>
              <a:t>　 </a:t>
            </a:r>
            <a:r>
              <a:rPr lang="en-US" altLang="ja-JP" sz="1400" dirty="0"/>
              <a:t>COM003</a:t>
            </a:r>
            <a:r>
              <a:rPr lang="ja-JP" altLang="en-US" sz="1400" dirty="0"/>
              <a:t>  右上</a:t>
            </a:r>
            <a:r>
              <a:rPr lang="en-US" altLang="ja-JP" sz="1400" dirty="0"/>
              <a:t>02 </a:t>
            </a:r>
            <a:r>
              <a:rPr lang="ja-JP" altLang="en-US" sz="1400" dirty="0"/>
              <a:t>には、該当区分・ラウンド・種目</a:t>
            </a:r>
            <a:r>
              <a:rPr lang="en-US" altLang="ja-JP" sz="1400" dirty="0"/>
              <a:t>GRP</a:t>
            </a:r>
            <a:r>
              <a:rPr lang="ja-JP" altLang="en-US" sz="1400" dirty="0"/>
              <a:t>の種目記号を表示。現在種目は赤色で、それ以外は白色で表示。例「</a:t>
            </a:r>
            <a:r>
              <a:rPr lang="en-US" altLang="ja-JP" sz="1400" dirty="0"/>
              <a:t>W </a:t>
            </a:r>
            <a:r>
              <a:rPr lang="en-US" altLang="ja-JP" sz="1400" dirty="0">
                <a:solidFill>
                  <a:srgbClr val="FF0000"/>
                </a:solidFill>
              </a:rPr>
              <a:t>T</a:t>
            </a:r>
            <a:r>
              <a:rPr lang="en-US" altLang="ja-JP" sz="1400" dirty="0"/>
              <a:t> V F Q</a:t>
            </a:r>
            <a:r>
              <a:rPr lang="ja-JP" altLang="en-US" sz="1400" dirty="0"/>
              <a:t>」</a:t>
            </a:r>
            <a:endParaRPr lang="en-US" altLang="ja-JP" sz="1400" dirty="0"/>
          </a:p>
          <a:p>
            <a:endParaRPr lang="en-US" altLang="ja-JP" sz="1400" dirty="0"/>
          </a:p>
          <a:p>
            <a:endParaRPr lang="en-US" altLang="ja-JP" sz="1400" dirty="0"/>
          </a:p>
          <a:p>
            <a:r>
              <a:rPr lang="ja-JP" altLang="en-US" sz="1400" dirty="0"/>
              <a:t>　</a:t>
            </a:r>
            <a:r>
              <a:rPr lang="en-US" altLang="ja-JP" sz="1400" dirty="0"/>
              <a:t>LB_</a:t>
            </a:r>
            <a:r>
              <a:rPr lang="ja-JP" altLang="en-US" sz="1400" dirty="0"/>
              <a:t>タイトル</a:t>
            </a:r>
            <a:r>
              <a:rPr lang="en-US" altLang="ja-JP" sz="1400" dirty="0"/>
              <a:t>1 </a:t>
            </a:r>
            <a:r>
              <a:rPr lang="ja-JP" altLang="en-US" sz="1400" dirty="0"/>
              <a:t>には、競技会名を表示</a:t>
            </a:r>
            <a:endParaRPr lang="en-US" altLang="ja-JP" sz="1400" dirty="0"/>
          </a:p>
          <a:p>
            <a:r>
              <a:rPr lang="ja-JP" altLang="en-US" sz="1400" dirty="0"/>
              <a:t>　</a:t>
            </a:r>
            <a:r>
              <a:rPr lang="en-US" altLang="ja-JP" sz="1400" dirty="0"/>
              <a:t>LB_</a:t>
            </a:r>
            <a:r>
              <a:rPr lang="ja-JP" altLang="en-US" sz="1400" dirty="0"/>
              <a:t>タイトル</a:t>
            </a:r>
            <a:r>
              <a:rPr lang="en-US" altLang="ja-JP" sz="1400" dirty="0"/>
              <a:t>2</a:t>
            </a:r>
            <a:r>
              <a:rPr lang="ja-JP" altLang="en-US" sz="1400" dirty="0"/>
              <a:t>には、区分名</a:t>
            </a:r>
            <a:r>
              <a:rPr lang="en-US" altLang="ja-JP" sz="1400" dirty="0"/>
              <a:t>+</a:t>
            </a:r>
            <a:r>
              <a:rPr lang="ja-JP" altLang="en-US" sz="1400" dirty="0"/>
              <a:t>ラウンド名を表示　例「全日本ダンススポーツ選手権スタンダード　決勝」</a:t>
            </a:r>
            <a:endParaRPr lang="en-US" altLang="ja-JP" sz="1400" dirty="0"/>
          </a:p>
          <a:p>
            <a:r>
              <a:rPr lang="ja-JP" altLang="en-US" sz="1400" dirty="0"/>
              <a:t>　</a:t>
            </a:r>
            <a:r>
              <a:rPr lang="en-US" altLang="ja-JP" sz="1400" dirty="0"/>
              <a:t>LB_</a:t>
            </a:r>
            <a:r>
              <a:rPr lang="ja-JP" altLang="en-US" sz="1400" dirty="0"/>
              <a:t>タイトル</a:t>
            </a:r>
            <a:r>
              <a:rPr lang="en-US" altLang="ja-JP" sz="1400" dirty="0"/>
              <a:t>3</a:t>
            </a:r>
            <a:r>
              <a:rPr lang="ja-JP" altLang="en-US" sz="1400" dirty="0"/>
              <a:t>には、ラウンドが決勝の場合は「決勝進出者」と表示。それ以外は「出場選手一覧」と表示</a:t>
            </a:r>
            <a:endParaRPr lang="en-US" altLang="ja-JP" sz="1400" dirty="0"/>
          </a:p>
          <a:p>
            <a:r>
              <a:rPr lang="ja-JP" altLang="en-US" sz="1400" dirty="0"/>
              <a:t>　</a:t>
            </a:r>
            <a:r>
              <a:rPr lang="en-US" altLang="ja-JP" sz="1400" dirty="0"/>
              <a:t> LB_</a:t>
            </a:r>
            <a:r>
              <a:rPr lang="ja-JP" altLang="en-US" sz="1400" dirty="0"/>
              <a:t>タイトル</a:t>
            </a:r>
            <a:r>
              <a:rPr lang="en-US" altLang="ja-JP" sz="1400" dirty="0"/>
              <a:t>4</a:t>
            </a:r>
            <a:r>
              <a:rPr lang="ja-JP" altLang="en-US" sz="1400" dirty="0"/>
              <a:t>には、当画面に表示する選手の数を表示する。例 </a:t>
            </a:r>
            <a:r>
              <a:rPr lang="en-US" altLang="ja-JP" sz="1400" dirty="0"/>
              <a:t>1</a:t>
            </a:r>
            <a:r>
              <a:rPr lang="ja-JP" altLang="en-US" sz="1400" dirty="0"/>
              <a:t>番目から</a:t>
            </a:r>
            <a:r>
              <a:rPr lang="en-US" altLang="ja-JP" sz="1400" dirty="0"/>
              <a:t>10</a:t>
            </a:r>
            <a:r>
              <a:rPr lang="ja-JP" altLang="en-US" sz="1400" dirty="0"/>
              <a:t>番目を表示する場合は「</a:t>
            </a:r>
            <a:r>
              <a:rPr lang="en-US" altLang="ja-JP" sz="1400" dirty="0"/>
              <a:t>1 </a:t>
            </a:r>
            <a:r>
              <a:rPr lang="ja-JP" altLang="en-US" sz="1400" dirty="0"/>
              <a:t>～ </a:t>
            </a:r>
            <a:r>
              <a:rPr lang="en-US" altLang="ja-JP" sz="1400" dirty="0"/>
              <a:t>10</a:t>
            </a:r>
            <a:r>
              <a:rPr lang="ja-JP" altLang="en-US" sz="1400" dirty="0"/>
              <a:t>」</a:t>
            </a:r>
            <a:r>
              <a:rPr lang="en-US" altLang="ja-JP" sz="1400" dirty="0"/>
              <a:t>11</a:t>
            </a:r>
            <a:r>
              <a:rPr lang="ja-JP" altLang="en-US" sz="1400" dirty="0"/>
              <a:t>番目～</a:t>
            </a:r>
            <a:r>
              <a:rPr lang="en-US" altLang="ja-JP" sz="1400" dirty="0"/>
              <a:t>17</a:t>
            </a:r>
            <a:r>
              <a:rPr lang="ja-JP" altLang="en-US" sz="1400" dirty="0"/>
              <a:t>番目を表示する場合は「</a:t>
            </a:r>
            <a:r>
              <a:rPr lang="en-US" altLang="ja-JP" sz="1400" dirty="0"/>
              <a:t>11</a:t>
            </a:r>
            <a:r>
              <a:rPr lang="ja-JP" altLang="en-US" sz="1400" dirty="0"/>
              <a:t> ～ </a:t>
            </a:r>
            <a:r>
              <a:rPr lang="en-US" altLang="ja-JP" sz="1400" dirty="0"/>
              <a:t>17</a:t>
            </a:r>
            <a:r>
              <a:rPr lang="ja-JP" altLang="en-US" sz="1400" dirty="0"/>
              <a:t>」。ただし、</a:t>
            </a:r>
            <a:r>
              <a:rPr lang="en-US" altLang="ja-JP" sz="1400" dirty="0"/>
              <a:t>2</a:t>
            </a:r>
            <a:r>
              <a:rPr lang="ja-JP" altLang="en-US" sz="1400" dirty="0"/>
              <a:t>ページ目以降が不要な場合（</a:t>
            </a:r>
            <a:r>
              <a:rPr lang="en-US" altLang="ja-JP" sz="1400" dirty="0"/>
              <a:t>10</a:t>
            </a:r>
            <a:r>
              <a:rPr lang="ja-JP" altLang="en-US" sz="1400" dirty="0"/>
              <a:t>行で収まる場合）には、</a:t>
            </a:r>
            <a:r>
              <a:rPr lang="en-US" altLang="ja-JP" sz="1400" dirty="0"/>
              <a:t>LB_</a:t>
            </a:r>
            <a:r>
              <a:rPr lang="ja-JP" altLang="en-US" sz="1400" dirty="0"/>
              <a:t>タイトル</a:t>
            </a:r>
            <a:r>
              <a:rPr lang="en-US" altLang="ja-JP" sz="1400" dirty="0"/>
              <a:t>4</a:t>
            </a:r>
            <a:r>
              <a:rPr lang="ja-JP" altLang="en-US" sz="1400" dirty="0"/>
              <a:t>はブランクとする。</a:t>
            </a:r>
            <a:endParaRPr lang="en-US" altLang="ja-JP" sz="1400" dirty="0"/>
          </a:p>
          <a:p>
            <a:endParaRPr lang="en-US" altLang="ja-JP" sz="1400" dirty="0"/>
          </a:p>
          <a:p>
            <a:r>
              <a:rPr lang="ja-JP" altLang="en-US" sz="1400" dirty="0"/>
              <a:t>　出場選手を最大</a:t>
            </a:r>
            <a:r>
              <a:rPr lang="en-US" altLang="ja-JP" sz="1400" dirty="0"/>
              <a:t>10</a:t>
            </a:r>
            <a:r>
              <a:rPr lang="ja-JP" altLang="en-US" sz="1400" dirty="0"/>
              <a:t>行表示。</a:t>
            </a:r>
            <a:r>
              <a:rPr lang="en-US" altLang="ja-JP" sz="1400" dirty="0"/>
              <a:t>10</a:t>
            </a:r>
            <a:r>
              <a:rPr lang="ja-JP" altLang="en-US" sz="1400" dirty="0"/>
              <a:t>行以上になる場合は、</a:t>
            </a:r>
            <a:r>
              <a:rPr lang="en-US" altLang="ja-JP" sz="1400" dirty="0"/>
              <a:t>2</a:t>
            </a:r>
            <a:r>
              <a:rPr lang="ja-JP" altLang="en-US" sz="1400" dirty="0"/>
              <a:t>ページ目を用意。</a:t>
            </a:r>
            <a:endParaRPr lang="en-US" altLang="ja-JP" sz="1400" dirty="0"/>
          </a:p>
          <a:p>
            <a:r>
              <a:rPr lang="ja-JP" altLang="en-US" sz="1400" dirty="0"/>
              <a:t>　</a:t>
            </a:r>
            <a:r>
              <a:rPr lang="en-US" altLang="ja-JP" sz="1400" dirty="0"/>
              <a:t>LB_</a:t>
            </a:r>
            <a:r>
              <a:rPr lang="ja-JP" altLang="en-US" sz="1400" dirty="0"/>
              <a:t>結果</a:t>
            </a:r>
            <a:r>
              <a:rPr lang="en-US" altLang="ja-JP" sz="1400" dirty="0"/>
              <a:t>_</a:t>
            </a:r>
            <a:r>
              <a:rPr lang="ja-JP" altLang="en-US" sz="1400" dirty="0"/>
              <a:t>背番号には背番号。　</a:t>
            </a:r>
            <a:r>
              <a:rPr lang="en-US" altLang="ja-JP" sz="1400" dirty="0"/>
              <a:t> </a:t>
            </a:r>
            <a:r>
              <a:rPr lang="en-US" altLang="ja-JP" sz="1400" dirty="0" err="1"/>
              <a:t>Canvas.Left</a:t>
            </a:r>
            <a:r>
              <a:rPr lang="ja-JP" altLang="en-US" sz="1400" dirty="0"/>
              <a:t>を</a:t>
            </a:r>
            <a:r>
              <a:rPr lang="en-US" altLang="ja-JP" sz="1400" dirty="0"/>
              <a:t>2</a:t>
            </a:r>
            <a:r>
              <a:rPr lang="ja-JP" altLang="en-US" sz="1400" dirty="0"/>
              <a:t>に設定する。</a:t>
            </a:r>
            <a:endParaRPr lang="en-US" altLang="ja-JP" sz="1400" dirty="0"/>
          </a:p>
          <a:p>
            <a:r>
              <a:rPr lang="ja-JP" altLang="en-US" sz="1400" dirty="0"/>
              <a:t>　</a:t>
            </a:r>
            <a:r>
              <a:rPr lang="en-US" altLang="ja-JP" sz="1400" dirty="0"/>
              <a:t>LB_</a:t>
            </a:r>
            <a:r>
              <a:rPr lang="ja-JP" altLang="en-US" sz="1400" dirty="0"/>
              <a:t>結果</a:t>
            </a:r>
            <a:r>
              <a:rPr lang="en-US" altLang="ja-JP" sz="1400" dirty="0"/>
              <a:t>_</a:t>
            </a:r>
            <a:r>
              <a:rPr lang="ja-JP" altLang="en-US" sz="1400" dirty="0"/>
              <a:t>選手名には、</a:t>
            </a:r>
            <a:r>
              <a:rPr lang="en-US" altLang="ja-JP" sz="1400" dirty="0"/>
              <a:t>L</a:t>
            </a:r>
            <a:r>
              <a:rPr lang="ja-JP" altLang="en-US" sz="1400" dirty="0"/>
              <a:t>表記名</a:t>
            </a:r>
            <a:r>
              <a:rPr lang="en-US" altLang="ja-JP" sz="1400" dirty="0"/>
              <a:t>+</a:t>
            </a:r>
            <a:r>
              <a:rPr lang="ja-JP" altLang="en-US" sz="1400" dirty="0"/>
              <a:t>“・”＋</a:t>
            </a:r>
            <a:r>
              <a:rPr lang="en-US" altLang="ja-JP" sz="1400" dirty="0"/>
              <a:t>P</a:t>
            </a:r>
            <a:r>
              <a:rPr lang="ja-JP" altLang="en-US" sz="1400" dirty="0"/>
              <a:t>表記名の苗字を表示。例「山田・加藤」　</a:t>
            </a:r>
            <a:r>
              <a:rPr lang="en-US" altLang="ja-JP" sz="1400" dirty="0"/>
              <a:t> </a:t>
            </a:r>
            <a:r>
              <a:rPr lang="en-US" altLang="ja-JP" sz="1400" dirty="0" err="1"/>
              <a:t>Canvas.Left</a:t>
            </a:r>
            <a:r>
              <a:rPr lang="ja-JP" altLang="en-US" sz="1400" dirty="0"/>
              <a:t>を</a:t>
            </a:r>
            <a:r>
              <a:rPr lang="en-US" altLang="ja-JP" sz="1400" dirty="0"/>
              <a:t>23</a:t>
            </a:r>
            <a:r>
              <a:rPr lang="ja-JP" altLang="en-US" sz="1400" dirty="0"/>
              <a:t>に設定する。</a:t>
            </a:r>
            <a:endParaRPr lang="en-US" altLang="ja-JP" sz="1400" dirty="0"/>
          </a:p>
          <a:p>
            <a:r>
              <a:rPr lang="ja-JP" altLang="en-US" sz="1400" dirty="0"/>
              <a:t>　</a:t>
            </a:r>
            <a:r>
              <a:rPr lang="en-US" altLang="ja-JP" sz="1400" dirty="0"/>
              <a:t>LB_</a:t>
            </a:r>
            <a:r>
              <a:rPr lang="ja-JP" altLang="en-US" sz="1400" dirty="0"/>
              <a:t>得点には、カップル所属名を表示するか、</a:t>
            </a:r>
            <a:r>
              <a:rPr lang="en-US" altLang="ja-JP" sz="1400" dirty="0"/>
              <a:t>L</a:t>
            </a:r>
            <a:r>
              <a:rPr lang="ja-JP" altLang="en-US" sz="1400" dirty="0"/>
              <a:t>所属名</a:t>
            </a:r>
            <a:r>
              <a:rPr lang="en-US" altLang="ja-JP" sz="1400" dirty="0"/>
              <a:t>+”/”+P</a:t>
            </a:r>
            <a:r>
              <a:rPr lang="ja-JP" altLang="en-US" sz="1400" dirty="0"/>
              <a:t>所属名 を表示する。</a:t>
            </a:r>
            <a:r>
              <a:rPr lang="en-US" altLang="ja-JP" sz="1400" dirty="0"/>
              <a:t>P</a:t>
            </a:r>
            <a:r>
              <a:rPr lang="ja-JP" altLang="en-US" sz="1400" dirty="0"/>
              <a:t>所属名がブランクの時は</a:t>
            </a:r>
            <a:r>
              <a:rPr lang="en-US" altLang="ja-JP" sz="1400" dirty="0"/>
              <a:t>L</a:t>
            </a:r>
            <a:r>
              <a:rPr lang="ja-JP" altLang="en-US" sz="1400" dirty="0"/>
              <a:t>所属名のみとする。どちらの表記にするかは、呼び出し元で指定可能とする。文字が長い場合には</a:t>
            </a:r>
            <a:r>
              <a:rPr lang="en-US" altLang="ja-JP" sz="1400" dirty="0"/>
              <a:t>2</a:t>
            </a:r>
            <a:r>
              <a:rPr lang="ja-JP" altLang="en-US" sz="1400" dirty="0"/>
              <a:t>行に折り返して表示する。</a:t>
            </a:r>
            <a:endParaRPr lang="en-US" altLang="ja-JP" sz="1400" dirty="0"/>
          </a:p>
          <a:p>
            <a:r>
              <a:rPr lang="ja-JP" altLang="en-US" sz="1400" dirty="0"/>
              <a:t>　</a:t>
            </a:r>
            <a:endParaRPr kumimoji="1" lang="en-US" altLang="ja-JP" sz="1400" dirty="0"/>
          </a:p>
          <a:p>
            <a:endParaRPr lang="en-US" altLang="ja-JP" sz="1400" dirty="0"/>
          </a:p>
          <a:p>
            <a:r>
              <a:rPr lang="en-US" altLang="ja-JP" sz="1400" dirty="0"/>
              <a:t>STEP1</a:t>
            </a:r>
            <a:r>
              <a:rPr lang="ja-JP" altLang="en-US" sz="1400" dirty="0"/>
              <a:t>では、</a:t>
            </a:r>
            <a:r>
              <a:rPr lang="en-US" altLang="ja-JP" sz="1400" dirty="0"/>
              <a:t>COM001,COM002, COM003 </a:t>
            </a:r>
            <a:r>
              <a:rPr lang="ja-JP" altLang="en-US" sz="1400" dirty="0"/>
              <a:t>を表示</a:t>
            </a:r>
            <a:endParaRPr lang="en-US" altLang="ja-JP" sz="1400" dirty="0"/>
          </a:p>
          <a:p>
            <a:r>
              <a:rPr lang="en-US" altLang="ja-JP" sz="1400" dirty="0"/>
              <a:t>STEP2</a:t>
            </a:r>
            <a:r>
              <a:rPr lang="ja-JP" altLang="en-US" sz="1400" dirty="0"/>
              <a:t>では、</a:t>
            </a:r>
            <a:r>
              <a:rPr lang="en-US" altLang="ja-JP" sz="1400" dirty="0"/>
              <a:t> IM_</a:t>
            </a:r>
            <a:r>
              <a:rPr lang="ja-JP" altLang="en-US" sz="1400" dirty="0"/>
              <a:t>タイトル</a:t>
            </a:r>
            <a:r>
              <a:rPr lang="en-US" altLang="ja-JP" sz="1400" dirty="0"/>
              <a:t>1-3</a:t>
            </a:r>
            <a:r>
              <a:rPr lang="ja-JP" altLang="en-US" sz="1400" dirty="0"/>
              <a:t>、</a:t>
            </a:r>
            <a:r>
              <a:rPr lang="en-US" altLang="ja-JP" sz="1400" dirty="0"/>
              <a:t>LB_</a:t>
            </a:r>
            <a:r>
              <a:rPr lang="ja-JP" altLang="en-US" sz="1400" dirty="0"/>
              <a:t>タイトル</a:t>
            </a:r>
            <a:r>
              <a:rPr lang="en-US" altLang="ja-JP" sz="1400" dirty="0"/>
              <a:t>1-3</a:t>
            </a:r>
            <a:r>
              <a:rPr lang="ja-JP" altLang="en-US" sz="1400" dirty="0"/>
              <a:t>を表示</a:t>
            </a:r>
            <a:endParaRPr lang="en-US" altLang="ja-JP" sz="1400" dirty="0"/>
          </a:p>
          <a:p>
            <a:r>
              <a:rPr lang="en-US" altLang="ja-JP" sz="1400" dirty="0"/>
              <a:t>STEP3</a:t>
            </a:r>
            <a:r>
              <a:rPr lang="ja-JP" altLang="en-US" sz="1400" dirty="0"/>
              <a:t>で、</a:t>
            </a:r>
            <a:r>
              <a:rPr lang="en-US" altLang="ja-JP" sz="1400" dirty="0"/>
              <a:t>LB_</a:t>
            </a:r>
            <a:r>
              <a:rPr lang="ja-JP" altLang="en-US" sz="1400" dirty="0"/>
              <a:t>タイトル</a:t>
            </a:r>
            <a:r>
              <a:rPr lang="en-US" altLang="ja-JP" sz="1400" dirty="0"/>
              <a:t>_4</a:t>
            </a:r>
            <a:r>
              <a:rPr lang="ja-JP" altLang="en-US" sz="1400" dirty="0"/>
              <a:t>と、対象の</a:t>
            </a:r>
            <a:r>
              <a:rPr lang="en-US" altLang="ja-JP" sz="1400" dirty="0"/>
              <a:t>IM_</a:t>
            </a:r>
            <a:r>
              <a:rPr lang="ja-JP" altLang="en-US" sz="1400" dirty="0"/>
              <a:t>明細、</a:t>
            </a:r>
            <a:r>
              <a:rPr lang="en-US" altLang="ja-JP" sz="1400" dirty="0"/>
              <a:t> LB_</a:t>
            </a:r>
            <a:r>
              <a:rPr lang="ja-JP" altLang="en-US" sz="1400" dirty="0"/>
              <a:t>結果</a:t>
            </a:r>
            <a:r>
              <a:rPr lang="en-US" altLang="ja-JP" sz="1400" dirty="0"/>
              <a:t>_</a:t>
            </a:r>
            <a:r>
              <a:rPr lang="ja-JP" altLang="en-US" sz="1400" dirty="0"/>
              <a:t>背番号、</a:t>
            </a:r>
            <a:r>
              <a:rPr lang="en-US" altLang="ja-JP" sz="1400" dirty="0"/>
              <a:t> LB_</a:t>
            </a:r>
            <a:r>
              <a:rPr lang="ja-JP" altLang="en-US" sz="1400" dirty="0"/>
              <a:t>結果</a:t>
            </a:r>
            <a:r>
              <a:rPr lang="en-US" altLang="ja-JP" sz="1400" dirty="0"/>
              <a:t>_</a:t>
            </a:r>
            <a:r>
              <a:rPr lang="ja-JP" altLang="en-US" sz="1400" dirty="0"/>
              <a:t>選手名、</a:t>
            </a:r>
            <a:r>
              <a:rPr lang="en-US" altLang="ja-JP" sz="1400" dirty="0"/>
              <a:t> LB_</a:t>
            </a:r>
            <a:r>
              <a:rPr lang="ja-JP" altLang="en-US" sz="1400" dirty="0"/>
              <a:t>結果</a:t>
            </a:r>
            <a:r>
              <a:rPr lang="en-US" altLang="ja-JP" sz="1400" dirty="0"/>
              <a:t>_</a:t>
            </a:r>
            <a:r>
              <a:rPr lang="ja-JP" altLang="en-US" sz="1400" dirty="0"/>
              <a:t>所属名を表示</a:t>
            </a:r>
            <a:endParaRPr lang="en-US" altLang="ja-JP" sz="1400" dirty="0"/>
          </a:p>
          <a:p>
            <a:r>
              <a:rPr lang="en-US" altLang="ja-JP" sz="1400" dirty="0"/>
              <a:t>STEP4</a:t>
            </a:r>
            <a:r>
              <a:rPr lang="ja-JP" altLang="en-US" sz="1400" dirty="0"/>
              <a:t>で、</a:t>
            </a:r>
            <a:r>
              <a:rPr lang="en-US" altLang="ja-JP" sz="1400" dirty="0"/>
              <a:t>STEP3</a:t>
            </a:r>
            <a:r>
              <a:rPr lang="ja-JP" altLang="en-US" sz="1400" dirty="0"/>
              <a:t>で表示したものを非表示</a:t>
            </a:r>
            <a:endParaRPr lang="en-US" altLang="ja-JP" sz="1400" dirty="0"/>
          </a:p>
          <a:p>
            <a:r>
              <a:rPr lang="en-US" altLang="ja-JP" sz="1400" dirty="0"/>
              <a:t>STEP5</a:t>
            </a:r>
            <a:r>
              <a:rPr lang="ja-JP" altLang="en-US" sz="1400" dirty="0"/>
              <a:t>は、</a:t>
            </a:r>
            <a:r>
              <a:rPr lang="en-US" altLang="ja-JP" sz="1400" dirty="0"/>
              <a:t>STEP2</a:t>
            </a:r>
            <a:r>
              <a:rPr lang="ja-JP" altLang="en-US" sz="1400" dirty="0"/>
              <a:t>で表示したものを非表示。</a:t>
            </a:r>
            <a:br>
              <a:rPr lang="en-US" altLang="ja-JP" sz="1400" dirty="0"/>
            </a:br>
            <a:br>
              <a:rPr lang="en-US" altLang="ja-JP" sz="1400" dirty="0"/>
            </a:br>
            <a:r>
              <a:rPr lang="en-US" altLang="ja-JP" sz="1400" dirty="0"/>
              <a:t>STEP3</a:t>
            </a:r>
            <a:r>
              <a:rPr lang="ja-JP" altLang="en-US" sz="1400" dirty="0"/>
              <a:t>を表示したあと、次のヒートに進むときは、</a:t>
            </a:r>
            <a:r>
              <a:rPr lang="en-US" altLang="ja-JP" sz="1400" dirty="0"/>
              <a:t>STEP4-</a:t>
            </a:r>
            <a:r>
              <a:rPr lang="ja-JP" altLang="en-US" sz="1400" dirty="0"/>
              <a:t>＞</a:t>
            </a:r>
            <a:r>
              <a:rPr lang="en-US" altLang="ja-JP" sz="1400" dirty="0"/>
              <a:t>STEP3 </a:t>
            </a:r>
            <a:r>
              <a:rPr lang="ja-JP" altLang="en-US" sz="1400" dirty="0"/>
              <a:t>を表示する。</a:t>
            </a:r>
            <a:endParaRPr lang="en-US" altLang="ja-JP" sz="1400" dirty="0"/>
          </a:p>
          <a:p>
            <a:r>
              <a:rPr lang="ja-JP" altLang="en-US" sz="1400" dirty="0"/>
              <a:t>この画面を表示しない時は、</a:t>
            </a:r>
            <a:r>
              <a:rPr lang="en-US" altLang="ja-JP" sz="1400" dirty="0"/>
              <a:t> STEP4-</a:t>
            </a:r>
            <a:r>
              <a:rPr lang="ja-JP" altLang="en-US" sz="1400" dirty="0"/>
              <a:t>＞ </a:t>
            </a:r>
            <a:r>
              <a:rPr lang="en-US" altLang="ja-JP" sz="1400" dirty="0"/>
              <a:t>STEP5</a:t>
            </a:r>
            <a:r>
              <a:rPr lang="ja-JP" altLang="en-US" sz="1400" dirty="0"/>
              <a:t>を実行する。</a:t>
            </a:r>
            <a:br>
              <a:rPr lang="en-US" altLang="ja-JP" sz="1400" dirty="0"/>
            </a:br>
            <a:endParaRPr lang="en-US" altLang="ja-JP" sz="1400" dirty="0"/>
          </a:p>
          <a:p>
            <a:endParaRPr kumimoji="1" lang="en-US" altLang="ja-JP" sz="1400" dirty="0"/>
          </a:p>
          <a:p>
            <a:endParaRPr kumimoji="1" lang="ja-JP" altLang="en-US" sz="1400" dirty="0"/>
          </a:p>
        </p:txBody>
      </p:sp>
    </p:spTree>
    <p:extLst>
      <p:ext uri="{BB962C8B-B14F-4D97-AF65-F5344CB8AC3E}">
        <p14:creationId xmlns:p14="http://schemas.microsoft.com/office/powerpoint/2010/main" val="34375892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CC116D9-F131-0A6A-69EC-1A90182FBF1B}"/>
              </a:ext>
            </a:extLst>
          </p:cNvPr>
          <p:cNvSpPr txBox="1"/>
          <p:nvPr/>
        </p:nvSpPr>
        <p:spPr>
          <a:xfrm>
            <a:off x="290384" y="148281"/>
            <a:ext cx="10521778" cy="8063746"/>
          </a:xfrm>
          <a:prstGeom prst="rect">
            <a:avLst/>
          </a:prstGeom>
          <a:noFill/>
        </p:spPr>
        <p:txBody>
          <a:bodyPr wrap="square" rtlCol="0">
            <a:spAutoFit/>
          </a:bodyPr>
          <a:lstStyle/>
          <a:p>
            <a:r>
              <a:rPr lang="en-US" altLang="ja-JP" sz="1400" dirty="0"/>
              <a:t>DSP_PRG_008 </a:t>
            </a:r>
            <a:r>
              <a:rPr lang="ja-JP" altLang="en-US" sz="1400" dirty="0"/>
              <a:t>決勝結果</a:t>
            </a:r>
            <a:r>
              <a:rPr lang="en-US" altLang="ja-JP" sz="1400" dirty="0"/>
              <a:t>_</a:t>
            </a:r>
            <a:r>
              <a:rPr lang="ja-JP" altLang="en-US" sz="1400" dirty="0"/>
              <a:t>大　の仕様</a:t>
            </a:r>
            <a:endParaRPr lang="en-US" altLang="ja-JP" sz="1400" dirty="0"/>
          </a:p>
          <a:p>
            <a:endParaRPr lang="en-US" altLang="ja-JP" sz="1400" dirty="0"/>
          </a:p>
          <a:p>
            <a:r>
              <a:rPr lang="ja-JP" altLang="en-US" sz="1400" dirty="0"/>
              <a:t>　</a:t>
            </a:r>
            <a:r>
              <a:rPr lang="en-US" altLang="ja-JP" sz="1400" dirty="0"/>
              <a:t>COM001  </a:t>
            </a:r>
            <a:r>
              <a:rPr lang="ja-JP" altLang="en-US" sz="1400" dirty="0"/>
              <a:t>イメージを表示</a:t>
            </a:r>
            <a:endParaRPr lang="en-US" altLang="ja-JP" sz="1400" dirty="0"/>
          </a:p>
          <a:p>
            <a:r>
              <a:rPr lang="ja-JP" altLang="en-US" sz="1400" dirty="0"/>
              <a:t>　　　　　   </a:t>
            </a:r>
            <a:r>
              <a:rPr lang="en-US" altLang="ja-JP" sz="1400" dirty="0"/>
              <a:t>TB_</a:t>
            </a:r>
            <a:r>
              <a:rPr lang="ja-JP" altLang="en-US" sz="1400" dirty="0"/>
              <a:t>左上</a:t>
            </a:r>
            <a:r>
              <a:rPr lang="en-US" altLang="ja-JP" sz="1400" dirty="0"/>
              <a:t>1 </a:t>
            </a:r>
            <a:r>
              <a:rPr lang="ja-JP" altLang="en-US" sz="1400" dirty="0"/>
              <a:t>には、競技会名を表示</a:t>
            </a:r>
            <a:endParaRPr lang="en-US" altLang="ja-JP" sz="1400" dirty="0"/>
          </a:p>
          <a:p>
            <a:r>
              <a:rPr lang="ja-JP" altLang="en-US" sz="1400" dirty="0"/>
              <a:t>　　　　　　</a:t>
            </a:r>
            <a:r>
              <a:rPr lang="en-US" altLang="ja-JP" sz="1400" dirty="0"/>
              <a:t>TB_</a:t>
            </a:r>
            <a:r>
              <a:rPr lang="ja-JP" altLang="en-US" sz="1400" dirty="0"/>
              <a:t>左上</a:t>
            </a:r>
            <a:r>
              <a:rPr lang="en-US" altLang="ja-JP" sz="1400" dirty="0"/>
              <a:t>2 </a:t>
            </a:r>
            <a:r>
              <a:rPr lang="ja-JP" altLang="en-US" sz="1400" dirty="0"/>
              <a:t>には、「表彰式」を表示</a:t>
            </a:r>
            <a:endParaRPr lang="en-US" altLang="ja-JP" sz="1400" dirty="0"/>
          </a:p>
          <a:p>
            <a:r>
              <a:rPr lang="ja-JP" altLang="en-US" sz="1400" dirty="0"/>
              <a:t>    </a:t>
            </a:r>
            <a:r>
              <a:rPr lang="en-US" altLang="ja-JP" sz="1400" dirty="0"/>
              <a:t>COM002</a:t>
            </a:r>
            <a:r>
              <a:rPr lang="ja-JP" altLang="en-US" sz="1400" dirty="0"/>
              <a:t>  右上</a:t>
            </a:r>
            <a:r>
              <a:rPr lang="en-US" altLang="ja-JP" sz="1400" dirty="0"/>
              <a:t>01  </a:t>
            </a:r>
            <a:r>
              <a:rPr lang="ja-JP" altLang="en-US" sz="1400" dirty="0"/>
              <a:t>には、現在時刻を表示　「現在時刻　</a:t>
            </a:r>
            <a:r>
              <a:rPr lang="en-US" altLang="ja-JP" sz="1400" dirty="0"/>
              <a:t>12:59</a:t>
            </a:r>
            <a:r>
              <a:rPr lang="ja-JP" altLang="en-US" sz="1400" dirty="0"/>
              <a:t>」</a:t>
            </a:r>
            <a:endParaRPr lang="en-US" altLang="ja-JP" sz="1400" dirty="0"/>
          </a:p>
          <a:p>
            <a:r>
              <a:rPr lang="ja-JP" altLang="en-US" sz="1400" dirty="0"/>
              <a:t>　</a:t>
            </a:r>
            <a:endParaRPr lang="en-US" altLang="ja-JP" sz="1400" dirty="0"/>
          </a:p>
          <a:p>
            <a:endParaRPr lang="en-US" altLang="ja-JP" sz="1400" dirty="0"/>
          </a:p>
          <a:p>
            <a:endParaRPr lang="en-US" altLang="ja-JP" sz="1400" dirty="0"/>
          </a:p>
          <a:p>
            <a:r>
              <a:rPr lang="ja-JP" altLang="en-US" sz="1400" dirty="0"/>
              <a:t>　</a:t>
            </a:r>
            <a:r>
              <a:rPr lang="en-US" altLang="ja-JP" sz="1400" dirty="0"/>
              <a:t>LB_</a:t>
            </a:r>
            <a:r>
              <a:rPr lang="ja-JP" altLang="en-US" sz="1400" dirty="0"/>
              <a:t>タイトル</a:t>
            </a:r>
            <a:r>
              <a:rPr lang="en-US" altLang="ja-JP" sz="1400" dirty="0"/>
              <a:t>1 </a:t>
            </a:r>
            <a:r>
              <a:rPr lang="ja-JP" altLang="en-US" sz="1400" dirty="0"/>
              <a:t>には、競技会名を表示</a:t>
            </a:r>
            <a:endParaRPr lang="en-US" altLang="ja-JP" sz="1400" dirty="0"/>
          </a:p>
          <a:p>
            <a:r>
              <a:rPr lang="ja-JP" altLang="en-US" sz="1400" dirty="0"/>
              <a:t>　</a:t>
            </a:r>
            <a:r>
              <a:rPr lang="en-US" altLang="ja-JP" sz="1400" dirty="0"/>
              <a:t>LB_</a:t>
            </a:r>
            <a:r>
              <a:rPr lang="ja-JP" altLang="en-US" sz="1400" dirty="0"/>
              <a:t>タイトル</a:t>
            </a:r>
            <a:r>
              <a:rPr lang="en-US" altLang="ja-JP" sz="1400" dirty="0"/>
              <a:t>2</a:t>
            </a:r>
            <a:r>
              <a:rPr lang="ja-JP" altLang="en-US" sz="1400" dirty="0"/>
              <a:t>には、区分番号 ＋　区分名　例「</a:t>
            </a:r>
            <a:r>
              <a:rPr lang="en-US" altLang="ja-JP" sz="1400" dirty="0"/>
              <a:t>02</a:t>
            </a:r>
            <a:r>
              <a:rPr lang="ja-JP" altLang="en-US" sz="1400" dirty="0"/>
              <a:t>  全日本ダンススポーツ選手権スタンダード」</a:t>
            </a:r>
            <a:endParaRPr lang="en-US" altLang="ja-JP" sz="1400" dirty="0"/>
          </a:p>
          <a:p>
            <a:r>
              <a:rPr lang="ja-JP" altLang="en-US" sz="1400" dirty="0"/>
              <a:t>　</a:t>
            </a:r>
            <a:r>
              <a:rPr lang="en-US" altLang="ja-JP" sz="1400" dirty="0"/>
              <a:t>LB_</a:t>
            </a:r>
            <a:r>
              <a:rPr lang="ja-JP" altLang="en-US" sz="1400" dirty="0"/>
              <a:t>タイトル</a:t>
            </a:r>
            <a:r>
              <a:rPr lang="en-US" altLang="ja-JP" sz="1400" dirty="0"/>
              <a:t>3</a:t>
            </a:r>
            <a:r>
              <a:rPr lang="ja-JP" altLang="en-US" sz="1400" dirty="0"/>
              <a:t>には、ラウンド名＋結果を表示。ラウンドが決勝の場合は「決勝結果」と表示</a:t>
            </a:r>
            <a:endParaRPr lang="en-US" altLang="ja-JP" sz="1400" dirty="0"/>
          </a:p>
          <a:p>
            <a:r>
              <a:rPr lang="ja-JP" altLang="en-US" sz="1400" dirty="0"/>
              <a:t>　</a:t>
            </a:r>
            <a:r>
              <a:rPr lang="en-US" altLang="ja-JP" sz="1400" dirty="0"/>
              <a:t> LB_</a:t>
            </a:r>
            <a:r>
              <a:rPr lang="ja-JP" altLang="en-US" sz="1400" dirty="0"/>
              <a:t>タイトル</a:t>
            </a:r>
            <a:r>
              <a:rPr lang="en-US" altLang="ja-JP" sz="1400" dirty="0"/>
              <a:t>4</a:t>
            </a:r>
            <a:r>
              <a:rPr lang="ja-JP" altLang="en-US" sz="1400" dirty="0"/>
              <a:t>には、当画面に表示する順位を表示する。例 </a:t>
            </a:r>
            <a:r>
              <a:rPr lang="en-US" altLang="ja-JP" sz="1400" dirty="0"/>
              <a:t>1</a:t>
            </a:r>
            <a:r>
              <a:rPr lang="ja-JP" altLang="en-US" sz="1400" dirty="0"/>
              <a:t>位から</a:t>
            </a:r>
            <a:r>
              <a:rPr lang="en-US" altLang="ja-JP" sz="1400" dirty="0"/>
              <a:t>10</a:t>
            </a:r>
            <a:r>
              <a:rPr lang="ja-JP" altLang="en-US" sz="1400" dirty="0"/>
              <a:t>位を表示する場合は「</a:t>
            </a:r>
            <a:r>
              <a:rPr lang="en-US" altLang="ja-JP" sz="1400" dirty="0"/>
              <a:t>1</a:t>
            </a:r>
            <a:r>
              <a:rPr lang="ja-JP" altLang="en-US" sz="1400" dirty="0"/>
              <a:t>位</a:t>
            </a:r>
            <a:r>
              <a:rPr lang="en-US" altLang="ja-JP" sz="1400" dirty="0"/>
              <a:t> </a:t>
            </a:r>
            <a:r>
              <a:rPr lang="ja-JP" altLang="en-US" sz="1400" dirty="0"/>
              <a:t>～ </a:t>
            </a:r>
            <a:r>
              <a:rPr lang="en-US" altLang="ja-JP" sz="1400" dirty="0"/>
              <a:t>10</a:t>
            </a:r>
            <a:r>
              <a:rPr lang="ja-JP" altLang="en-US" sz="1400" dirty="0"/>
              <a:t>位」</a:t>
            </a:r>
            <a:r>
              <a:rPr lang="en-US" altLang="ja-JP" sz="1400" dirty="0"/>
              <a:t>11</a:t>
            </a:r>
            <a:r>
              <a:rPr lang="ja-JP" altLang="en-US" sz="1400" dirty="0"/>
              <a:t>位～</a:t>
            </a:r>
            <a:r>
              <a:rPr lang="en-US" altLang="ja-JP" sz="1400" dirty="0"/>
              <a:t>17</a:t>
            </a:r>
            <a:r>
              <a:rPr lang="ja-JP" altLang="en-US" sz="1400" dirty="0"/>
              <a:t>位を表示する場合は「</a:t>
            </a:r>
            <a:r>
              <a:rPr lang="en-US" altLang="ja-JP" sz="1400" dirty="0"/>
              <a:t>11</a:t>
            </a:r>
            <a:r>
              <a:rPr lang="ja-JP" altLang="en-US" sz="1400" dirty="0"/>
              <a:t>位 ～ </a:t>
            </a:r>
            <a:r>
              <a:rPr lang="en-US" altLang="ja-JP" sz="1400" dirty="0"/>
              <a:t>17</a:t>
            </a:r>
            <a:r>
              <a:rPr lang="ja-JP" altLang="en-US" sz="1400" dirty="0"/>
              <a:t>位」。ただし、</a:t>
            </a:r>
            <a:r>
              <a:rPr lang="en-US" altLang="ja-JP" sz="1400" dirty="0"/>
              <a:t>2</a:t>
            </a:r>
            <a:r>
              <a:rPr lang="ja-JP" altLang="en-US" sz="1400" dirty="0"/>
              <a:t>ページ目以降が不要な場合（</a:t>
            </a:r>
            <a:r>
              <a:rPr lang="en-US" altLang="ja-JP" sz="1400" dirty="0"/>
              <a:t>10</a:t>
            </a:r>
            <a:r>
              <a:rPr lang="ja-JP" altLang="en-US" sz="1400" dirty="0"/>
              <a:t>行で収まる場合）には、</a:t>
            </a:r>
            <a:r>
              <a:rPr lang="en-US" altLang="ja-JP" sz="1400" dirty="0"/>
              <a:t>LB_</a:t>
            </a:r>
            <a:r>
              <a:rPr lang="ja-JP" altLang="en-US" sz="1400" dirty="0"/>
              <a:t>タイトル</a:t>
            </a:r>
            <a:r>
              <a:rPr lang="en-US" altLang="ja-JP" sz="1400" dirty="0"/>
              <a:t>4</a:t>
            </a:r>
            <a:r>
              <a:rPr lang="ja-JP" altLang="en-US" sz="1400" dirty="0"/>
              <a:t>はブランクとする。</a:t>
            </a:r>
            <a:endParaRPr lang="en-US" altLang="ja-JP" sz="1400" dirty="0"/>
          </a:p>
          <a:p>
            <a:r>
              <a:rPr lang="ja-JP" altLang="en-US" sz="1400" dirty="0"/>
              <a:t> </a:t>
            </a:r>
            <a:r>
              <a:rPr lang="en-US" altLang="ja-JP" sz="1400" dirty="0"/>
              <a:t>LB_</a:t>
            </a:r>
            <a:r>
              <a:rPr lang="ja-JP" altLang="en-US" sz="1400" dirty="0"/>
              <a:t>タイトル</a:t>
            </a:r>
            <a:r>
              <a:rPr lang="en-US" altLang="ja-JP" sz="1400" dirty="0"/>
              <a:t>_Total</a:t>
            </a:r>
            <a:r>
              <a:rPr lang="ja-JP" altLang="en-US" sz="1400" dirty="0"/>
              <a:t>は、採点方式が</a:t>
            </a:r>
            <a:r>
              <a:rPr lang="en-US" altLang="ja-JP" sz="1400" dirty="0"/>
              <a:t>AJS</a:t>
            </a:r>
            <a:r>
              <a:rPr lang="ja-JP" altLang="en-US" sz="1400" dirty="0"/>
              <a:t>の時だけ表示する。それ以外の時は非表示。</a:t>
            </a:r>
            <a:endParaRPr lang="en-US" altLang="ja-JP" sz="1400" dirty="0"/>
          </a:p>
          <a:p>
            <a:endParaRPr lang="en-US" altLang="ja-JP" sz="1400" dirty="0"/>
          </a:p>
          <a:p>
            <a:r>
              <a:rPr lang="ja-JP" altLang="en-US" sz="1400" dirty="0"/>
              <a:t>　選手を最大</a:t>
            </a:r>
            <a:r>
              <a:rPr lang="en-US" altLang="ja-JP" sz="1400" dirty="0"/>
              <a:t>10</a:t>
            </a:r>
            <a:r>
              <a:rPr lang="ja-JP" altLang="en-US" sz="1400" dirty="0"/>
              <a:t>行表示。</a:t>
            </a:r>
            <a:r>
              <a:rPr lang="en-US" altLang="ja-JP" sz="1400" dirty="0"/>
              <a:t>10</a:t>
            </a:r>
            <a:r>
              <a:rPr lang="ja-JP" altLang="en-US" sz="1400" dirty="0"/>
              <a:t>行以上になる場合は、</a:t>
            </a:r>
            <a:r>
              <a:rPr lang="en-US" altLang="ja-JP" sz="1400" dirty="0"/>
              <a:t>2</a:t>
            </a:r>
            <a:r>
              <a:rPr lang="ja-JP" altLang="en-US" sz="1400" dirty="0"/>
              <a:t>ページ目を用意。</a:t>
            </a:r>
            <a:endParaRPr lang="en-US" altLang="ja-JP" sz="1400" dirty="0"/>
          </a:p>
          <a:p>
            <a:r>
              <a:rPr lang="ja-JP" altLang="en-US" sz="1400" dirty="0"/>
              <a:t>　</a:t>
            </a:r>
            <a:r>
              <a:rPr lang="en-US" altLang="ja-JP" sz="1400" dirty="0"/>
              <a:t>LB_</a:t>
            </a:r>
            <a:r>
              <a:rPr lang="ja-JP" altLang="en-US" sz="1400" dirty="0"/>
              <a:t>結果</a:t>
            </a:r>
            <a:r>
              <a:rPr lang="en-US" altLang="ja-JP" sz="1400" dirty="0"/>
              <a:t>_</a:t>
            </a:r>
            <a:r>
              <a:rPr lang="ja-JP" altLang="en-US" sz="1400" dirty="0"/>
              <a:t>順位には、順位を表示する。</a:t>
            </a:r>
            <a:r>
              <a:rPr lang="en-US" altLang="ja-JP" sz="1400" dirty="0"/>
              <a:t>1</a:t>
            </a:r>
            <a:r>
              <a:rPr lang="ja-JP" altLang="en-US" sz="1400" dirty="0"/>
              <a:t>位</a:t>
            </a:r>
            <a:r>
              <a:rPr lang="en-US" altLang="ja-JP" sz="1400" dirty="0"/>
              <a:t>=“</a:t>
            </a:r>
            <a:r>
              <a:rPr lang="ja-JP" altLang="en-US" sz="1400" dirty="0"/>
              <a:t>優勝</a:t>
            </a:r>
            <a:r>
              <a:rPr lang="en-US" altLang="ja-JP" sz="1400" dirty="0"/>
              <a:t>” 2</a:t>
            </a:r>
            <a:r>
              <a:rPr lang="ja-JP" altLang="en-US" sz="1400" dirty="0"/>
              <a:t>位</a:t>
            </a:r>
            <a:r>
              <a:rPr lang="en-US" altLang="ja-JP" sz="1400" dirty="0"/>
              <a:t>=“</a:t>
            </a:r>
            <a:r>
              <a:rPr lang="ja-JP" altLang="en-US" sz="1400" dirty="0"/>
              <a:t>準優勝</a:t>
            </a:r>
            <a:r>
              <a:rPr lang="en-US" altLang="ja-JP" sz="1400" dirty="0"/>
              <a:t>” 3</a:t>
            </a:r>
            <a:r>
              <a:rPr lang="ja-JP" altLang="en-US" sz="1400" dirty="0"/>
              <a:t>位</a:t>
            </a:r>
            <a:r>
              <a:rPr lang="en-US" altLang="ja-JP" sz="1400" dirty="0"/>
              <a:t>=“3</a:t>
            </a:r>
            <a:r>
              <a:rPr lang="ja-JP" altLang="en-US" sz="1400" dirty="0"/>
              <a:t>位</a:t>
            </a:r>
            <a:r>
              <a:rPr lang="en-US" altLang="ja-JP" sz="1400" dirty="0"/>
              <a:t>”  </a:t>
            </a:r>
            <a:r>
              <a:rPr lang="ja-JP" altLang="en-US" sz="1400" dirty="0"/>
              <a:t>以下同様</a:t>
            </a:r>
            <a:endParaRPr lang="en-US" altLang="ja-JP" sz="1400" dirty="0"/>
          </a:p>
          <a:p>
            <a:r>
              <a:rPr lang="ja-JP" altLang="en-US" sz="1400" dirty="0"/>
              <a:t>　</a:t>
            </a:r>
            <a:r>
              <a:rPr lang="en-US" altLang="ja-JP" sz="1400" dirty="0"/>
              <a:t>LB_</a:t>
            </a:r>
            <a:r>
              <a:rPr lang="ja-JP" altLang="en-US" sz="1400" dirty="0"/>
              <a:t>結果</a:t>
            </a:r>
            <a:r>
              <a:rPr lang="en-US" altLang="ja-JP" sz="1400" dirty="0"/>
              <a:t>_</a:t>
            </a:r>
            <a:r>
              <a:rPr lang="ja-JP" altLang="en-US" sz="1400" dirty="0"/>
              <a:t>背番号には背番号</a:t>
            </a:r>
            <a:endParaRPr lang="en-US" altLang="ja-JP" sz="1400" dirty="0"/>
          </a:p>
          <a:p>
            <a:r>
              <a:rPr lang="ja-JP" altLang="en-US" sz="1400" dirty="0"/>
              <a:t>　</a:t>
            </a:r>
            <a:r>
              <a:rPr lang="en-US" altLang="ja-JP" sz="1400" dirty="0"/>
              <a:t>LB_</a:t>
            </a:r>
            <a:r>
              <a:rPr lang="ja-JP" altLang="en-US" sz="1400" dirty="0"/>
              <a:t>結果</a:t>
            </a:r>
            <a:r>
              <a:rPr lang="en-US" altLang="ja-JP" sz="1400" dirty="0"/>
              <a:t>_</a:t>
            </a:r>
            <a:r>
              <a:rPr lang="ja-JP" altLang="en-US" sz="1400" dirty="0"/>
              <a:t>選手名には、</a:t>
            </a:r>
            <a:r>
              <a:rPr lang="en-US" altLang="ja-JP" sz="1400" dirty="0"/>
              <a:t>L</a:t>
            </a:r>
            <a:r>
              <a:rPr lang="ja-JP" altLang="en-US" sz="1400" dirty="0"/>
              <a:t>表記名</a:t>
            </a:r>
            <a:r>
              <a:rPr lang="en-US" altLang="ja-JP" sz="1400" dirty="0"/>
              <a:t>+</a:t>
            </a:r>
            <a:r>
              <a:rPr lang="ja-JP" altLang="en-US" sz="1400" dirty="0"/>
              <a:t>“・”＋</a:t>
            </a:r>
            <a:r>
              <a:rPr lang="en-US" altLang="ja-JP" sz="1400" dirty="0"/>
              <a:t>P</a:t>
            </a:r>
            <a:r>
              <a:rPr lang="ja-JP" altLang="en-US" sz="1400" dirty="0"/>
              <a:t>表記名を表示。例「山田　太郎・加藤　花子」　</a:t>
            </a:r>
            <a:endParaRPr lang="en-US" altLang="ja-JP" sz="1400" dirty="0"/>
          </a:p>
          <a:p>
            <a:r>
              <a:rPr lang="ja-JP" altLang="en-US" sz="1400" dirty="0"/>
              <a:t>　</a:t>
            </a:r>
            <a:r>
              <a:rPr lang="en-US" altLang="ja-JP" sz="1400" dirty="0"/>
              <a:t>LB_</a:t>
            </a:r>
            <a:r>
              <a:rPr lang="ja-JP" altLang="en-US" sz="1400" dirty="0"/>
              <a:t>所属には、カップル所属名を表示するか、</a:t>
            </a:r>
            <a:r>
              <a:rPr lang="en-US" altLang="ja-JP" sz="1400" dirty="0"/>
              <a:t>L</a:t>
            </a:r>
            <a:r>
              <a:rPr lang="ja-JP" altLang="en-US" sz="1400" dirty="0"/>
              <a:t>所属名</a:t>
            </a:r>
            <a:r>
              <a:rPr lang="en-US" altLang="ja-JP" sz="1400" dirty="0"/>
              <a:t>+”/”+P</a:t>
            </a:r>
            <a:r>
              <a:rPr lang="ja-JP" altLang="en-US" sz="1400" dirty="0"/>
              <a:t>所属名 を表示する。</a:t>
            </a:r>
            <a:r>
              <a:rPr lang="en-US" altLang="ja-JP" sz="1400" dirty="0"/>
              <a:t>P</a:t>
            </a:r>
            <a:r>
              <a:rPr lang="ja-JP" altLang="en-US" sz="1400" dirty="0"/>
              <a:t>所属名がブランクの時は</a:t>
            </a:r>
            <a:r>
              <a:rPr lang="en-US" altLang="ja-JP" sz="1400" dirty="0"/>
              <a:t>L</a:t>
            </a:r>
            <a:r>
              <a:rPr lang="ja-JP" altLang="en-US" sz="1400" dirty="0"/>
              <a:t>所属名のみとする。どちらの表記にするかは、呼び出し元で指定可能とする。</a:t>
            </a:r>
            <a:r>
              <a:rPr lang="en-US" altLang="ja-JP" sz="1400" dirty="0"/>
              <a:t>AJS</a:t>
            </a:r>
            <a:r>
              <a:rPr lang="ja-JP" altLang="en-US" sz="1400" dirty="0"/>
              <a:t>以外の場合は、</a:t>
            </a:r>
            <a:r>
              <a:rPr lang="en-US" altLang="ja-JP" sz="1400" dirty="0" err="1"/>
              <a:t>Canvas.Left</a:t>
            </a:r>
            <a:r>
              <a:rPr lang="ja-JP" altLang="en-US" sz="1400" dirty="0"/>
              <a:t>を</a:t>
            </a:r>
            <a:r>
              <a:rPr lang="en-US" altLang="ja-JP" sz="1400" dirty="0"/>
              <a:t>422</a:t>
            </a:r>
            <a:r>
              <a:rPr lang="ja-JP" altLang="en-US" sz="1400" dirty="0"/>
              <a:t>に変更する。</a:t>
            </a:r>
            <a:endParaRPr lang="en-US" altLang="ja-JP" sz="1400" dirty="0"/>
          </a:p>
          <a:p>
            <a:r>
              <a:rPr lang="ja-JP" altLang="en-US" sz="1400" dirty="0"/>
              <a:t>   </a:t>
            </a:r>
            <a:r>
              <a:rPr lang="en-US" altLang="ja-JP" sz="1400" dirty="0"/>
              <a:t>LB_</a:t>
            </a:r>
            <a:r>
              <a:rPr lang="ja-JP" altLang="en-US" sz="1400" dirty="0"/>
              <a:t>得点には、選手の総合得点を表示する。</a:t>
            </a:r>
            <a:r>
              <a:rPr lang="en-US" altLang="ja-JP" sz="1400" dirty="0"/>
              <a:t>(AJS</a:t>
            </a:r>
            <a:r>
              <a:rPr lang="ja-JP" altLang="en-US" sz="1400" dirty="0"/>
              <a:t>の場合のみ。それ以外は非表示）　</a:t>
            </a:r>
            <a:endParaRPr lang="en-US" altLang="ja-JP" sz="1400" dirty="0"/>
          </a:p>
          <a:p>
            <a:r>
              <a:rPr lang="ja-JP" altLang="en-US" sz="1400" dirty="0"/>
              <a:t>　</a:t>
            </a:r>
            <a:endParaRPr kumimoji="1" lang="en-US" altLang="ja-JP" sz="1400" dirty="0"/>
          </a:p>
          <a:p>
            <a:endParaRPr lang="en-US" altLang="ja-JP" sz="1400" dirty="0"/>
          </a:p>
          <a:p>
            <a:r>
              <a:rPr lang="en-US" altLang="ja-JP" sz="1400" dirty="0"/>
              <a:t>STEP1</a:t>
            </a:r>
            <a:r>
              <a:rPr lang="ja-JP" altLang="en-US" sz="1400" dirty="0"/>
              <a:t>では、</a:t>
            </a:r>
            <a:r>
              <a:rPr lang="en-US" altLang="ja-JP" sz="1400" dirty="0"/>
              <a:t>COM001,COM002,</a:t>
            </a:r>
            <a:r>
              <a:rPr lang="ja-JP" altLang="en-US" sz="1400" dirty="0"/>
              <a:t>を表示</a:t>
            </a:r>
            <a:endParaRPr lang="en-US" altLang="ja-JP" sz="1400" dirty="0"/>
          </a:p>
          <a:p>
            <a:r>
              <a:rPr lang="en-US" altLang="ja-JP" sz="1400" dirty="0"/>
              <a:t>STEP2</a:t>
            </a:r>
            <a:r>
              <a:rPr lang="ja-JP" altLang="en-US" sz="1400" dirty="0"/>
              <a:t>では、</a:t>
            </a:r>
            <a:r>
              <a:rPr lang="en-US" altLang="ja-JP" sz="1400" dirty="0"/>
              <a:t> IM_</a:t>
            </a:r>
            <a:r>
              <a:rPr lang="ja-JP" altLang="en-US" sz="1400" dirty="0"/>
              <a:t>タイトル</a:t>
            </a:r>
            <a:r>
              <a:rPr lang="en-US" altLang="ja-JP" sz="1400" dirty="0"/>
              <a:t>1-3</a:t>
            </a:r>
            <a:r>
              <a:rPr lang="ja-JP" altLang="en-US" sz="1400" dirty="0"/>
              <a:t>、</a:t>
            </a:r>
            <a:r>
              <a:rPr lang="en-US" altLang="ja-JP" sz="1400" dirty="0"/>
              <a:t>LB_</a:t>
            </a:r>
            <a:r>
              <a:rPr lang="ja-JP" altLang="en-US" sz="1400" dirty="0"/>
              <a:t>タイトル</a:t>
            </a:r>
            <a:r>
              <a:rPr lang="en-US" altLang="ja-JP" sz="1400" dirty="0"/>
              <a:t>1-3</a:t>
            </a:r>
            <a:r>
              <a:rPr lang="ja-JP" altLang="en-US" sz="1400" dirty="0"/>
              <a:t>を表示</a:t>
            </a:r>
            <a:endParaRPr lang="en-US" altLang="ja-JP" sz="1400" dirty="0"/>
          </a:p>
          <a:p>
            <a:r>
              <a:rPr lang="en-US" altLang="ja-JP" sz="1400" dirty="0"/>
              <a:t>STEP3</a:t>
            </a:r>
            <a:r>
              <a:rPr lang="ja-JP" altLang="en-US" sz="1400" dirty="0"/>
              <a:t>～、降順を指定した場合には、最終順位の選手だけを表示する。昇順を指定した場合には、</a:t>
            </a:r>
            <a:r>
              <a:rPr lang="en-US" altLang="ja-JP" sz="1400" dirty="0"/>
              <a:t>1</a:t>
            </a:r>
            <a:r>
              <a:rPr lang="ja-JP" altLang="en-US" sz="1400" dirty="0"/>
              <a:t>位の選手だけを表示する。</a:t>
            </a:r>
            <a:endParaRPr lang="en-US" altLang="ja-JP" sz="1400" dirty="0"/>
          </a:p>
          <a:p>
            <a:r>
              <a:rPr lang="ja-JP" altLang="en-US" sz="1400" dirty="0"/>
              <a:t>　以降、順に、全選手を表示するまで</a:t>
            </a:r>
            <a:r>
              <a:rPr lang="en-US" altLang="ja-JP" sz="1400" dirty="0"/>
              <a:t>1</a:t>
            </a:r>
            <a:r>
              <a:rPr lang="ja-JP" altLang="en-US" sz="1400" dirty="0"/>
              <a:t>組づつ昇順または降順で表示する。</a:t>
            </a:r>
            <a:r>
              <a:rPr lang="en-US" altLang="ja-JP" sz="1400" dirty="0"/>
              <a:t> LB_</a:t>
            </a:r>
            <a:r>
              <a:rPr lang="ja-JP" altLang="en-US" sz="1400" dirty="0"/>
              <a:t>タイトル</a:t>
            </a:r>
            <a:r>
              <a:rPr lang="en-US" altLang="ja-JP" sz="1400" dirty="0"/>
              <a:t>4</a:t>
            </a:r>
            <a:r>
              <a:rPr lang="ja-JP" altLang="en-US" sz="1400" dirty="0"/>
              <a:t>はページ毎に表示する。</a:t>
            </a:r>
            <a:endParaRPr lang="en-US" altLang="ja-JP" sz="1400" dirty="0"/>
          </a:p>
          <a:p>
            <a:r>
              <a:rPr lang="en-US" altLang="ja-JP" sz="1400" dirty="0"/>
              <a:t>STEP</a:t>
            </a:r>
            <a:r>
              <a:rPr lang="ja-JP" altLang="en-US" sz="1400" dirty="0"/>
              <a:t>ｘで、</a:t>
            </a:r>
            <a:r>
              <a:rPr lang="en-US" altLang="ja-JP" sz="1400" dirty="0"/>
              <a:t>STEP3</a:t>
            </a:r>
            <a:r>
              <a:rPr lang="ja-JP" altLang="en-US" sz="1400" dirty="0"/>
              <a:t>以降に表示したものは非表示。ページを切り替える時もいったんこれで非表示にする。</a:t>
            </a:r>
            <a:endParaRPr lang="en-US" altLang="ja-JP" sz="1400" dirty="0"/>
          </a:p>
          <a:p>
            <a:r>
              <a:rPr lang="en-US" altLang="ja-JP" sz="1400" dirty="0" err="1"/>
              <a:t>STEPxx</a:t>
            </a:r>
            <a:r>
              <a:rPr lang="ja-JP" altLang="en-US" sz="1400" dirty="0"/>
              <a:t>は、</a:t>
            </a:r>
            <a:r>
              <a:rPr lang="en-US" altLang="ja-JP" sz="1400" dirty="0"/>
              <a:t>STEP2</a:t>
            </a:r>
            <a:r>
              <a:rPr lang="ja-JP" altLang="en-US" sz="1400" dirty="0"/>
              <a:t>で表示したものを非表示。</a:t>
            </a:r>
            <a:r>
              <a:rPr lang="en-US" altLang="ja-JP" sz="1400" dirty="0"/>
              <a:t>COM001</a:t>
            </a:r>
            <a:r>
              <a:rPr lang="ja-JP" altLang="en-US" sz="1400" dirty="0"/>
              <a:t>の</a:t>
            </a:r>
            <a:r>
              <a:rPr lang="en-US" altLang="ja-JP" sz="1400" dirty="0"/>
              <a:t>TB_</a:t>
            </a:r>
            <a:r>
              <a:rPr lang="ja-JP" altLang="en-US" sz="1400" dirty="0"/>
              <a:t>左上２も非表示</a:t>
            </a:r>
            <a:endParaRPr lang="en-US" altLang="ja-JP" sz="1400" dirty="0"/>
          </a:p>
          <a:p>
            <a:endParaRPr lang="en-US" altLang="ja-JP" sz="1400" dirty="0"/>
          </a:p>
          <a:p>
            <a:r>
              <a:rPr lang="ja-JP" altLang="en-US" sz="1400" dirty="0"/>
              <a:t>ページ毎表示が指定された場合は、</a:t>
            </a:r>
            <a:r>
              <a:rPr lang="en-US" altLang="ja-JP" sz="1400" dirty="0"/>
              <a:t>STEP3</a:t>
            </a:r>
            <a:r>
              <a:rPr lang="ja-JP" altLang="en-US" sz="1400" dirty="0"/>
              <a:t>で、</a:t>
            </a:r>
            <a:r>
              <a:rPr lang="en-US" altLang="ja-JP" sz="1400" dirty="0"/>
              <a:t>1</a:t>
            </a:r>
            <a:r>
              <a:rPr lang="ja-JP" altLang="en-US" sz="1400" dirty="0"/>
              <a:t>ページ目の全選手を表示する。そのあと</a:t>
            </a:r>
            <a:r>
              <a:rPr lang="en-US" altLang="ja-JP" sz="1400" dirty="0"/>
              <a:t>STEP</a:t>
            </a:r>
            <a:r>
              <a:rPr lang="ja-JP" altLang="en-US" sz="1400" dirty="0"/>
              <a:t>ｘを実行してから、</a:t>
            </a:r>
            <a:r>
              <a:rPr lang="en-US" altLang="ja-JP" sz="1400" dirty="0"/>
              <a:t>2</a:t>
            </a:r>
            <a:r>
              <a:rPr lang="ja-JP" altLang="en-US" sz="1400" dirty="0"/>
              <a:t>ページ目ﾉ</a:t>
            </a:r>
            <a:r>
              <a:rPr lang="en-US" altLang="ja-JP" sz="1400" dirty="0"/>
              <a:t>Step3</a:t>
            </a:r>
            <a:r>
              <a:rPr lang="ja-JP" altLang="en-US" sz="1400" dirty="0"/>
              <a:t>を実行する</a:t>
            </a:r>
            <a:br>
              <a:rPr lang="en-US" altLang="ja-JP" sz="1400" dirty="0"/>
            </a:br>
            <a:br>
              <a:rPr lang="en-US" altLang="ja-JP" sz="1400" dirty="0"/>
            </a:br>
            <a:endParaRPr kumimoji="1" lang="en-US" altLang="ja-JP" sz="1400" dirty="0"/>
          </a:p>
          <a:p>
            <a:endParaRPr kumimoji="1" lang="ja-JP" altLang="en-US" sz="1400" dirty="0"/>
          </a:p>
        </p:txBody>
      </p:sp>
    </p:spTree>
    <p:extLst>
      <p:ext uri="{BB962C8B-B14F-4D97-AF65-F5344CB8AC3E}">
        <p14:creationId xmlns:p14="http://schemas.microsoft.com/office/powerpoint/2010/main" val="4118132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CC116D9-F131-0A6A-69EC-1A90182FBF1B}"/>
              </a:ext>
            </a:extLst>
          </p:cNvPr>
          <p:cNvSpPr txBox="1"/>
          <p:nvPr/>
        </p:nvSpPr>
        <p:spPr>
          <a:xfrm>
            <a:off x="290384" y="148281"/>
            <a:ext cx="10521778" cy="8063746"/>
          </a:xfrm>
          <a:prstGeom prst="rect">
            <a:avLst/>
          </a:prstGeom>
          <a:noFill/>
        </p:spPr>
        <p:txBody>
          <a:bodyPr wrap="square" rtlCol="0">
            <a:spAutoFit/>
          </a:bodyPr>
          <a:lstStyle/>
          <a:p>
            <a:r>
              <a:rPr lang="en-US" altLang="ja-JP" sz="1400" dirty="0"/>
              <a:t>DSP_PRG_009 </a:t>
            </a:r>
            <a:r>
              <a:rPr lang="ja-JP" altLang="en-US" sz="1400" dirty="0"/>
              <a:t>決勝結果</a:t>
            </a:r>
            <a:r>
              <a:rPr lang="en-US" altLang="ja-JP" sz="1400" dirty="0"/>
              <a:t>_</a:t>
            </a:r>
            <a:r>
              <a:rPr lang="ja-JP" altLang="en-US" sz="1400" dirty="0"/>
              <a:t>小　の仕様</a:t>
            </a:r>
            <a:endParaRPr lang="en-US" altLang="ja-JP" sz="1400" dirty="0"/>
          </a:p>
          <a:p>
            <a:endParaRPr lang="en-US" altLang="ja-JP" sz="1400" dirty="0"/>
          </a:p>
          <a:p>
            <a:r>
              <a:rPr lang="ja-JP" altLang="en-US" sz="1400" dirty="0"/>
              <a:t>　</a:t>
            </a:r>
            <a:r>
              <a:rPr lang="en-US" altLang="ja-JP" sz="1400" dirty="0"/>
              <a:t>COM001  </a:t>
            </a:r>
            <a:r>
              <a:rPr lang="ja-JP" altLang="en-US" sz="1400" dirty="0"/>
              <a:t>イメージを表示</a:t>
            </a:r>
            <a:endParaRPr lang="en-US" altLang="ja-JP" sz="1400" dirty="0"/>
          </a:p>
          <a:p>
            <a:r>
              <a:rPr lang="ja-JP" altLang="en-US" sz="1400" dirty="0"/>
              <a:t>　　　　　   </a:t>
            </a:r>
            <a:r>
              <a:rPr lang="en-US" altLang="ja-JP" sz="1400" dirty="0"/>
              <a:t>TB_</a:t>
            </a:r>
            <a:r>
              <a:rPr lang="ja-JP" altLang="en-US" sz="1400" dirty="0"/>
              <a:t>左上</a:t>
            </a:r>
            <a:r>
              <a:rPr lang="en-US" altLang="ja-JP" sz="1400" dirty="0"/>
              <a:t>1 </a:t>
            </a:r>
            <a:r>
              <a:rPr lang="ja-JP" altLang="en-US" sz="1400" dirty="0"/>
              <a:t>には、競技会名を表示</a:t>
            </a:r>
            <a:endParaRPr lang="en-US" altLang="ja-JP" sz="1400" dirty="0"/>
          </a:p>
          <a:p>
            <a:r>
              <a:rPr lang="ja-JP" altLang="en-US" sz="1400" dirty="0"/>
              <a:t>　　　　　　</a:t>
            </a:r>
            <a:r>
              <a:rPr lang="en-US" altLang="ja-JP" sz="1400" dirty="0"/>
              <a:t> TB_</a:t>
            </a:r>
            <a:r>
              <a:rPr lang="ja-JP" altLang="en-US" sz="1400" dirty="0"/>
              <a:t>左上</a:t>
            </a:r>
            <a:r>
              <a:rPr lang="en-US" altLang="ja-JP" sz="1400" dirty="0"/>
              <a:t>2 </a:t>
            </a:r>
            <a:r>
              <a:rPr lang="ja-JP" altLang="en-US" sz="1400" dirty="0"/>
              <a:t>には、「表彰式」を表示</a:t>
            </a:r>
            <a:endParaRPr lang="en-US" altLang="ja-JP" sz="1400" dirty="0"/>
          </a:p>
          <a:p>
            <a:r>
              <a:rPr lang="ja-JP" altLang="en-US" sz="1400" dirty="0"/>
              <a:t>    </a:t>
            </a:r>
            <a:r>
              <a:rPr lang="en-US" altLang="ja-JP" sz="1400" dirty="0"/>
              <a:t>COM002</a:t>
            </a:r>
            <a:r>
              <a:rPr lang="ja-JP" altLang="en-US" sz="1400" dirty="0"/>
              <a:t>  右上</a:t>
            </a:r>
            <a:r>
              <a:rPr lang="en-US" altLang="ja-JP" sz="1400" dirty="0"/>
              <a:t>01  </a:t>
            </a:r>
            <a:r>
              <a:rPr lang="ja-JP" altLang="en-US" sz="1400" dirty="0"/>
              <a:t>には、現在時刻を表示　「現在時刻　</a:t>
            </a:r>
            <a:r>
              <a:rPr lang="en-US" altLang="ja-JP" sz="1400" dirty="0"/>
              <a:t>12:59</a:t>
            </a:r>
            <a:r>
              <a:rPr lang="ja-JP" altLang="en-US" sz="1400" dirty="0"/>
              <a:t>」</a:t>
            </a:r>
            <a:endParaRPr lang="en-US" altLang="ja-JP" sz="1400" dirty="0"/>
          </a:p>
          <a:p>
            <a:endParaRPr lang="en-US" altLang="ja-JP" sz="1400" dirty="0"/>
          </a:p>
          <a:p>
            <a:endParaRPr lang="en-US" altLang="ja-JP" sz="1400" dirty="0"/>
          </a:p>
          <a:p>
            <a:r>
              <a:rPr lang="ja-JP" altLang="en-US" sz="1400" dirty="0"/>
              <a:t>　</a:t>
            </a:r>
            <a:r>
              <a:rPr lang="en-US" altLang="ja-JP" sz="1400" dirty="0"/>
              <a:t>LB_</a:t>
            </a:r>
            <a:r>
              <a:rPr lang="ja-JP" altLang="en-US" sz="1400" dirty="0"/>
              <a:t>タイトル</a:t>
            </a:r>
            <a:r>
              <a:rPr lang="en-US" altLang="ja-JP" sz="1400" dirty="0"/>
              <a:t>1 </a:t>
            </a:r>
            <a:r>
              <a:rPr lang="ja-JP" altLang="en-US" sz="1400" dirty="0"/>
              <a:t>には、競技会名を表示</a:t>
            </a:r>
            <a:endParaRPr lang="en-US" altLang="ja-JP" sz="1400" dirty="0"/>
          </a:p>
          <a:p>
            <a:r>
              <a:rPr lang="ja-JP" altLang="en-US" sz="1400" dirty="0"/>
              <a:t>　</a:t>
            </a:r>
            <a:r>
              <a:rPr lang="en-US" altLang="ja-JP" sz="1400" dirty="0"/>
              <a:t>LB_</a:t>
            </a:r>
            <a:r>
              <a:rPr lang="ja-JP" altLang="en-US" sz="1400" dirty="0"/>
              <a:t>タイトル</a:t>
            </a:r>
            <a:r>
              <a:rPr lang="en-US" altLang="ja-JP" sz="1400" dirty="0"/>
              <a:t>2</a:t>
            </a:r>
            <a:r>
              <a:rPr lang="ja-JP" altLang="en-US" sz="1400" dirty="0"/>
              <a:t>には、区分名</a:t>
            </a:r>
            <a:r>
              <a:rPr lang="en-US" altLang="ja-JP" sz="1400" dirty="0"/>
              <a:t>+</a:t>
            </a:r>
            <a:r>
              <a:rPr lang="ja-JP" altLang="en-US" sz="1400" dirty="0"/>
              <a:t>ラウンド名を表示　例「全日本ダンススポーツ選手権スタンダード　決勝」</a:t>
            </a:r>
            <a:endParaRPr lang="en-US" altLang="ja-JP" sz="1400" dirty="0"/>
          </a:p>
          <a:p>
            <a:r>
              <a:rPr lang="ja-JP" altLang="en-US" sz="1400" dirty="0"/>
              <a:t>　</a:t>
            </a:r>
            <a:r>
              <a:rPr lang="en-US" altLang="ja-JP" sz="1400" dirty="0"/>
              <a:t>LB_</a:t>
            </a:r>
            <a:r>
              <a:rPr lang="ja-JP" altLang="en-US" sz="1400" dirty="0"/>
              <a:t>タイトル</a:t>
            </a:r>
            <a:r>
              <a:rPr lang="en-US" altLang="ja-JP" sz="1400" dirty="0"/>
              <a:t>3</a:t>
            </a:r>
            <a:r>
              <a:rPr lang="ja-JP" altLang="en-US" sz="1400" dirty="0"/>
              <a:t>には、ラウンドが決勝の場合は「決勝進出者」と表示。それ以外は「出場選手一覧」と表示</a:t>
            </a:r>
            <a:endParaRPr lang="en-US" altLang="ja-JP" sz="1400" dirty="0"/>
          </a:p>
          <a:p>
            <a:r>
              <a:rPr lang="ja-JP" altLang="en-US" sz="1400" dirty="0"/>
              <a:t>　</a:t>
            </a:r>
            <a:r>
              <a:rPr lang="en-US" altLang="ja-JP" sz="1400" dirty="0"/>
              <a:t> LB_</a:t>
            </a:r>
            <a:r>
              <a:rPr lang="ja-JP" altLang="en-US" sz="1400" dirty="0"/>
              <a:t>タイトル</a:t>
            </a:r>
            <a:r>
              <a:rPr lang="en-US" altLang="ja-JP" sz="1400" dirty="0"/>
              <a:t>4</a:t>
            </a:r>
            <a:r>
              <a:rPr lang="ja-JP" altLang="en-US" sz="1400" dirty="0"/>
              <a:t>には、当画面に表示する選手の数を表示する。例 </a:t>
            </a:r>
            <a:r>
              <a:rPr lang="en-US" altLang="ja-JP" sz="1400" dirty="0"/>
              <a:t>1</a:t>
            </a:r>
            <a:r>
              <a:rPr lang="ja-JP" altLang="en-US" sz="1400" dirty="0"/>
              <a:t>番目から</a:t>
            </a:r>
            <a:r>
              <a:rPr lang="en-US" altLang="ja-JP" sz="1400" dirty="0"/>
              <a:t>10</a:t>
            </a:r>
            <a:r>
              <a:rPr lang="ja-JP" altLang="en-US" sz="1400" dirty="0"/>
              <a:t>番目を表示する場合は「</a:t>
            </a:r>
            <a:r>
              <a:rPr lang="en-US" altLang="ja-JP" sz="1400" dirty="0"/>
              <a:t>1 </a:t>
            </a:r>
            <a:r>
              <a:rPr lang="ja-JP" altLang="en-US" sz="1400" dirty="0"/>
              <a:t>～ </a:t>
            </a:r>
            <a:r>
              <a:rPr lang="en-US" altLang="ja-JP" sz="1400" dirty="0"/>
              <a:t>10</a:t>
            </a:r>
            <a:r>
              <a:rPr lang="ja-JP" altLang="en-US" sz="1400" dirty="0"/>
              <a:t>」</a:t>
            </a:r>
            <a:r>
              <a:rPr lang="en-US" altLang="ja-JP" sz="1400" dirty="0"/>
              <a:t>11</a:t>
            </a:r>
            <a:r>
              <a:rPr lang="ja-JP" altLang="en-US" sz="1400" dirty="0"/>
              <a:t>番目～</a:t>
            </a:r>
            <a:r>
              <a:rPr lang="en-US" altLang="ja-JP" sz="1400" dirty="0"/>
              <a:t>17</a:t>
            </a:r>
            <a:r>
              <a:rPr lang="ja-JP" altLang="en-US" sz="1400" dirty="0"/>
              <a:t>番目を表示する場合は「</a:t>
            </a:r>
            <a:r>
              <a:rPr lang="en-US" altLang="ja-JP" sz="1400" dirty="0"/>
              <a:t>11</a:t>
            </a:r>
            <a:r>
              <a:rPr lang="ja-JP" altLang="en-US" sz="1400" dirty="0"/>
              <a:t> ～ </a:t>
            </a:r>
            <a:r>
              <a:rPr lang="en-US" altLang="ja-JP" sz="1400" dirty="0"/>
              <a:t>17</a:t>
            </a:r>
            <a:r>
              <a:rPr lang="ja-JP" altLang="en-US" sz="1400" dirty="0"/>
              <a:t>」。ただし、</a:t>
            </a:r>
            <a:r>
              <a:rPr lang="en-US" altLang="ja-JP" sz="1400" dirty="0"/>
              <a:t>2</a:t>
            </a:r>
            <a:r>
              <a:rPr lang="ja-JP" altLang="en-US" sz="1400" dirty="0"/>
              <a:t>ページ目以降が不要な場合（</a:t>
            </a:r>
            <a:r>
              <a:rPr lang="en-US" altLang="ja-JP" sz="1400" dirty="0"/>
              <a:t>10</a:t>
            </a:r>
            <a:r>
              <a:rPr lang="ja-JP" altLang="en-US" sz="1400" dirty="0"/>
              <a:t>行で収まる場合）には、</a:t>
            </a:r>
            <a:r>
              <a:rPr lang="en-US" altLang="ja-JP" sz="1400" dirty="0"/>
              <a:t>LB_</a:t>
            </a:r>
            <a:r>
              <a:rPr lang="ja-JP" altLang="en-US" sz="1400" dirty="0"/>
              <a:t>タイトル</a:t>
            </a:r>
            <a:r>
              <a:rPr lang="en-US" altLang="ja-JP" sz="1400" dirty="0"/>
              <a:t>4</a:t>
            </a:r>
            <a:r>
              <a:rPr lang="ja-JP" altLang="en-US" sz="1400" dirty="0"/>
              <a:t>はブランクとする。</a:t>
            </a:r>
            <a:endParaRPr lang="en-US" altLang="ja-JP" sz="1400" dirty="0"/>
          </a:p>
          <a:p>
            <a:endParaRPr lang="en-US" altLang="ja-JP" sz="1400" dirty="0"/>
          </a:p>
          <a:p>
            <a:r>
              <a:rPr lang="ja-JP" altLang="en-US" sz="1400" dirty="0"/>
              <a:t>　出場選手を最大</a:t>
            </a:r>
            <a:r>
              <a:rPr lang="en-US" altLang="ja-JP" sz="1400" dirty="0"/>
              <a:t>10</a:t>
            </a:r>
            <a:r>
              <a:rPr lang="ja-JP" altLang="en-US" sz="1400" dirty="0"/>
              <a:t>行表示。</a:t>
            </a:r>
            <a:r>
              <a:rPr lang="en-US" altLang="ja-JP" sz="1400" dirty="0"/>
              <a:t>10</a:t>
            </a:r>
            <a:r>
              <a:rPr lang="ja-JP" altLang="en-US" sz="1400" dirty="0"/>
              <a:t>行以上になる場合は、</a:t>
            </a:r>
            <a:r>
              <a:rPr lang="en-US" altLang="ja-JP" sz="1400" dirty="0"/>
              <a:t>2</a:t>
            </a:r>
            <a:r>
              <a:rPr lang="ja-JP" altLang="en-US" sz="1400" dirty="0"/>
              <a:t>ページ目を用意。</a:t>
            </a:r>
            <a:endParaRPr lang="en-US" altLang="ja-JP" sz="1400" dirty="0"/>
          </a:p>
          <a:p>
            <a:r>
              <a:rPr lang="ja-JP" altLang="en-US" sz="1400" dirty="0"/>
              <a:t>　</a:t>
            </a:r>
            <a:r>
              <a:rPr lang="en-US" altLang="ja-JP" sz="1400" dirty="0"/>
              <a:t>LB_</a:t>
            </a:r>
            <a:r>
              <a:rPr lang="ja-JP" altLang="en-US" sz="1400" dirty="0"/>
              <a:t>結果</a:t>
            </a:r>
            <a:r>
              <a:rPr lang="en-US" altLang="ja-JP" sz="1400" dirty="0"/>
              <a:t>_</a:t>
            </a:r>
            <a:r>
              <a:rPr lang="ja-JP" altLang="en-US" sz="1400" dirty="0"/>
              <a:t>順位には、順位を表示する。</a:t>
            </a:r>
            <a:r>
              <a:rPr lang="en-US" altLang="ja-JP" sz="1400" dirty="0"/>
              <a:t>1</a:t>
            </a:r>
            <a:r>
              <a:rPr lang="ja-JP" altLang="en-US" sz="1400" dirty="0"/>
              <a:t>位</a:t>
            </a:r>
            <a:r>
              <a:rPr lang="en-US" altLang="ja-JP" sz="1400" dirty="0"/>
              <a:t>=“</a:t>
            </a:r>
            <a:r>
              <a:rPr lang="ja-JP" altLang="en-US" sz="1400" dirty="0"/>
              <a:t>優勝</a:t>
            </a:r>
            <a:r>
              <a:rPr lang="en-US" altLang="ja-JP" sz="1400" dirty="0"/>
              <a:t>” 2</a:t>
            </a:r>
            <a:r>
              <a:rPr lang="ja-JP" altLang="en-US" sz="1400" dirty="0"/>
              <a:t>位</a:t>
            </a:r>
            <a:r>
              <a:rPr lang="en-US" altLang="ja-JP" sz="1400" dirty="0"/>
              <a:t>=“</a:t>
            </a:r>
            <a:r>
              <a:rPr lang="ja-JP" altLang="en-US" sz="1400" dirty="0"/>
              <a:t>準優勝</a:t>
            </a:r>
            <a:r>
              <a:rPr lang="en-US" altLang="ja-JP" sz="1400" dirty="0"/>
              <a:t>” 3</a:t>
            </a:r>
            <a:r>
              <a:rPr lang="ja-JP" altLang="en-US" sz="1400" dirty="0"/>
              <a:t>位</a:t>
            </a:r>
            <a:r>
              <a:rPr lang="en-US" altLang="ja-JP" sz="1400" dirty="0"/>
              <a:t>=“3</a:t>
            </a:r>
            <a:r>
              <a:rPr lang="ja-JP" altLang="en-US" sz="1400" dirty="0"/>
              <a:t>位</a:t>
            </a:r>
            <a:r>
              <a:rPr lang="en-US" altLang="ja-JP" sz="1400" dirty="0"/>
              <a:t>”  </a:t>
            </a:r>
            <a:r>
              <a:rPr lang="ja-JP" altLang="en-US" sz="1400" dirty="0"/>
              <a:t>以下同様</a:t>
            </a:r>
            <a:endParaRPr lang="en-US" altLang="ja-JP" sz="1400" dirty="0"/>
          </a:p>
          <a:p>
            <a:r>
              <a:rPr lang="ja-JP" altLang="en-US" sz="1400" dirty="0"/>
              <a:t>　</a:t>
            </a:r>
            <a:r>
              <a:rPr lang="en-US" altLang="ja-JP" sz="1400" dirty="0"/>
              <a:t>LB_</a:t>
            </a:r>
            <a:r>
              <a:rPr lang="ja-JP" altLang="en-US" sz="1400" dirty="0"/>
              <a:t>結果</a:t>
            </a:r>
            <a:r>
              <a:rPr lang="en-US" altLang="ja-JP" sz="1400" dirty="0"/>
              <a:t>_</a:t>
            </a:r>
            <a:r>
              <a:rPr lang="ja-JP" altLang="en-US" sz="1400" dirty="0"/>
              <a:t>背番号には背番号。　</a:t>
            </a:r>
            <a:endParaRPr lang="en-US" altLang="ja-JP" sz="1400" dirty="0"/>
          </a:p>
          <a:p>
            <a:r>
              <a:rPr lang="ja-JP" altLang="en-US" sz="1400" dirty="0"/>
              <a:t>　</a:t>
            </a:r>
            <a:r>
              <a:rPr lang="en-US" altLang="ja-JP" sz="1400" dirty="0"/>
              <a:t>LB_</a:t>
            </a:r>
            <a:r>
              <a:rPr lang="ja-JP" altLang="en-US" sz="1400" dirty="0"/>
              <a:t>結果</a:t>
            </a:r>
            <a:r>
              <a:rPr lang="en-US" altLang="ja-JP" sz="1400" dirty="0"/>
              <a:t>_</a:t>
            </a:r>
            <a:r>
              <a:rPr lang="ja-JP" altLang="en-US" sz="1400" dirty="0"/>
              <a:t>選手名には、</a:t>
            </a:r>
            <a:r>
              <a:rPr lang="en-US" altLang="ja-JP" sz="1400" dirty="0"/>
              <a:t>L</a:t>
            </a:r>
            <a:r>
              <a:rPr lang="ja-JP" altLang="en-US" sz="1400" dirty="0"/>
              <a:t>表記名</a:t>
            </a:r>
            <a:r>
              <a:rPr lang="en-US" altLang="ja-JP" sz="1400" dirty="0"/>
              <a:t>+</a:t>
            </a:r>
            <a:r>
              <a:rPr lang="ja-JP" altLang="en-US" sz="1400" dirty="0"/>
              <a:t>“・”＋</a:t>
            </a:r>
            <a:r>
              <a:rPr lang="en-US" altLang="ja-JP" sz="1400" dirty="0"/>
              <a:t>P</a:t>
            </a:r>
            <a:r>
              <a:rPr lang="ja-JP" altLang="en-US" sz="1400" dirty="0"/>
              <a:t>表記名の苗字を表示。例「山田・加藤」　</a:t>
            </a:r>
            <a:endParaRPr lang="en-US" altLang="ja-JP" sz="1400" dirty="0"/>
          </a:p>
          <a:p>
            <a:r>
              <a:rPr lang="ja-JP" altLang="en-US" sz="1400" dirty="0"/>
              <a:t>　採点方式が</a:t>
            </a:r>
            <a:r>
              <a:rPr lang="en-US" altLang="ja-JP" sz="1400" dirty="0"/>
              <a:t>AJS</a:t>
            </a:r>
            <a:r>
              <a:rPr lang="ja-JP" altLang="en-US" sz="1400" dirty="0"/>
              <a:t>以外の場合、</a:t>
            </a:r>
            <a:endParaRPr lang="en-US" altLang="ja-JP" sz="1400" dirty="0"/>
          </a:p>
          <a:p>
            <a:r>
              <a:rPr lang="ja-JP" altLang="en-US" sz="1400" dirty="0"/>
              <a:t>　</a:t>
            </a:r>
            <a:r>
              <a:rPr lang="en-US" altLang="ja-JP" sz="1400" dirty="0"/>
              <a:t>LB_</a:t>
            </a:r>
            <a:r>
              <a:rPr lang="ja-JP" altLang="en-US" sz="1400" dirty="0"/>
              <a:t>得点には、カップル所属名を表示するか、</a:t>
            </a:r>
            <a:r>
              <a:rPr lang="en-US" altLang="ja-JP" sz="1400" dirty="0"/>
              <a:t>L</a:t>
            </a:r>
            <a:r>
              <a:rPr lang="ja-JP" altLang="en-US" sz="1400" dirty="0"/>
              <a:t>所属名</a:t>
            </a:r>
            <a:r>
              <a:rPr lang="en-US" altLang="ja-JP" sz="1400" dirty="0"/>
              <a:t>+”/”+P</a:t>
            </a:r>
            <a:r>
              <a:rPr lang="ja-JP" altLang="en-US" sz="1400" dirty="0"/>
              <a:t>所属名 を表示する。</a:t>
            </a:r>
            <a:r>
              <a:rPr lang="en-US" altLang="ja-JP" sz="1400" dirty="0"/>
              <a:t>P</a:t>
            </a:r>
            <a:r>
              <a:rPr lang="ja-JP" altLang="en-US" sz="1400" dirty="0"/>
              <a:t>所属名がブランクの時は</a:t>
            </a:r>
            <a:r>
              <a:rPr lang="en-US" altLang="ja-JP" sz="1400" dirty="0"/>
              <a:t>L</a:t>
            </a:r>
            <a:r>
              <a:rPr lang="ja-JP" altLang="en-US" sz="1400" dirty="0"/>
              <a:t>所属名のみとする。どちらの表記にするかは、呼び出し元で指定可能とする。文字が長い場合には</a:t>
            </a:r>
            <a:r>
              <a:rPr lang="en-US" altLang="ja-JP" sz="1400" dirty="0"/>
              <a:t>2</a:t>
            </a:r>
            <a:r>
              <a:rPr lang="ja-JP" altLang="en-US" sz="1400" dirty="0"/>
              <a:t>行に折り返して表示する。</a:t>
            </a:r>
            <a:endParaRPr lang="en-US" altLang="ja-JP" sz="1400" dirty="0"/>
          </a:p>
          <a:p>
            <a:r>
              <a:rPr lang="ja-JP" altLang="en-US" sz="1400" dirty="0"/>
              <a:t>　採点方式が</a:t>
            </a:r>
            <a:r>
              <a:rPr lang="en-US" altLang="ja-JP" sz="1400" dirty="0"/>
              <a:t>AJS</a:t>
            </a:r>
            <a:r>
              <a:rPr lang="ja-JP" altLang="en-US" sz="1400" dirty="0"/>
              <a:t>の場合</a:t>
            </a:r>
            <a:endParaRPr lang="en-US" altLang="ja-JP" sz="1400" dirty="0"/>
          </a:p>
          <a:p>
            <a:r>
              <a:rPr lang="ja-JP" altLang="en-US" sz="1400" dirty="0"/>
              <a:t>   </a:t>
            </a:r>
            <a:r>
              <a:rPr lang="en-US" altLang="ja-JP" sz="1400" dirty="0"/>
              <a:t>LB_</a:t>
            </a:r>
            <a:r>
              <a:rPr lang="ja-JP" altLang="en-US" sz="1400" dirty="0"/>
              <a:t>得点には、選手の総合得点を表示する。</a:t>
            </a:r>
            <a:endParaRPr lang="en-US" altLang="ja-JP" sz="1400" dirty="0"/>
          </a:p>
          <a:p>
            <a:r>
              <a:rPr lang="ja-JP" altLang="en-US" sz="1400" dirty="0"/>
              <a:t>　</a:t>
            </a:r>
            <a:endParaRPr kumimoji="1" lang="en-US" altLang="ja-JP" sz="1400" dirty="0"/>
          </a:p>
          <a:p>
            <a:endParaRPr lang="en-US" altLang="ja-JP" sz="1400" dirty="0"/>
          </a:p>
          <a:p>
            <a:r>
              <a:rPr lang="en-US" altLang="ja-JP" sz="1400" dirty="0"/>
              <a:t>STEP1</a:t>
            </a:r>
            <a:r>
              <a:rPr lang="ja-JP" altLang="en-US" sz="1400" dirty="0"/>
              <a:t>では、</a:t>
            </a:r>
            <a:r>
              <a:rPr lang="en-US" altLang="ja-JP" sz="1400" dirty="0"/>
              <a:t>COM001,COM002, COM003 </a:t>
            </a:r>
            <a:r>
              <a:rPr lang="ja-JP" altLang="en-US" sz="1400" dirty="0"/>
              <a:t>を表示</a:t>
            </a:r>
            <a:endParaRPr lang="en-US" altLang="ja-JP" sz="1400" dirty="0"/>
          </a:p>
          <a:p>
            <a:r>
              <a:rPr lang="en-US" altLang="ja-JP" sz="1400" dirty="0"/>
              <a:t>STEP2</a:t>
            </a:r>
            <a:r>
              <a:rPr lang="ja-JP" altLang="en-US" sz="1400" dirty="0"/>
              <a:t>では、</a:t>
            </a:r>
            <a:r>
              <a:rPr lang="en-US" altLang="ja-JP" sz="1400" dirty="0"/>
              <a:t> IM_</a:t>
            </a:r>
            <a:r>
              <a:rPr lang="ja-JP" altLang="en-US" sz="1400" dirty="0"/>
              <a:t>タイトル</a:t>
            </a:r>
            <a:r>
              <a:rPr lang="en-US" altLang="ja-JP" sz="1400" dirty="0"/>
              <a:t>1-3</a:t>
            </a:r>
            <a:r>
              <a:rPr lang="ja-JP" altLang="en-US" sz="1400" dirty="0"/>
              <a:t>、</a:t>
            </a:r>
            <a:r>
              <a:rPr lang="en-US" altLang="ja-JP" sz="1400" dirty="0"/>
              <a:t>LB_</a:t>
            </a:r>
            <a:r>
              <a:rPr lang="ja-JP" altLang="en-US" sz="1400" dirty="0"/>
              <a:t>タイトル</a:t>
            </a:r>
            <a:r>
              <a:rPr lang="en-US" altLang="ja-JP" sz="1400" dirty="0"/>
              <a:t>1-3</a:t>
            </a:r>
            <a:r>
              <a:rPr lang="ja-JP" altLang="en-US" sz="1400" dirty="0"/>
              <a:t>を表示</a:t>
            </a:r>
            <a:endParaRPr lang="en-US" altLang="ja-JP" sz="1400" dirty="0"/>
          </a:p>
          <a:p>
            <a:r>
              <a:rPr lang="en-US" altLang="ja-JP" sz="1400" dirty="0"/>
              <a:t>STEP3</a:t>
            </a:r>
            <a:r>
              <a:rPr lang="ja-JP" altLang="en-US" sz="1400" dirty="0"/>
              <a:t>で、</a:t>
            </a:r>
            <a:r>
              <a:rPr lang="en-US" altLang="ja-JP" sz="1400" dirty="0"/>
              <a:t>LB_</a:t>
            </a:r>
            <a:r>
              <a:rPr lang="ja-JP" altLang="en-US" sz="1400" dirty="0"/>
              <a:t>タイトル</a:t>
            </a:r>
            <a:r>
              <a:rPr lang="en-US" altLang="ja-JP" sz="1400" dirty="0"/>
              <a:t>_4</a:t>
            </a:r>
            <a:r>
              <a:rPr lang="ja-JP" altLang="en-US" sz="1400" dirty="0"/>
              <a:t>と、対象の</a:t>
            </a:r>
            <a:r>
              <a:rPr lang="en-US" altLang="ja-JP" sz="1400" dirty="0"/>
              <a:t>IM_</a:t>
            </a:r>
            <a:r>
              <a:rPr lang="ja-JP" altLang="en-US" sz="1400" dirty="0"/>
              <a:t>明細、</a:t>
            </a:r>
            <a:r>
              <a:rPr lang="en-US" altLang="ja-JP" sz="1400" dirty="0"/>
              <a:t> LB_</a:t>
            </a:r>
            <a:r>
              <a:rPr lang="ja-JP" altLang="en-US" sz="1400" dirty="0"/>
              <a:t>結果</a:t>
            </a:r>
            <a:r>
              <a:rPr lang="en-US" altLang="ja-JP" sz="1400" dirty="0"/>
              <a:t>_</a:t>
            </a:r>
            <a:r>
              <a:rPr lang="ja-JP" altLang="en-US" sz="1400" dirty="0"/>
              <a:t>順位、</a:t>
            </a:r>
            <a:r>
              <a:rPr lang="en-US" altLang="ja-JP" sz="1400" dirty="0"/>
              <a:t>LB_</a:t>
            </a:r>
            <a:r>
              <a:rPr lang="ja-JP" altLang="en-US" sz="1400" dirty="0"/>
              <a:t>結果</a:t>
            </a:r>
            <a:r>
              <a:rPr lang="en-US" altLang="ja-JP" sz="1400" dirty="0"/>
              <a:t>_</a:t>
            </a:r>
            <a:r>
              <a:rPr lang="ja-JP" altLang="en-US" sz="1400" dirty="0"/>
              <a:t>背番号、</a:t>
            </a:r>
            <a:r>
              <a:rPr lang="en-US" altLang="ja-JP" sz="1400" dirty="0"/>
              <a:t> LB_</a:t>
            </a:r>
            <a:r>
              <a:rPr lang="ja-JP" altLang="en-US" sz="1400" dirty="0"/>
              <a:t>結果</a:t>
            </a:r>
            <a:r>
              <a:rPr lang="en-US" altLang="ja-JP" sz="1400" dirty="0"/>
              <a:t>_</a:t>
            </a:r>
            <a:r>
              <a:rPr lang="ja-JP" altLang="en-US" sz="1400" dirty="0"/>
              <a:t>選手名、</a:t>
            </a:r>
            <a:r>
              <a:rPr lang="en-US" altLang="ja-JP" sz="1400" dirty="0"/>
              <a:t> LB_</a:t>
            </a:r>
            <a:r>
              <a:rPr lang="ja-JP" altLang="en-US" sz="1400" dirty="0"/>
              <a:t>結果</a:t>
            </a:r>
            <a:r>
              <a:rPr lang="en-US" altLang="ja-JP" sz="1400" dirty="0"/>
              <a:t>_</a:t>
            </a:r>
            <a:r>
              <a:rPr lang="ja-JP" altLang="en-US" sz="1400" dirty="0"/>
              <a:t>得点を表示</a:t>
            </a:r>
            <a:endParaRPr lang="en-US" altLang="ja-JP" sz="1400" dirty="0"/>
          </a:p>
          <a:p>
            <a:r>
              <a:rPr lang="en-US" altLang="ja-JP" sz="1400" dirty="0"/>
              <a:t>STEP4</a:t>
            </a:r>
            <a:r>
              <a:rPr lang="ja-JP" altLang="en-US" sz="1400" dirty="0"/>
              <a:t>で、</a:t>
            </a:r>
            <a:r>
              <a:rPr lang="en-US" altLang="ja-JP" sz="1400" dirty="0"/>
              <a:t>STEP3</a:t>
            </a:r>
            <a:r>
              <a:rPr lang="ja-JP" altLang="en-US" sz="1400" dirty="0"/>
              <a:t>で表示したものを非表示</a:t>
            </a:r>
            <a:endParaRPr lang="en-US" altLang="ja-JP" sz="1400" dirty="0"/>
          </a:p>
          <a:p>
            <a:r>
              <a:rPr lang="en-US" altLang="ja-JP" sz="1400" dirty="0"/>
              <a:t>STEP5</a:t>
            </a:r>
            <a:r>
              <a:rPr lang="ja-JP" altLang="en-US" sz="1400" dirty="0"/>
              <a:t>は、</a:t>
            </a:r>
            <a:r>
              <a:rPr lang="en-US" altLang="ja-JP" sz="1400" dirty="0"/>
              <a:t>STEP2</a:t>
            </a:r>
            <a:r>
              <a:rPr lang="ja-JP" altLang="en-US" sz="1400" dirty="0"/>
              <a:t>で表示したものを非表示。</a:t>
            </a:r>
            <a:br>
              <a:rPr lang="en-US" altLang="ja-JP" sz="1400" dirty="0"/>
            </a:br>
            <a:br>
              <a:rPr lang="en-US" altLang="ja-JP" sz="1400" dirty="0"/>
            </a:br>
            <a:r>
              <a:rPr lang="en-US" altLang="ja-JP" sz="1400" dirty="0"/>
              <a:t>STEP3</a:t>
            </a:r>
            <a:r>
              <a:rPr lang="ja-JP" altLang="en-US" sz="1400" dirty="0"/>
              <a:t>を表示したあと、次のヒートに進むときは、</a:t>
            </a:r>
            <a:r>
              <a:rPr lang="en-US" altLang="ja-JP" sz="1400" dirty="0"/>
              <a:t>STEP4-</a:t>
            </a:r>
            <a:r>
              <a:rPr lang="ja-JP" altLang="en-US" sz="1400" dirty="0"/>
              <a:t>＞</a:t>
            </a:r>
            <a:r>
              <a:rPr lang="en-US" altLang="ja-JP" sz="1400" dirty="0"/>
              <a:t>STEP3 </a:t>
            </a:r>
            <a:r>
              <a:rPr lang="ja-JP" altLang="en-US" sz="1400" dirty="0"/>
              <a:t>を表示する。</a:t>
            </a:r>
            <a:endParaRPr lang="en-US" altLang="ja-JP" sz="1400" dirty="0"/>
          </a:p>
          <a:p>
            <a:r>
              <a:rPr lang="ja-JP" altLang="en-US" sz="1400" dirty="0"/>
              <a:t>この画面を表示しない時は、</a:t>
            </a:r>
            <a:r>
              <a:rPr lang="en-US" altLang="ja-JP" sz="1400" dirty="0"/>
              <a:t> STEP4-</a:t>
            </a:r>
            <a:r>
              <a:rPr lang="ja-JP" altLang="en-US" sz="1400" dirty="0"/>
              <a:t>＞ </a:t>
            </a:r>
            <a:r>
              <a:rPr lang="en-US" altLang="ja-JP" sz="1400" dirty="0"/>
              <a:t>STEP5</a:t>
            </a:r>
            <a:r>
              <a:rPr lang="ja-JP" altLang="en-US" sz="1400" dirty="0"/>
              <a:t>を実行する。</a:t>
            </a:r>
            <a:br>
              <a:rPr lang="en-US" altLang="ja-JP" sz="1400" dirty="0"/>
            </a:br>
            <a:endParaRPr lang="en-US" altLang="ja-JP" sz="1400" dirty="0"/>
          </a:p>
          <a:p>
            <a:endParaRPr kumimoji="1" lang="en-US" altLang="ja-JP" sz="1400" dirty="0"/>
          </a:p>
          <a:p>
            <a:endParaRPr kumimoji="1" lang="ja-JP" altLang="en-US" sz="1400" dirty="0"/>
          </a:p>
        </p:txBody>
      </p:sp>
    </p:spTree>
    <p:extLst>
      <p:ext uri="{BB962C8B-B14F-4D97-AF65-F5344CB8AC3E}">
        <p14:creationId xmlns:p14="http://schemas.microsoft.com/office/powerpoint/2010/main" val="21211803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D86230FC-2B9F-002A-062A-5F7499B16438}"/>
              </a:ext>
            </a:extLst>
          </p:cNvPr>
          <p:cNvSpPr txBox="1"/>
          <p:nvPr/>
        </p:nvSpPr>
        <p:spPr>
          <a:xfrm>
            <a:off x="559293" y="479394"/>
            <a:ext cx="9417963" cy="5078313"/>
          </a:xfrm>
          <a:prstGeom prst="rect">
            <a:avLst/>
          </a:prstGeom>
          <a:noFill/>
        </p:spPr>
        <p:txBody>
          <a:bodyPr wrap="none" rtlCol="0">
            <a:spAutoFit/>
          </a:bodyPr>
          <a:lstStyle/>
          <a:p>
            <a:r>
              <a:rPr kumimoji="1" lang="ja-JP" altLang="en-US" dirty="0"/>
              <a:t>メインウィンドウの進行タブの設計</a:t>
            </a:r>
            <a:endParaRPr kumimoji="1" lang="en-US" altLang="ja-JP" dirty="0"/>
          </a:p>
          <a:p>
            <a:endParaRPr lang="en-US" altLang="ja-JP" dirty="0"/>
          </a:p>
          <a:p>
            <a:r>
              <a:rPr kumimoji="1" lang="en-US" altLang="ja-JP" dirty="0"/>
              <a:t>1</a:t>
            </a:r>
            <a:r>
              <a:rPr kumimoji="1" lang="ja-JP" altLang="en-US" dirty="0"/>
              <a:t>面か</a:t>
            </a:r>
            <a:r>
              <a:rPr kumimoji="1" lang="en-US" altLang="ja-JP" dirty="0"/>
              <a:t>2</a:t>
            </a:r>
            <a:r>
              <a:rPr kumimoji="1" lang="ja-JP" altLang="en-US" dirty="0"/>
              <a:t>面を選択</a:t>
            </a:r>
            <a:endParaRPr kumimoji="1" lang="en-US" altLang="ja-JP" dirty="0"/>
          </a:p>
          <a:p>
            <a:r>
              <a:rPr kumimoji="1" lang="ja-JP" altLang="en-US" dirty="0"/>
              <a:t>　</a:t>
            </a:r>
            <a:r>
              <a:rPr kumimoji="1" lang="en-US" altLang="ja-JP" dirty="0"/>
              <a:t>1</a:t>
            </a:r>
            <a:r>
              <a:rPr kumimoji="1" lang="ja-JP" altLang="en-US" dirty="0"/>
              <a:t>面の場合はフロアーを選択。（</a:t>
            </a:r>
            <a:r>
              <a:rPr kumimoji="1" lang="en-US" altLang="ja-JP" dirty="0"/>
              <a:t>1</a:t>
            </a:r>
            <a:r>
              <a:rPr kumimoji="1" lang="ja-JP" altLang="en-US" dirty="0"/>
              <a:t>フロアーだけの時は選択不要）</a:t>
            </a:r>
            <a:endParaRPr kumimoji="1" lang="en-US" altLang="ja-JP" dirty="0"/>
          </a:p>
          <a:p>
            <a:r>
              <a:rPr kumimoji="1" lang="ja-JP" altLang="en-US" dirty="0"/>
              <a:t>　</a:t>
            </a:r>
            <a:r>
              <a:rPr kumimoji="1" lang="en-US" altLang="ja-JP" dirty="0" err="1"/>
              <a:t>DS_Status</a:t>
            </a:r>
            <a:r>
              <a:rPr kumimoji="1" lang="ja-JP" altLang="en-US" dirty="0"/>
              <a:t>から該当の進行を取得し、一覧で表示。</a:t>
            </a:r>
            <a:endParaRPr kumimoji="1" lang="en-US" altLang="ja-JP" dirty="0"/>
          </a:p>
          <a:p>
            <a:r>
              <a:rPr lang="ja-JP" altLang="en-US" dirty="0"/>
              <a:t>　　進行番号＋区分名＋ラウンド名</a:t>
            </a:r>
            <a:endParaRPr lang="en-US" altLang="ja-JP" dirty="0"/>
          </a:p>
          <a:p>
            <a:endParaRPr kumimoji="1" lang="en-US" altLang="ja-JP" dirty="0"/>
          </a:p>
          <a:p>
            <a:r>
              <a:rPr lang="ja-JP" altLang="en-US" dirty="0"/>
              <a:t>・進行のみ表示か、ヒート表も表示か？</a:t>
            </a:r>
            <a:endParaRPr lang="en-US" altLang="ja-JP" dirty="0"/>
          </a:p>
          <a:p>
            <a:r>
              <a:rPr kumimoji="1" lang="ja-JP" altLang="en-US" dirty="0"/>
              <a:t>・大か小か？　</a:t>
            </a:r>
            <a:endParaRPr kumimoji="1" lang="en-US" altLang="ja-JP" dirty="0"/>
          </a:p>
          <a:p>
            <a:r>
              <a:rPr lang="ja-JP" altLang="en-US" dirty="0"/>
              <a:t>　　→これらはそれぞれどの画面を使うかはあらかじめシナリオファイルで定義しておく</a:t>
            </a:r>
            <a:endParaRPr kumimoji="1" lang="en-US" altLang="ja-JP" dirty="0"/>
          </a:p>
          <a:p>
            <a:endParaRPr lang="en-US" altLang="ja-JP" dirty="0"/>
          </a:p>
          <a:p>
            <a:r>
              <a:rPr kumimoji="1" lang="ja-JP" altLang="en-US" dirty="0"/>
              <a:t>上記を選択した上で、再生ボタンを押すと、表示が進む。</a:t>
            </a:r>
            <a:endParaRPr kumimoji="1" lang="en-US" altLang="ja-JP" dirty="0"/>
          </a:p>
          <a:p>
            <a:endParaRPr lang="en-US" altLang="ja-JP" dirty="0"/>
          </a:p>
          <a:p>
            <a:r>
              <a:rPr lang="ja-JP" altLang="en-US" dirty="0"/>
              <a:t>進行途中でも以下の表示が可能</a:t>
            </a:r>
            <a:endParaRPr lang="en-US" altLang="ja-JP" dirty="0"/>
          </a:p>
          <a:p>
            <a:r>
              <a:rPr lang="ja-JP" altLang="en-US" dirty="0"/>
              <a:t>　「インターバル」</a:t>
            </a:r>
            <a:endParaRPr lang="en-US" altLang="ja-JP" dirty="0"/>
          </a:p>
          <a:p>
            <a:r>
              <a:rPr lang="ja-JP" altLang="en-US" dirty="0"/>
              <a:t>　「調整中　お待ちください」</a:t>
            </a:r>
            <a:endParaRPr lang="en-US" altLang="ja-JP" dirty="0"/>
          </a:p>
          <a:p>
            <a:r>
              <a:rPr lang="ja-JP" altLang="en-US" dirty="0"/>
              <a:t>　任意のメッセージを指定して表示「」</a:t>
            </a:r>
            <a:endParaRPr lang="en-US" altLang="ja-JP" dirty="0"/>
          </a:p>
          <a:p>
            <a:endParaRPr kumimoji="1" lang="ja-JP" altLang="en-US" dirty="0"/>
          </a:p>
        </p:txBody>
      </p:sp>
    </p:spTree>
    <p:extLst>
      <p:ext uri="{BB962C8B-B14F-4D97-AF65-F5344CB8AC3E}">
        <p14:creationId xmlns:p14="http://schemas.microsoft.com/office/powerpoint/2010/main" val="19633781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8000"/>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888E68E1-64F4-C7DC-9D9B-1BFB0FA19BA1}"/>
              </a:ext>
            </a:extLst>
          </p:cNvPr>
          <p:cNvSpPr/>
          <p:nvPr/>
        </p:nvSpPr>
        <p:spPr>
          <a:xfrm>
            <a:off x="1317030" y="1248367"/>
            <a:ext cx="9655769" cy="625403"/>
          </a:xfrm>
          <a:prstGeom prst="rect">
            <a:avLst/>
          </a:prstGeom>
          <a:gradFill>
            <a:gsLst>
              <a:gs pos="8000">
                <a:srgbClr val="006666"/>
              </a:gs>
              <a:gs pos="48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a:solidFill>
                <a:schemeClr val="bg1"/>
              </a:solidFill>
            </a:endParaRPr>
          </a:p>
        </p:txBody>
      </p:sp>
      <p:sp>
        <p:nvSpPr>
          <p:cNvPr id="21" name="正方形/長方形 20">
            <a:extLst>
              <a:ext uri="{FF2B5EF4-FFF2-40B4-BE49-F238E27FC236}">
                <a16:creationId xmlns:a16="http://schemas.microsoft.com/office/drawing/2014/main" id="{D8535294-CB8E-AC5B-33BB-8CC737D6EB1E}"/>
              </a:ext>
            </a:extLst>
          </p:cNvPr>
          <p:cNvSpPr/>
          <p:nvPr/>
        </p:nvSpPr>
        <p:spPr>
          <a:xfrm>
            <a:off x="1317031" y="721244"/>
            <a:ext cx="5145316" cy="527124"/>
          </a:xfrm>
          <a:prstGeom prst="rect">
            <a:avLst/>
          </a:prstGeom>
          <a:gradFill>
            <a:gsLst>
              <a:gs pos="86000">
                <a:srgbClr val="004846"/>
              </a:gs>
              <a:gs pos="100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a:solidFill>
                <a:schemeClr val="bg1"/>
              </a:solidFill>
            </a:endParaRPr>
          </a:p>
        </p:txBody>
      </p:sp>
      <p:sp>
        <p:nvSpPr>
          <p:cNvPr id="5" name="テキスト ボックス 4">
            <a:extLst>
              <a:ext uri="{FF2B5EF4-FFF2-40B4-BE49-F238E27FC236}">
                <a16:creationId xmlns:a16="http://schemas.microsoft.com/office/drawing/2014/main" id="{FF481A78-0663-808F-B26C-C4647510C417}"/>
              </a:ext>
            </a:extLst>
          </p:cNvPr>
          <p:cNvSpPr txBox="1"/>
          <p:nvPr/>
        </p:nvSpPr>
        <p:spPr>
          <a:xfrm>
            <a:off x="1317029" y="1319220"/>
            <a:ext cx="5292435" cy="461665"/>
          </a:xfrm>
          <a:prstGeom prst="rect">
            <a:avLst/>
          </a:prstGeom>
          <a:noFill/>
        </p:spPr>
        <p:txBody>
          <a:bodyPr wrap="square" rtlCol="0">
            <a:spAutoFit/>
          </a:bodyPr>
          <a:lstStyle/>
          <a:p>
            <a:r>
              <a:rPr kumimoji="1" lang="ja-JP" altLang="en-US" sz="2400" b="1" dirty="0">
                <a:solidFill>
                  <a:schemeClr val="bg1"/>
                </a:solidFill>
                <a:latin typeface="ＭＳ Ｐゴシック" panose="020B0600070205080204" pitchFamily="50" charset="-128"/>
                <a:ea typeface="ＭＳ Ｐゴシック" panose="020B0600070205080204" pitchFamily="50" charset="-128"/>
              </a:rPr>
              <a:t>ワルツ</a:t>
            </a:r>
          </a:p>
        </p:txBody>
      </p:sp>
      <p:sp>
        <p:nvSpPr>
          <p:cNvPr id="7" name="正方形/長方形 6">
            <a:extLst>
              <a:ext uri="{FF2B5EF4-FFF2-40B4-BE49-F238E27FC236}">
                <a16:creationId xmlns:a16="http://schemas.microsoft.com/office/drawing/2014/main" id="{3599546C-0192-8509-76F7-56309CDFEFE9}"/>
              </a:ext>
            </a:extLst>
          </p:cNvPr>
          <p:cNvSpPr/>
          <p:nvPr/>
        </p:nvSpPr>
        <p:spPr>
          <a:xfrm>
            <a:off x="1566616" y="2366041"/>
            <a:ext cx="9159353" cy="559998"/>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8" name="テキスト ボックス 7">
            <a:extLst>
              <a:ext uri="{FF2B5EF4-FFF2-40B4-BE49-F238E27FC236}">
                <a16:creationId xmlns:a16="http://schemas.microsoft.com/office/drawing/2014/main" id="{AB2C340C-5916-BCCE-9D29-E2A0030B56E3}"/>
              </a:ext>
            </a:extLst>
          </p:cNvPr>
          <p:cNvSpPr txBox="1"/>
          <p:nvPr/>
        </p:nvSpPr>
        <p:spPr>
          <a:xfrm>
            <a:off x="1711489" y="2397008"/>
            <a:ext cx="4971233" cy="461665"/>
          </a:xfrm>
          <a:prstGeom prst="rect">
            <a:avLst/>
          </a:prstGeom>
          <a:noFill/>
        </p:spPr>
        <p:txBody>
          <a:bodyPr wrap="none" rtlCol="0">
            <a:spAutoFit/>
          </a:bodyPr>
          <a:lstStyle/>
          <a:p>
            <a:r>
              <a:rPr kumimoji="1" lang="en-US" altLang="ja-JP" sz="2400" b="1" dirty="0">
                <a:solidFill>
                  <a:srgbClr val="0000CC"/>
                </a:solidFill>
                <a:latin typeface="ＭＳ Ｐゴシック" panose="020B0600070205080204" pitchFamily="50" charset="-128"/>
                <a:ea typeface="ＭＳ Ｐゴシック" panose="020B0600070205080204" pitchFamily="50" charset="-128"/>
              </a:rPr>
              <a:t>1</a:t>
            </a:r>
            <a:r>
              <a:rPr kumimoji="1" lang="ja-JP" altLang="en-US" sz="2400" b="1" dirty="0">
                <a:solidFill>
                  <a:srgbClr val="0000CC"/>
                </a:solidFill>
                <a:latin typeface="ＭＳ Ｐゴシック" panose="020B0600070205080204" pitchFamily="50" charset="-128"/>
                <a:ea typeface="ＭＳ Ｐゴシック" panose="020B0600070205080204" pitchFamily="50" charset="-128"/>
              </a:rPr>
              <a:t>位　</a:t>
            </a:r>
            <a:r>
              <a:rPr kumimoji="1" lang="en-US" altLang="ja-JP" sz="2400" b="1" dirty="0">
                <a:solidFill>
                  <a:srgbClr val="0000CC"/>
                </a:solidFill>
                <a:latin typeface="ＭＳ Ｐゴシック" panose="020B0600070205080204" pitchFamily="50" charset="-128"/>
                <a:ea typeface="ＭＳ Ｐゴシック" panose="020B0600070205080204" pitchFamily="50" charset="-128"/>
              </a:rPr>
              <a:t>999 </a:t>
            </a:r>
            <a:r>
              <a:rPr kumimoji="1" lang="ja-JP" altLang="en-US" sz="2400" b="1" dirty="0">
                <a:solidFill>
                  <a:srgbClr val="0000CC"/>
                </a:solidFill>
                <a:latin typeface="ＭＳ Ｐゴシック" panose="020B0600070205080204" pitchFamily="50" charset="-128"/>
                <a:ea typeface="ＭＳ Ｐゴシック" panose="020B0600070205080204" pitchFamily="50" charset="-128"/>
              </a:rPr>
              <a:t>〇〇　□□・△△　</a:t>
            </a:r>
            <a:r>
              <a:rPr kumimoji="1" lang="en-US" altLang="ja-JP" sz="2400" b="1" dirty="0">
                <a:solidFill>
                  <a:srgbClr val="0000CC"/>
                </a:solidFill>
                <a:latin typeface="ＭＳ Ｐゴシック" panose="020B0600070205080204" pitchFamily="50" charset="-128"/>
                <a:ea typeface="ＭＳ Ｐゴシック" panose="020B0600070205080204" pitchFamily="50" charset="-128"/>
              </a:rPr>
              <a:t>×××</a:t>
            </a:r>
            <a:r>
              <a:rPr kumimoji="1" lang="ja-JP" altLang="en-US" sz="2400" b="1" dirty="0">
                <a:solidFill>
                  <a:srgbClr val="0000CC"/>
                </a:solidFill>
                <a:latin typeface="ＭＳ Ｐゴシック" panose="020B0600070205080204" pitchFamily="50" charset="-128"/>
                <a:ea typeface="ＭＳ Ｐゴシック" panose="020B0600070205080204" pitchFamily="50" charset="-128"/>
              </a:rPr>
              <a:t>　</a:t>
            </a:r>
          </a:p>
        </p:txBody>
      </p:sp>
      <p:sp>
        <p:nvSpPr>
          <p:cNvPr id="9" name="テキスト ボックス 8">
            <a:extLst>
              <a:ext uri="{FF2B5EF4-FFF2-40B4-BE49-F238E27FC236}">
                <a16:creationId xmlns:a16="http://schemas.microsoft.com/office/drawing/2014/main" id="{8794E82F-6F57-F4DC-87CD-D06A4A75A23E}"/>
              </a:ext>
            </a:extLst>
          </p:cNvPr>
          <p:cNvSpPr txBox="1"/>
          <p:nvPr/>
        </p:nvSpPr>
        <p:spPr>
          <a:xfrm>
            <a:off x="9157566" y="2397008"/>
            <a:ext cx="1112805" cy="461665"/>
          </a:xfrm>
          <a:prstGeom prst="rect">
            <a:avLst/>
          </a:prstGeom>
          <a:noFill/>
        </p:spPr>
        <p:txBody>
          <a:bodyPr wrap="none" rtlCol="0">
            <a:spAutoFit/>
          </a:bodyPr>
          <a:lstStyle/>
          <a:p>
            <a:r>
              <a:rPr lang="ja-JP" altLang="en-US" sz="2400" b="1" dirty="0">
                <a:solidFill>
                  <a:srgbClr val="0000CC"/>
                </a:solidFill>
                <a:latin typeface="ＭＳ Ｐゴシック" panose="020B0600070205080204" pitchFamily="50" charset="-128"/>
                <a:ea typeface="ＭＳ Ｐゴシック" panose="020B0600070205080204" pitchFamily="50" charset="-128"/>
              </a:rPr>
              <a:t>東京都</a:t>
            </a:r>
            <a:endParaRPr kumimoji="1" lang="ja-JP" altLang="en-US" sz="2400" b="1" dirty="0">
              <a:solidFill>
                <a:srgbClr val="0000CC"/>
              </a:solidFill>
              <a:latin typeface="ＭＳ Ｐゴシック" panose="020B0600070205080204" pitchFamily="50" charset="-128"/>
              <a:ea typeface="ＭＳ Ｐゴシック" panose="020B0600070205080204" pitchFamily="50" charset="-128"/>
            </a:endParaRPr>
          </a:p>
        </p:txBody>
      </p:sp>
      <p:sp>
        <p:nvSpPr>
          <p:cNvPr id="10" name="正方形/長方形 9">
            <a:extLst>
              <a:ext uri="{FF2B5EF4-FFF2-40B4-BE49-F238E27FC236}">
                <a16:creationId xmlns:a16="http://schemas.microsoft.com/office/drawing/2014/main" id="{6DF0CC65-AE8E-284D-FC02-9B2D90B2C977}"/>
              </a:ext>
            </a:extLst>
          </p:cNvPr>
          <p:cNvSpPr/>
          <p:nvPr/>
        </p:nvSpPr>
        <p:spPr>
          <a:xfrm>
            <a:off x="1566616" y="2952531"/>
            <a:ext cx="9159353" cy="559998"/>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11" name="テキスト ボックス 10">
            <a:extLst>
              <a:ext uri="{FF2B5EF4-FFF2-40B4-BE49-F238E27FC236}">
                <a16:creationId xmlns:a16="http://schemas.microsoft.com/office/drawing/2014/main" id="{5F395210-3209-DF26-AEDB-C296335E31DE}"/>
              </a:ext>
            </a:extLst>
          </p:cNvPr>
          <p:cNvSpPr txBox="1"/>
          <p:nvPr/>
        </p:nvSpPr>
        <p:spPr>
          <a:xfrm>
            <a:off x="1711489" y="2983498"/>
            <a:ext cx="4971233" cy="461665"/>
          </a:xfrm>
          <a:prstGeom prst="rect">
            <a:avLst/>
          </a:prstGeom>
          <a:noFill/>
        </p:spPr>
        <p:txBody>
          <a:bodyPr wrap="none" rtlCol="0">
            <a:spAutoFit/>
          </a:bodyPr>
          <a:lstStyle/>
          <a:p>
            <a:r>
              <a:rPr kumimoji="1" lang="en-US" altLang="ja-JP" sz="2400" b="1" dirty="0">
                <a:solidFill>
                  <a:srgbClr val="0000CC"/>
                </a:solidFill>
                <a:latin typeface="ＭＳ Ｐゴシック" panose="020B0600070205080204" pitchFamily="50" charset="-128"/>
                <a:ea typeface="ＭＳ Ｐゴシック" panose="020B0600070205080204" pitchFamily="50" charset="-128"/>
              </a:rPr>
              <a:t>1</a:t>
            </a:r>
            <a:r>
              <a:rPr kumimoji="1" lang="ja-JP" altLang="en-US" sz="2400" b="1" dirty="0">
                <a:solidFill>
                  <a:srgbClr val="0000CC"/>
                </a:solidFill>
                <a:latin typeface="ＭＳ Ｐゴシック" panose="020B0600070205080204" pitchFamily="50" charset="-128"/>
                <a:ea typeface="ＭＳ Ｐゴシック" panose="020B0600070205080204" pitchFamily="50" charset="-128"/>
              </a:rPr>
              <a:t>位　</a:t>
            </a:r>
            <a:r>
              <a:rPr kumimoji="1" lang="en-US" altLang="ja-JP" sz="2400" b="1" dirty="0">
                <a:solidFill>
                  <a:srgbClr val="0000CC"/>
                </a:solidFill>
                <a:latin typeface="ＭＳ Ｐゴシック" panose="020B0600070205080204" pitchFamily="50" charset="-128"/>
                <a:ea typeface="ＭＳ Ｐゴシック" panose="020B0600070205080204" pitchFamily="50" charset="-128"/>
              </a:rPr>
              <a:t>999 </a:t>
            </a:r>
            <a:r>
              <a:rPr kumimoji="1" lang="ja-JP" altLang="en-US" sz="2400" b="1" dirty="0">
                <a:solidFill>
                  <a:srgbClr val="0000CC"/>
                </a:solidFill>
                <a:latin typeface="ＭＳ Ｐゴシック" panose="020B0600070205080204" pitchFamily="50" charset="-128"/>
                <a:ea typeface="ＭＳ Ｐゴシック" panose="020B0600070205080204" pitchFamily="50" charset="-128"/>
              </a:rPr>
              <a:t>〇〇　□□・△△　</a:t>
            </a:r>
            <a:r>
              <a:rPr kumimoji="1" lang="en-US" altLang="ja-JP" sz="2400" b="1" dirty="0">
                <a:solidFill>
                  <a:srgbClr val="0000CC"/>
                </a:solidFill>
                <a:latin typeface="ＭＳ Ｐゴシック" panose="020B0600070205080204" pitchFamily="50" charset="-128"/>
                <a:ea typeface="ＭＳ Ｐゴシック" panose="020B0600070205080204" pitchFamily="50" charset="-128"/>
              </a:rPr>
              <a:t>×××</a:t>
            </a:r>
            <a:r>
              <a:rPr kumimoji="1" lang="ja-JP" altLang="en-US" sz="2400" b="1" dirty="0">
                <a:solidFill>
                  <a:srgbClr val="0000CC"/>
                </a:solidFill>
                <a:latin typeface="ＭＳ Ｐゴシック" panose="020B0600070205080204" pitchFamily="50" charset="-128"/>
                <a:ea typeface="ＭＳ Ｐゴシック" panose="020B0600070205080204" pitchFamily="50" charset="-128"/>
              </a:rPr>
              <a:t>　</a:t>
            </a:r>
          </a:p>
        </p:txBody>
      </p:sp>
      <p:sp>
        <p:nvSpPr>
          <p:cNvPr id="12" name="テキスト ボックス 11">
            <a:extLst>
              <a:ext uri="{FF2B5EF4-FFF2-40B4-BE49-F238E27FC236}">
                <a16:creationId xmlns:a16="http://schemas.microsoft.com/office/drawing/2014/main" id="{DCA8C175-5DDE-B9D9-B88A-450617CA6071}"/>
              </a:ext>
            </a:extLst>
          </p:cNvPr>
          <p:cNvSpPr txBox="1"/>
          <p:nvPr/>
        </p:nvSpPr>
        <p:spPr>
          <a:xfrm>
            <a:off x="9157566" y="2983498"/>
            <a:ext cx="1112805" cy="461665"/>
          </a:xfrm>
          <a:prstGeom prst="rect">
            <a:avLst/>
          </a:prstGeom>
          <a:noFill/>
        </p:spPr>
        <p:txBody>
          <a:bodyPr wrap="none" rtlCol="0">
            <a:spAutoFit/>
          </a:bodyPr>
          <a:lstStyle/>
          <a:p>
            <a:r>
              <a:rPr lang="ja-JP" altLang="en-US" sz="2400" b="1" dirty="0">
                <a:solidFill>
                  <a:srgbClr val="0000CC"/>
                </a:solidFill>
                <a:latin typeface="ＭＳ Ｐゴシック" panose="020B0600070205080204" pitchFamily="50" charset="-128"/>
                <a:ea typeface="ＭＳ Ｐゴシック" panose="020B0600070205080204" pitchFamily="50" charset="-128"/>
              </a:rPr>
              <a:t>東京都</a:t>
            </a:r>
            <a:endParaRPr kumimoji="1" lang="ja-JP" altLang="en-US" sz="2400" b="1" dirty="0">
              <a:solidFill>
                <a:srgbClr val="0000CC"/>
              </a:solidFill>
              <a:latin typeface="ＭＳ Ｐゴシック" panose="020B0600070205080204" pitchFamily="50" charset="-128"/>
              <a:ea typeface="ＭＳ Ｐゴシック" panose="020B0600070205080204" pitchFamily="50" charset="-128"/>
            </a:endParaRPr>
          </a:p>
        </p:txBody>
      </p:sp>
      <p:sp>
        <p:nvSpPr>
          <p:cNvPr id="13" name="正方形/長方形 12">
            <a:extLst>
              <a:ext uri="{FF2B5EF4-FFF2-40B4-BE49-F238E27FC236}">
                <a16:creationId xmlns:a16="http://schemas.microsoft.com/office/drawing/2014/main" id="{E1F95BC1-ADC3-B56E-B1CB-F43AD35D7120}"/>
              </a:ext>
            </a:extLst>
          </p:cNvPr>
          <p:cNvSpPr/>
          <p:nvPr/>
        </p:nvSpPr>
        <p:spPr>
          <a:xfrm>
            <a:off x="1566616" y="3542226"/>
            <a:ext cx="9159353" cy="559998"/>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14" name="テキスト ボックス 13">
            <a:extLst>
              <a:ext uri="{FF2B5EF4-FFF2-40B4-BE49-F238E27FC236}">
                <a16:creationId xmlns:a16="http://schemas.microsoft.com/office/drawing/2014/main" id="{8B426DCD-CEAD-E16C-7E57-2A6774C68229}"/>
              </a:ext>
            </a:extLst>
          </p:cNvPr>
          <p:cNvSpPr txBox="1"/>
          <p:nvPr/>
        </p:nvSpPr>
        <p:spPr>
          <a:xfrm>
            <a:off x="1711489" y="3573193"/>
            <a:ext cx="4971233" cy="461665"/>
          </a:xfrm>
          <a:prstGeom prst="rect">
            <a:avLst/>
          </a:prstGeom>
          <a:noFill/>
        </p:spPr>
        <p:txBody>
          <a:bodyPr wrap="none" rtlCol="0">
            <a:spAutoFit/>
          </a:bodyPr>
          <a:lstStyle/>
          <a:p>
            <a:r>
              <a:rPr kumimoji="1" lang="en-US" altLang="ja-JP" sz="2400" b="1" dirty="0">
                <a:solidFill>
                  <a:srgbClr val="0000CC"/>
                </a:solidFill>
                <a:latin typeface="ＭＳ Ｐゴシック" panose="020B0600070205080204" pitchFamily="50" charset="-128"/>
                <a:ea typeface="ＭＳ Ｐゴシック" panose="020B0600070205080204" pitchFamily="50" charset="-128"/>
              </a:rPr>
              <a:t>1</a:t>
            </a:r>
            <a:r>
              <a:rPr kumimoji="1" lang="ja-JP" altLang="en-US" sz="2400" b="1" dirty="0">
                <a:solidFill>
                  <a:srgbClr val="0000CC"/>
                </a:solidFill>
                <a:latin typeface="ＭＳ Ｐゴシック" panose="020B0600070205080204" pitchFamily="50" charset="-128"/>
                <a:ea typeface="ＭＳ Ｐゴシック" panose="020B0600070205080204" pitchFamily="50" charset="-128"/>
              </a:rPr>
              <a:t>位　</a:t>
            </a:r>
            <a:r>
              <a:rPr kumimoji="1" lang="en-US" altLang="ja-JP" sz="2400" b="1" dirty="0">
                <a:solidFill>
                  <a:srgbClr val="0000CC"/>
                </a:solidFill>
                <a:latin typeface="ＭＳ Ｐゴシック" panose="020B0600070205080204" pitchFamily="50" charset="-128"/>
                <a:ea typeface="ＭＳ Ｐゴシック" panose="020B0600070205080204" pitchFamily="50" charset="-128"/>
              </a:rPr>
              <a:t>999 </a:t>
            </a:r>
            <a:r>
              <a:rPr kumimoji="1" lang="ja-JP" altLang="en-US" sz="2400" b="1" dirty="0">
                <a:solidFill>
                  <a:srgbClr val="0000CC"/>
                </a:solidFill>
                <a:latin typeface="ＭＳ Ｐゴシック" panose="020B0600070205080204" pitchFamily="50" charset="-128"/>
                <a:ea typeface="ＭＳ Ｐゴシック" panose="020B0600070205080204" pitchFamily="50" charset="-128"/>
              </a:rPr>
              <a:t>〇〇　□□・△△　</a:t>
            </a:r>
            <a:r>
              <a:rPr kumimoji="1" lang="en-US" altLang="ja-JP" sz="2400" b="1" dirty="0">
                <a:solidFill>
                  <a:srgbClr val="0000CC"/>
                </a:solidFill>
                <a:latin typeface="ＭＳ Ｐゴシック" panose="020B0600070205080204" pitchFamily="50" charset="-128"/>
                <a:ea typeface="ＭＳ Ｐゴシック" panose="020B0600070205080204" pitchFamily="50" charset="-128"/>
              </a:rPr>
              <a:t>×××</a:t>
            </a:r>
            <a:r>
              <a:rPr kumimoji="1" lang="ja-JP" altLang="en-US" sz="2400" b="1" dirty="0">
                <a:solidFill>
                  <a:srgbClr val="0000CC"/>
                </a:solidFill>
                <a:latin typeface="ＭＳ Ｐゴシック" panose="020B0600070205080204" pitchFamily="50" charset="-128"/>
                <a:ea typeface="ＭＳ Ｐゴシック" panose="020B0600070205080204" pitchFamily="50" charset="-128"/>
              </a:rPr>
              <a:t>　</a:t>
            </a:r>
          </a:p>
        </p:txBody>
      </p:sp>
      <p:sp>
        <p:nvSpPr>
          <p:cNvPr id="15" name="テキスト ボックス 14">
            <a:extLst>
              <a:ext uri="{FF2B5EF4-FFF2-40B4-BE49-F238E27FC236}">
                <a16:creationId xmlns:a16="http://schemas.microsoft.com/office/drawing/2014/main" id="{3C14A9F2-63C0-6709-F6E8-EEE484CF17E9}"/>
              </a:ext>
            </a:extLst>
          </p:cNvPr>
          <p:cNvSpPr txBox="1"/>
          <p:nvPr/>
        </p:nvSpPr>
        <p:spPr>
          <a:xfrm>
            <a:off x="9157566" y="3573193"/>
            <a:ext cx="1112805" cy="461665"/>
          </a:xfrm>
          <a:prstGeom prst="rect">
            <a:avLst/>
          </a:prstGeom>
          <a:noFill/>
        </p:spPr>
        <p:txBody>
          <a:bodyPr wrap="none" rtlCol="0">
            <a:spAutoFit/>
          </a:bodyPr>
          <a:lstStyle/>
          <a:p>
            <a:r>
              <a:rPr lang="ja-JP" altLang="en-US" sz="2400" b="1" dirty="0">
                <a:solidFill>
                  <a:srgbClr val="0000CC"/>
                </a:solidFill>
                <a:latin typeface="ＭＳ Ｐゴシック" panose="020B0600070205080204" pitchFamily="50" charset="-128"/>
                <a:ea typeface="ＭＳ Ｐゴシック" panose="020B0600070205080204" pitchFamily="50" charset="-128"/>
              </a:rPr>
              <a:t>東京都</a:t>
            </a:r>
            <a:endParaRPr kumimoji="1" lang="ja-JP" altLang="en-US" sz="2400" b="1" dirty="0">
              <a:solidFill>
                <a:srgbClr val="0000CC"/>
              </a:solidFill>
              <a:latin typeface="ＭＳ Ｐゴシック" panose="020B0600070205080204" pitchFamily="50" charset="-128"/>
              <a:ea typeface="ＭＳ Ｐゴシック" panose="020B0600070205080204" pitchFamily="50" charset="-128"/>
            </a:endParaRPr>
          </a:p>
        </p:txBody>
      </p:sp>
      <p:sp>
        <p:nvSpPr>
          <p:cNvPr id="16" name="正方形/長方形 15">
            <a:extLst>
              <a:ext uri="{FF2B5EF4-FFF2-40B4-BE49-F238E27FC236}">
                <a16:creationId xmlns:a16="http://schemas.microsoft.com/office/drawing/2014/main" id="{59EF2C30-4755-9185-8211-6E376D4F618B}"/>
              </a:ext>
            </a:extLst>
          </p:cNvPr>
          <p:cNvSpPr/>
          <p:nvPr/>
        </p:nvSpPr>
        <p:spPr>
          <a:xfrm>
            <a:off x="1566616" y="4131921"/>
            <a:ext cx="9159353" cy="559998"/>
          </a:xfrm>
          <a:prstGeom prst="rect">
            <a:avLst/>
          </a:prstGeom>
          <a:solidFill>
            <a:srgbClr val="F0F0FF"/>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dirty="0">
              <a:solidFill>
                <a:schemeClr val="bg1"/>
              </a:solidFill>
            </a:endParaRPr>
          </a:p>
        </p:txBody>
      </p:sp>
      <p:sp>
        <p:nvSpPr>
          <p:cNvPr id="17" name="テキスト ボックス 16">
            <a:extLst>
              <a:ext uri="{FF2B5EF4-FFF2-40B4-BE49-F238E27FC236}">
                <a16:creationId xmlns:a16="http://schemas.microsoft.com/office/drawing/2014/main" id="{8B4B946A-7CBE-A8DF-FEA4-9014BAC56F9D}"/>
              </a:ext>
            </a:extLst>
          </p:cNvPr>
          <p:cNvSpPr txBox="1"/>
          <p:nvPr/>
        </p:nvSpPr>
        <p:spPr>
          <a:xfrm>
            <a:off x="1711489" y="4162888"/>
            <a:ext cx="4971233" cy="461665"/>
          </a:xfrm>
          <a:prstGeom prst="rect">
            <a:avLst/>
          </a:prstGeom>
          <a:noFill/>
        </p:spPr>
        <p:txBody>
          <a:bodyPr wrap="none" rtlCol="0">
            <a:spAutoFit/>
          </a:bodyPr>
          <a:lstStyle/>
          <a:p>
            <a:r>
              <a:rPr kumimoji="1" lang="en-US" altLang="ja-JP" sz="2400" b="1" dirty="0">
                <a:solidFill>
                  <a:srgbClr val="0000CC"/>
                </a:solidFill>
                <a:latin typeface="ＭＳ Ｐゴシック" panose="020B0600070205080204" pitchFamily="50" charset="-128"/>
                <a:ea typeface="ＭＳ Ｐゴシック" panose="020B0600070205080204" pitchFamily="50" charset="-128"/>
              </a:rPr>
              <a:t>1</a:t>
            </a:r>
            <a:r>
              <a:rPr kumimoji="1" lang="ja-JP" altLang="en-US" sz="2400" b="1" dirty="0">
                <a:solidFill>
                  <a:srgbClr val="0000CC"/>
                </a:solidFill>
                <a:latin typeface="ＭＳ Ｐゴシック" panose="020B0600070205080204" pitchFamily="50" charset="-128"/>
                <a:ea typeface="ＭＳ Ｐゴシック" panose="020B0600070205080204" pitchFamily="50" charset="-128"/>
              </a:rPr>
              <a:t>位　</a:t>
            </a:r>
            <a:r>
              <a:rPr kumimoji="1" lang="en-US" altLang="ja-JP" sz="2400" b="1" dirty="0">
                <a:solidFill>
                  <a:srgbClr val="0000CC"/>
                </a:solidFill>
                <a:latin typeface="ＭＳ Ｐゴシック" panose="020B0600070205080204" pitchFamily="50" charset="-128"/>
                <a:ea typeface="ＭＳ Ｐゴシック" panose="020B0600070205080204" pitchFamily="50" charset="-128"/>
              </a:rPr>
              <a:t>999 </a:t>
            </a:r>
            <a:r>
              <a:rPr kumimoji="1" lang="ja-JP" altLang="en-US" sz="2400" b="1" dirty="0">
                <a:solidFill>
                  <a:srgbClr val="0000CC"/>
                </a:solidFill>
                <a:latin typeface="ＭＳ Ｐゴシック" panose="020B0600070205080204" pitchFamily="50" charset="-128"/>
                <a:ea typeface="ＭＳ Ｐゴシック" panose="020B0600070205080204" pitchFamily="50" charset="-128"/>
              </a:rPr>
              <a:t>〇〇　□□・△△　</a:t>
            </a:r>
            <a:r>
              <a:rPr kumimoji="1" lang="en-US" altLang="ja-JP" sz="2400" b="1" dirty="0">
                <a:solidFill>
                  <a:srgbClr val="0000CC"/>
                </a:solidFill>
                <a:latin typeface="ＭＳ Ｐゴシック" panose="020B0600070205080204" pitchFamily="50" charset="-128"/>
                <a:ea typeface="ＭＳ Ｐゴシック" panose="020B0600070205080204" pitchFamily="50" charset="-128"/>
              </a:rPr>
              <a:t>×××</a:t>
            </a:r>
            <a:r>
              <a:rPr kumimoji="1" lang="ja-JP" altLang="en-US" sz="2400" b="1" dirty="0">
                <a:solidFill>
                  <a:srgbClr val="0000CC"/>
                </a:solidFill>
                <a:latin typeface="ＭＳ Ｐゴシック" panose="020B0600070205080204" pitchFamily="50" charset="-128"/>
                <a:ea typeface="ＭＳ Ｐゴシック" panose="020B0600070205080204" pitchFamily="50" charset="-128"/>
              </a:rPr>
              <a:t>　</a:t>
            </a:r>
          </a:p>
        </p:txBody>
      </p:sp>
      <p:sp>
        <p:nvSpPr>
          <p:cNvPr id="18" name="テキスト ボックス 17">
            <a:extLst>
              <a:ext uri="{FF2B5EF4-FFF2-40B4-BE49-F238E27FC236}">
                <a16:creationId xmlns:a16="http://schemas.microsoft.com/office/drawing/2014/main" id="{87067F5A-DF27-C936-10BF-8D8AF43335E5}"/>
              </a:ext>
            </a:extLst>
          </p:cNvPr>
          <p:cNvSpPr txBox="1"/>
          <p:nvPr/>
        </p:nvSpPr>
        <p:spPr>
          <a:xfrm>
            <a:off x="9157566" y="4162888"/>
            <a:ext cx="1112805" cy="461665"/>
          </a:xfrm>
          <a:prstGeom prst="rect">
            <a:avLst/>
          </a:prstGeom>
          <a:noFill/>
        </p:spPr>
        <p:txBody>
          <a:bodyPr wrap="none" rtlCol="0">
            <a:spAutoFit/>
          </a:bodyPr>
          <a:lstStyle/>
          <a:p>
            <a:r>
              <a:rPr lang="ja-JP" altLang="en-US" sz="2400" b="1" dirty="0">
                <a:solidFill>
                  <a:srgbClr val="0000CC"/>
                </a:solidFill>
                <a:latin typeface="ＭＳ Ｐゴシック" panose="020B0600070205080204" pitchFamily="50" charset="-128"/>
                <a:ea typeface="ＭＳ Ｐゴシック" panose="020B0600070205080204" pitchFamily="50" charset="-128"/>
              </a:rPr>
              <a:t>東京都</a:t>
            </a:r>
            <a:endParaRPr kumimoji="1" lang="ja-JP" altLang="en-US" sz="2400" b="1" dirty="0">
              <a:solidFill>
                <a:srgbClr val="0000CC"/>
              </a:solidFill>
              <a:latin typeface="ＭＳ Ｐゴシック" panose="020B0600070205080204" pitchFamily="50" charset="-128"/>
              <a:ea typeface="ＭＳ Ｐゴシック" panose="020B0600070205080204" pitchFamily="50" charset="-128"/>
            </a:endParaRPr>
          </a:p>
        </p:txBody>
      </p:sp>
      <p:sp>
        <p:nvSpPr>
          <p:cNvPr id="20" name="テキスト ボックス 19">
            <a:extLst>
              <a:ext uri="{FF2B5EF4-FFF2-40B4-BE49-F238E27FC236}">
                <a16:creationId xmlns:a16="http://schemas.microsoft.com/office/drawing/2014/main" id="{613F965B-1200-EB06-96A1-C0B5A9AA3FFF}"/>
              </a:ext>
            </a:extLst>
          </p:cNvPr>
          <p:cNvSpPr txBox="1"/>
          <p:nvPr/>
        </p:nvSpPr>
        <p:spPr>
          <a:xfrm>
            <a:off x="1317030" y="791293"/>
            <a:ext cx="2988319" cy="369332"/>
          </a:xfrm>
          <a:prstGeom prst="rect">
            <a:avLst/>
          </a:prstGeom>
          <a:noFill/>
        </p:spPr>
        <p:txBody>
          <a:bodyPr wrap="none" rtlCol="0">
            <a:spAutoFit/>
          </a:bodyPr>
          <a:lstStyle/>
          <a:p>
            <a:r>
              <a:rPr lang="ja-JP" altLang="en-US" b="1" dirty="0">
                <a:solidFill>
                  <a:schemeClr val="bg1"/>
                </a:solidFill>
                <a:latin typeface="ＭＳ Ｐゴシック" panose="020B0600070205080204" pitchFamily="50" charset="-128"/>
                <a:ea typeface="ＭＳ Ｐゴシック" panose="020B0600070205080204" pitchFamily="50" charset="-128"/>
              </a:rPr>
              <a:t>グランプリスタンダード　決勝</a:t>
            </a:r>
            <a:endParaRPr kumimoji="1" lang="ja-JP" altLang="en-US" b="1" dirty="0">
              <a:solidFill>
                <a:schemeClr val="bg1"/>
              </a:solidFill>
              <a:latin typeface="ＭＳ Ｐゴシック" panose="020B0600070205080204" pitchFamily="50" charset="-128"/>
              <a:ea typeface="ＭＳ Ｐゴシック" panose="020B0600070205080204" pitchFamily="50" charset="-128"/>
            </a:endParaRPr>
          </a:p>
        </p:txBody>
      </p:sp>
      <p:sp>
        <p:nvSpPr>
          <p:cNvPr id="3" name="正方形/長方形 2">
            <a:extLst>
              <a:ext uri="{FF2B5EF4-FFF2-40B4-BE49-F238E27FC236}">
                <a16:creationId xmlns:a16="http://schemas.microsoft.com/office/drawing/2014/main" id="{4D6B494F-505E-78CA-D221-68C7D68E1C2A}"/>
              </a:ext>
            </a:extLst>
          </p:cNvPr>
          <p:cNvSpPr/>
          <p:nvPr/>
        </p:nvSpPr>
        <p:spPr>
          <a:xfrm>
            <a:off x="1514008" y="1904737"/>
            <a:ext cx="9211962" cy="411243"/>
          </a:xfrm>
          <a:prstGeom prst="rect">
            <a:avLst/>
          </a:prstGeom>
          <a:gradFill>
            <a:gsLst>
              <a:gs pos="8000">
                <a:srgbClr val="006666"/>
              </a:gs>
              <a:gs pos="48000">
                <a:srgbClr val="006666"/>
              </a:gs>
            </a:gsLst>
            <a:lin ang="16200000" scaled="1"/>
          </a:gra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600">
              <a:solidFill>
                <a:schemeClr val="bg1"/>
              </a:solidFill>
            </a:endParaRPr>
          </a:p>
        </p:txBody>
      </p:sp>
      <p:sp>
        <p:nvSpPr>
          <p:cNvPr id="4" name="テキスト ボックス 3">
            <a:extLst>
              <a:ext uri="{FF2B5EF4-FFF2-40B4-BE49-F238E27FC236}">
                <a16:creationId xmlns:a16="http://schemas.microsoft.com/office/drawing/2014/main" id="{4C6686D6-4750-F95A-E230-3FCCA621C02A}"/>
              </a:ext>
            </a:extLst>
          </p:cNvPr>
          <p:cNvSpPr txBox="1"/>
          <p:nvPr/>
        </p:nvSpPr>
        <p:spPr>
          <a:xfrm>
            <a:off x="1711489" y="1934648"/>
            <a:ext cx="5292435" cy="369332"/>
          </a:xfrm>
          <a:prstGeom prst="rect">
            <a:avLst/>
          </a:prstGeom>
          <a:noFill/>
        </p:spPr>
        <p:txBody>
          <a:bodyPr wrap="square" rtlCol="0">
            <a:spAutoFit/>
          </a:bodyPr>
          <a:lstStyle/>
          <a:p>
            <a:r>
              <a:rPr kumimoji="1" lang="ja-JP" altLang="en-US" b="1" dirty="0">
                <a:solidFill>
                  <a:schemeClr val="bg1"/>
                </a:solidFill>
                <a:latin typeface="ＭＳ Ｐゴシック" panose="020B0600070205080204" pitchFamily="50" charset="-128"/>
                <a:ea typeface="ＭＳ Ｐゴシック" panose="020B0600070205080204" pitchFamily="50" charset="-128"/>
              </a:rPr>
              <a:t>途中結果</a:t>
            </a:r>
          </a:p>
        </p:txBody>
      </p:sp>
    </p:spTree>
    <p:extLst>
      <p:ext uri="{BB962C8B-B14F-4D97-AF65-F5344CB8AC3E}">
        <p14:creationId xmlns:p14="http://schemas.microsoft.com/office/powerpoint/2010/main" val="1469319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6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10" presetClass="exit" presetSubtype="0" fill="hold" grpId="1" nodeType="withEffect">
                                  <p:stCondLst>
                                    <p:cond delay="0"/>
                                  </p:stCondLst>
                                  <p:childTnLst>
                                    <p:animEffect transition="out" filter="fade">
                                      <p:cBhvr>
                                        <p:cTn id="10" dur="500"/>
                                        <p:tgtEl>
                                          <p:spTgt spid="7"/>
                                        </p:tgtEl>
                                      </p:cBhvr>
                                    </p:animEffect>
                                    <p:set>
                                      <p:cBhvr>
                                        <p:cTn id="11" dur="1" fill="hold">
                                          <p:stCondLst>
                                            <p:cond delay="499"/>
                                          </p:stCondLst>
                                        </p:cTn>
                                        <p:tgtEl>
                                          <p:spTgt spid="7"/>
                                        </p:tgtEl>
                                        <p:attrNameLst>
                                          <p:attrName>style.visibility</p:attrName>
                                        </p:attrNameLst>
                                      </p:cBhvr>
                                      <p:to>
                                        <p:strVal val="hidden"/>
                                      </p:to>
                                    </p:set>
                                  </p:childTnLst>
                                </p:cTn>
                              </p:par>
                              <p:par>
                                <p:cTn id="12" presetID="2" presetClass="entr" presetSubtype="2" fill="hold" grpId="0" nodeType="withEffect">
                                  <p:stCondLst>
                                    <p:cond delay="60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500" fill="hold"/>
                                        <p:tgtEl>
                                          <p:spTgt spid="10"/>
                                        </p:tgtEl>
                                        <p:attrNameLst>
                                          <p:attrName>ppt_x</p:attrName>
                                        </p:attrNameLst>
                                      </p:cBhvr>
                                      <p:tavLst>
                                        <p:tav tm="0">
                                          <p:val>
                                            <p:strVal val="1+#ppt_w/2"/>
                                          </p:val>
                                        </p:tav>
                                        <p:tav tm="100000">
                                          <p:val>
                                            <p:strVal val="#ppt_x"/>
                                          </p:val>
                                        </p:tav>
                                      </p:tavLst>
                                    </p:anim>
                                    <p:anim calcmode="lin" valueType="num">
                                      <p:cBhvr additive="base">
                                        <p:cTn id="15" dur="500" fill="hold"/>
                                        <p:tgtEl>
                                          <p:spTgt spid="10"/>
                                        </p:tgtEl>
                                        <p:attrNameLst>
                                          <p:attrName>ppt_y</p:attrName>
                                        </p:attrNameLst>
                                      </p:cBhvr>
                                      <p:tavLst>
                                        <p:tav tm="0">
                                          <p:val>
                                            <p:strVal val="#ppt_y"/>
                                          </p:val>
                                        </p:tav>
                                        <p:tav tm="100000">
                                          <p:val>
                                            <p:strVal val="#ppt_y"/>
                                          </p:val>
                                        </p:tav>
                                      </p:tavLst>
                                    </p:anim>
                                  </p:childTnLst>
                                </p:cTn>
                              </p:par>
                              <p:par>
                                <p:cTn id="16" presetID="10" presetClass="exit" presetSubtype="0" fill="hold" grpId="1" nodeType="withEffect">
                                  <p:stCondLst>
                                    <p:cond delay="0"/>
                                  </p:stCondLst>
                                  <p:childTnLst>
                                    <p:animEffect transition="out" filter="fade">
                                      <p:cBhvr>
                                        <p:cTn id="17" dur="500"/>
                                        <p:tgtEl>
                                          <p:spTgt spid="10"/>
                                        </p:tgtEl>
                                      </p:cBhvr>
                                    </p:animEffect>
                                    <p:set>
                                      <p:cBhvr>
                                        <p:cTn id="18" dur="1" fill="hold">
                                          <p:stCondLst>
                                            <p:cond delay="499"/>
                                          </p:stCondLst>
                                        </p:cTn>
                                        <p:tgtEl>
                                          <p:spTgt spid="10"/>
                                        </p:tgtEl>
                                        <p:attrNameLst>
                                          <p:attrName>style.visibility</p:attrName>
                                        </p:attrNameLst>
                                      </p:cBhvr>
                                      <p:to>
                                        <p:strVal val="hidden"/>
                                      </p:to>
                                    </p:set>
                                  </p:childTnLst>
                                </p:cTn>
                              </p:par>
                              <p:par>
                                <p:cTn id="19" presetID="2" presetClass="entr" presetSubtype="2" fill="hold" grpId="0" nodeType="withEffect">
                                  <p:stCondLst>
                                    <p:cond delay="600"/>
                                  </p:stCondLst>
                                  <p:childTnLst>
                                    <p:set>
                                      <p:cBhvr>
                                        <p:cTn id="20" dur="1" fill="hold">
                                          <p:stCondLst>
                                            <p:cond delay="0"/>
                                          </p:stCondLst>
                                        </p:cTn>
                                        <p:tgtEl>
                                          <p:spTgt spid="13"/>
                                        </p:tgtEl>
                                        <p:attrNameLst>
                                          <p:attrName>style.visibility</p:attrName>
                                        </p:attrNameLst>
                                      </p:cBhvr>
                                      <p:to>
                                        <p:strVal val="visible"/>
                                      </p:to>
                                    </p:set>
                                    <p:anim calcmode="lin" valueType="num">
                                      <p:cBhvr additive="base">
                                        <p:cTn id="21" dur="500" fill="hold"/>
                                        <p:tgtEl>
                                          <p:spTgt spid="13"/>
                                        </p:tgtEl>
                                        <p:attrNameLst>
                                          <p:attrName>ppt_x</p:attrName>
                                        </p:attrNameLst>
                                      </p:cBhvr>
                                      <p:tavLst>
                                        <p:tav tm="0">
                                          <p:val>
                                            <p:strVal val="1+#ppt_w/2"/>
                                          </p:val>
                                        </p:tav>
                                        <p:tav tm="100000">
                                          <p:val>
                                            <p:strVal val="#ppt_x"/>
                                          </p:val>
                                        </p:tav>
                                      </p:tavLst>
                                    </p:anim>
                                    <p:anim calcmode="lin" valueType="num">
                                      <p:cBhvr additive="base">
                                        <p:cTn id="22" dur="500" fill="hold"/>
                                        <p:tgtEl>
                                          <p:spTgt spid="13"/>
                                        </p:tgtEl>
                                        <p:attrNameLst>
                                          <p:attrName>ppt_y</p:attrName>
                                        </p:attrNameLst>
                                      </p:cBhvr>
                                      <p:tavLst>
                                        <p:tav tm="0">
                                          <p:val>
                                            <p:strVal val="#ppt_y"/>
                                          </p:val>
                                        </p:tav>
                                        <p:tav tm="100000">
                                          <p:val>
                                            <p:strVal val="#ppt_y"/>
                                          </p:val>
                                        </p:tav>
                                      </p:tavLst>
                                    </p:anim>
                                  </p:childTnLst>
                                </p:cTn>
                              </p:par>
                              <p:par>
                                <p:cTn id="23" presetID="10" presetClass="exit" presetSubtype="0" fill="hold" grpId="1" nodeType="withEffect">
                                  <p:stCondLst>
                                    <p:cond delay="0"/>
                                  </p:stCondLst>
                                  <p:childTnLst>
                                    <p:animEffect transition="out" filter="fade">
                                      <p:cBhvr>
                                        <p:cTn id="24" dur="500"/>
                                        <p:tgtEl>
                                          <p:spTgt spid="13"/>
                                        </p:tgtEl>
                                      </p:cBhvr>
                                    </p:animEffect>
                                    <p:set>
                                      <p:cBhvr>
                                        <p:cTn id="25" dur="1" fill="hold">
                                          <p:stCondLst>
                                            <p:cond delay="499"/>
                                          </p:stCondLst>
                                        </p:cTn>
                                        <p:tgtEl>
                                          <p:spTgt spid="13"/>
                                        </p:tgtEl>
                                        <p:attrNameLst>
                                          <p:attrName>style.visibility</p:attrName>
                                        </p:attrNameLst>
                                      </p:cBhvr>
                                      <p:to>
                                        <p:strVal val="hidden"/>
                                      </p:to>
                                    </p:set>
                                  </p:childTnLst>
                                </p:cTn>
                              </p:par>
                              <p:par>
                                <p:cTn id="26" presetID="2" presetClass="entr" presetSubtype="2" fill="hold" grpId="0" nodeType="withEffect">
                                  <p:stCondLst>
                                    <p:cond delay="600"/>
                                  </p:stCondLst>
                                  <p:childTnLst>
                                    <p:set>
                                      <p:cBhvr>
                                        <p:cTn id="27" dur="1" fill="hold">
                                          <p:stCondLst>
                                            <p:cond delay="0"/>
                                          </p:stCondLst>
                                        </p:cTn>
                                        <p:tgtEl>
                                          <p:spTgt spid="16"/>
                                        </p:tgtEl>
                                        <p:attrNameLst>
                                          <p:attrName>style.visibility</p:attrName>
                                        </p:attrNameLst>
                                      </p:cBhvr>
                                      <p:to>
                                        <p:strVal val="visible"/>
                                      </p:to>
                                    </p:set>
                                    <p:anim calcmode="lin" valueType="num">
                                      <p:cBhvr additive="base">
                                        <p:cTn id="28" dur="500" fill="hold"/>
                                        <p:tgtEl>
                                          <p:spTgt spid="16"/>
                                        </p:tgtEl>
                                        <p:attrNameLst>
                                          <p:attrName>ppt_x</p:attrName>
                                        </p:attrNameLst>
                                      </p:cBhvr>
                                      <p:tavLst>
                                        <p:tav tm="0">
                                          <p:val>
                                            <p:strVal val="1+#ppt_w/2"/>
                                          </p:val>
                                        </p:tav>
                                        <p:tav tm="100000">
                                          <p:val>
                                            <p:strVal val="#ppt_x"/>
                                          </p:val>
                                        </p:tav>
                                      </p:tavLst>
                                    </p:anim>
                                    <p:anim calcmode="lin" valueType="num">
                                      <p:cBhvr additive="base">
                                        <p:cTn id="29" dur="500" fill="hold"/>
                                        <p:tgtEl>
                                          <p:spTgt spid="16"/>
                                        </p:tgtEl>
                                        <p:attrNameLst>
                                          <p:attrName>ppt_y</p:attrName>
                                        </p:attrNameLst>
                                      </p:cBhvr>
                                      <p:tavLst>
                                        <p:tav tm="0">
                                          <p:val>
                                            <p:strVal val="#ppt_y"/>
                                          </p:val>
                                        </p:tav>
                                        <p:tav tm="100000">
                                          <p:val>
                                            <p:strVal val="#ppt_y"/>
                                          </p:val>
                                        </p:tav>
                                      </p:tavLst>
                                    </p:anim>
                                  </p:childTnLst>
                                </p:cTn>
                              </p:par>
                              <p:par>
                                <p:cTn id="30" presetID="10" presetClass="exit" presetSubtype="0" fill="hold" grpId="1" nodeType="withEffect">
                                  <p:stCondLst>
                                    <p:cond delay="0"/>
                                  </p:stCondLst>
                                  <p:childTnLst>
                                    <p:animEffect transition="out" filter="fade">
                                      <p:cBhvr>
                                        <p:cTn id="31" dur="500"/>
                                        <p:tgtEl>
                                          <p:spTgt spid="16"/>
                                        </p:tgtEl>
                                      </p:cBhvr>
                                    </p:animEffect>
                                    <p:set>
                                      <p:cBhvr>
                                        <p:cTn id="32" dur="1" fill="hold">
                                          <p:stCondLst>
                                            <p:cond delay="499"/>
                                          </p:stCondLst>
                                        </p:cTn>
                                        <p:tgtEl>
                                          <p:spTgt spid="16"/>
                                        </p:tgtEl>
                                        <p:attrNameLst>
                                          <p:attrName>style.visibility</p:attrName>
                                        </p:attrNameLst>
                                      </p:cBhvr>
                                      <p:to>
                                        <p:strVal val="hidden"/>
                                      </p:to>
                                    </p:set>
                                  </p:childTnLst>
                                </p:cTn>
                              </p:par>
                              <p:par>
                                <p:cTn id="33" presetID="2" presetClass="entr" presetSubtype="2" fill="hold" grpId="0" nodeType="withEffect">
                                  <p:stCondLst>
                                    <p:cond delay="600"/>
                                  </p:stCondLst>
                                  <p:childTnLst>
                                    <p:set>
                                      <p:cBhvr>
                                        <p:cTn id="34" dur="1" fill="hold">
                                          <p:stCondLst>
                                            <p:cond delay="0"/>
                                          </p:stCondLst>
                                        </p:cTn>
                                        <p:tgtEl>
                                          <p:spTgt spid="21"/>
                                        </p:tgtEl>
                                        <p:attrNameLst>
                                          <p:attrName>style.visibility</p:attrName>
                                        </p:attrNameLst>
                                      </p:cBhvr>
                                      <p:to>
                                        <p:strVal val="visible"/>
                                      </p:to>
                                    </p:set>
                                    <p:anim calcmode="lin" valueType="num">
                                      <p:cBhvr additive="base">
                                        <p:cTn id="35" dur="500" fill="hold"/>
                                        <p:tgtEl>
                                          <p:spTgt spid="21"/>
                                        </p:tgtEl>
                                        <p:attrNameLst>
                                          <p:attrName>ppt_x</p:attrName>
                                        </p:attrNameLst>
                                      </p:cBhvr>
                                      <p:tavLst>
                                        <p:tav tm="0">
                                          <p:val>
                                            <p:strVal val="1+#ppt_w/2"/>
                                          </p:val>
                                        </p:tav>
                                        <p:tav tm="100000">
                                          <p:val>
                                            <p:strVal val="#ppt_x"/>
                                          </p:val>
                                        </p:tav>
                                      </p:tavLst>
                                    </p:anim>
                                    <p:anim calcmode="lin" valueType="num">
                                      <p:cBhvr additive="base">
                                        <p:cTn id="36" dur="500" fill="hold"/>
                                        <p:tgtEl>
                                          <p:spTgt spid="21"/>
                                        </p:tgtEl>
                                        <p:attrNameLst>
                                          <p:attrName>ppt_y</p:attrName>
                                        </p:attrNameLst>
                                      </p:cBhvr>
                                      <p:tavLst>
                                        <p:tav tm="0">
                                          <p:val>
                                            <p:strVal val="#ppt_y"/>
                                          </p:val>
                                        </p:tav>
                                        <p:tav tm="100000">
                                          <p:val>
                                            <p:strVal val="#ppt_y"/>
                                          </p:val>
                                        </p:tav>
                                      </p:tavLst>
                                    </p:anim>
                                  </p:childTnLst>
                                </p:cTn>
                              </p:par>
                              <p:par>
                                <p:cTn id="37" presetID="10" presetClass="exit" presetSubtype="0" fill="hold" grpId="1" nodeType="withEffect">
                                  <p:stCondLst>
                                    <p:cond delay="0"/>
                                  </p:stCondLst>
                                  <p:childTnLst>
                                    <p:animEffect transition="out" filter="fade">
                                      <p:cBhvr>
                                        <p:cTn id="38" dur="500"/>
                                        <p:tgtEl>
                                          <p:spTgt spid="21"/>
                                        </p:tgtEl>
                                      </p:cBhvr>
                                    </p:animEffect>
                                    <p:set>
                                      <p:cBhvr>
                                        <p:cTn id="39" dur="1" fill="hold">
                                          <p:stCondLst>
                                            <p:cond delay="499"/>
                                          </p:stCondLst>
                                        </p:cTn>
                                        <p:tgtEl>
                                          <p:spTgt spid="21"/>
                                        </p:tgtEl>
                                        <p:attrNameLst>
                                          <p:attrName>style.visibility</p:attrName>
                                        </p:attrNameLst>
                                      </p:cBhvr>
                                      <p:to>
                                        <p:strVal val="hidden"/>
                                      </p:to>
                                    </p:set>
                                  </p:childTnLst>
                                </p:cTn>
                              </p:par>
                              <p:par>
                                <p:cTn id="40" presetID="2" presetClass="entr" presetSubtype="2" fill="hold" grpId="0" nodeType="withEffect">
                                  <p:stCondLst>
                                    <p:cond delay="600"/>
                                  </p:stCondLst>
                                  <p:childTnLst>
                                    <p:set>
                                      <p:cBhvr>
                                        <p:cTn id="41" dur="1" fill="hold">
                                          <p:stCondLst>
                                            <p:cond delay="0"/>
                                          </p:stCondLst>
                                        </p:cTn>
                                        <p:tgtEl>
                                          <p:spTgt spid="2"/>
                                        </p:tgtEl>
                                        <p:attrNameLst>
                                          <p:attrName>style.visibility</p:attrName>
                                        </p:attrNameLst>
                                      </p:cBhvr>
                                      <p:to>
                                        <p:strVal val="visible"/>
                                      </p:to>
                                    </p:set>
                                    <p:anim calcmode="lin" valueType="num">
                                      <p:cBhvr additive="base">
                                        <p:cTn id="42" dur="500" fill="hold"/>
                                        <p:tgtEl>
                                          <p:spTgt spid="2"/>
                                        </p:tgtEl>
                                        <p:attrNameLst>
                                          <p:attrName>ppt_x</p:attrName>
                                        </p:attrNameLst>
                                      </p:cBhvr>
                                      <p:tavLst>
                                        <p:tav tm="0">
                                          <p:val>
                                            <p:strVal val="1+#ppt_w/2"/>
                                          </p:val>
                                        </p:tav>
                                        <p:tav tm="100000">
                                          <p:val>
                                            <p:strVal val="#ppt_x"/>
                                          </p:val>
                                        </p:tav>
                                      </p:tavLst>
                                    </p:anim>
                                    <p:anim calcmode="lin" valueType="num">
                                      <p:cBhvr additive="base">
                                        <p:cTn id="43" dur="500" fill="hold"/>
                                        <p:tgtEl>
                                          <p:spTgt spid="2"/>
                                        </p:tgtEl>
                                        <p:attrNameLst>
                                          <p:attrName>ppt_y</p:attrName>
                                        </p:attrNameLst>
                                      </p:cBhvr>
                                      <p:tavLst>
                                        <p:tav tm="0">
                                          <p:val>
                                            <p:strVal val="#ppt_y"/>
                                          </p:val>
                                        </p:tav>
                                        <p:tav tm="100000">
                                          <p:val>
                                            <p:strVal val="#ppt_y"/>
                                          </p:val>
                                        </p:tav>
                                      </p:tavLst>
                                    </p:anim>
                                  </p:childTnLst>
                                </p:cTn>
                              </p:par>
                              <p:par>
                                <p:cTn id="44" presetID="10" presetClass="exit" presetSubtype="0" fill="hold" grpId="1" nodeType="withEffect">
                                  <p:stCondLst>
                                    <p:cond delay="0"/>
                                  </p:stCondLst>
                                  <p:childTnLst>
                                    <p:animEffect transition="out" filter="fade">
                                      <p:cBhvr>
                                        <p:cTn id="45" dur="500"/>
                                        <p:tgtEl>
                                          <p:spTgt spid="2"/>
                                        </p:tgtEl>
                                      </p:cBhvr>
                                    </p:animEffect>
                                    <p:set>
                                      <p:cBhvr>
                                        <p:cTn id="46" dur="1" fill="hold">
                                          <p:stCondLst>
                                            <p:cond delay="499"/>
                                          </p:stCondLst>
                                        </p:cTn>
                                        <p:tgtEl>
                                          <p:spTgt spid="2"/>
                                        </p:tgtEl>
                                        <p:attrNameLst>
                                          <p:attrName>style.visibility</p:attrName>
                                        </p:attrNameLst>
                                      </p:cBhvr>
                                      <p:to>
                                        <p:strVal val="hidden"/>
                                      </p:to>
                                    </p:set>
                                  </p:childTnLst>
                                </p:cTn>
                              </p:par>
                              <p:par>
                                <p:cTn id="47" presetID="2" presetClass="entr" presetSubtype="2" fill="hold" grpId="0" nodeType="withEffect">
                                  <p:stCondLst>
                                    <p:cond delay="600"/>
                                  </p:stCondLst>
                                  <p:childTnLst>
                                    <p:set>
                                      <p:cBhvr>
                                        <p:cTn id="48" dur="1" fill="hold">
                                          <p:stCondLst>
                                            <p:cond delay="0"/>
                                          </p:stCondLst>
                                        </p:cTn>
                                        <p:tgtEl>
                                          <p:spTgt spid="3"/>
                                        </p:tgtEl>
                                        <p:attrNameLst>
                                          <p:attrName>style.visibility</p:attrName>
                                        </p:attrNameLst>
                                      </p:cBhvr>
                                      <p:to>
                                        <p:strVal val="visible"/>
                                      </p:to>
                                    </p:set>
                                    <p:anim calcmode="lin" valueType="num">
                                      <p:cBhvr additive="base">
                                        <p:cTn id="49" dur="500" fill="hold"/>
                                        <p:tgtEl>
                                          <p:spTgt spid="3"/>
                                        </p:tgtEl>
                                        <p:attrNameLst>
                                          <p:attrName>ppt_x</p:attrName>
                                        </p:attrNameLst>
                                      </p:cBhvr>
                                      <p:tavLst>
                                        <p:tav tm="0">
                                          <p:val>
                                            <p:strVal val="1+#ppt_w/2"/>
                                          </p:val>
                                        </p:tav>
                                        <p:tav tm="100000">
                                          <p:val>
                                            <p:strVal val="#ppt_x"/>
                                          </p:val>
                                        </p:tav>
                                      </p:tavLst>
                                    </p:anim>
                                    <p:anim calcmode="lin" valueType="num">
                                      <p:cBhvr additive="base">
                                        <p:cTn id="50" dur="500" fill="hold"/>
                                        <p:tgtEl>
                                          <p:spTgt spid="3"/>
                                        </p:tgtEl>
                                        <p:attrNameLst>
                                          <p:attrName>ppt_y</p:attrName>
                                        </p:attrNameLst>
                                      </p:cBhvr>
                                      <p:tavLst>
                                        <p:tav tm="0">
                                          <p:val>
                                            <p:strVal val="#ppt_y"/>
                                          </p:val>
                                        </p:tav>
                                        <p:tav tm="100000">
                                          <p:val>
                                            <p:strVal val="#ppt_y"/>
                                          </p:val>
                                        </p:tav>
                                      </p:tavLst>
                                    </p:anim>
                                  </p:childTnLst>
                                </p:cTn>
                              </p:par>
                              <p:par>
                                <p:cTn id="51" presetID="10" presetClass="exit" presetSubtype="0" fill="hold" grpId="1" nodeType="withEffect">
                                  <p:stCondLst>
                                    <p:cond delay="0"/>
                                  </p:stCondLst>
                                  <p:childTnLst>
                                    <p:animEffect transition="out" filter="fade">
                                      <p:cBhvr>
                                        <p:cTn id="52" dur="500"/>
                                        <p:tgtEl>
                                          <p:spTgt spid="3"/>
                                        </p:tgtEl>
                                      </p:cBhvr>
                                    </p:animEffect>
                                    <p:set>
                                      <p:cBhvr>
                                        <p:cTn id="53"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1" grpId="0" animBg="1"/>
      <p:bldP spid="21" grpId="1" animBg="1"/>
      <p:bldP spid="7" grpId="0" animBg="1"/>
      <p:bldP spid="7" grpId="1" animBg="1"/>
      <p:bldP spid="10" grpId="0" animBg="1"/>
      <p:bldP spid="10" grpId="1" animBg="1"/>
      <p:bldP spid="13" grpId="0" animBg="1"/>
      <p:bldP spid="13" grpId="1" animBg="1"/>
      <p:bldP spid="16" grpId="0" animBg="1"/>
      <p:bldP spid="16" grpId="1" animBg="1"/>
      <p:bldP spid="3" grpId="0" animBg="1"/>
      <p:bldP spid="3"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5C4E6F-4061-8EFD-E6E4-A3EAE3F5A362}"/>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1279D9D6-4231-DC89-7787-1BBF9FDFF7A8}"/>
              </a:ext>
            </a:extLst>
          </p:cNvPr>
          <p:cNvSpPr>
            <a:spLocks noGrp="1"/>
          </p:cNvSpPr>
          <p:nvPr>
            <p:ph idx="1"/>
          </p:nvPr>
        </p:nvSpPr>
        <p:spPr/>
        <p:txBody>
          <a:bodyPr/>
          <a:lstStyle/>
          <a:p>
            <a:endParaRPr kumimoji="1" lang="ja-JP" altLang="en-US"/>
          </a:p>
        </p:txBody>
      </p:sp>
      <p:pic>
        <p:nvPicPr>
          <p:cNvPr id="5" name="図 4">
            <a:extLst>
              <a:ext uri="{FF2B5EF4-FFF2-40B4-BE49-F238E27FC236}">
                <a16:creationId xmlns:a16="http://schemas.microsoft.com/office/drawing/2014/main" id="{0EAB0E26-541A-CB8A-9A55-EE4960F74CFC}"/>
              </a:ext>
            </a:extLst>
          </p:cNvPr>
          <p:cNvPicPr>
            <a:picLocks noChangeAspect="1"/>
          </p:cNvPicPr>
          <p:nvPr/>
        </p:nvPicPr>
        <p:blipFill>
          <a:blip r:embed="rId2"/>
          <a:stretch>
            <a:fillRect/>
          </a:stretch>
        </p:blipFill>
        <p:spPr>
          <a:xfrm>
            <a:off x="-1" y="52246"/>
            <a:ext cx="12313667" cy="6805754"/>
          </a:xfrm>
          <a:prstGeom prst="rect">
            <a:avLst/>
          </a:prstGeom>
        </p:spPr>
      </p:pic>
    </p:spTree>
    <p:extLst>
      <p:ext uri="{BB962C8B-B14F-4D97-AF65-F5344CB8AC3E}">
        <p14:creationId xmlns:p14="http://schemas.microsoft.com/office/powerpoint/2010/main" val="32240510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497B4C-9256-02AA-2D5C-5AC3E323B1DC}"/>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097DCAFE-CB75-811C-24EA-84C279A922C5}"/>
              </a:ext>
            </a:extLst>
          </p:cNvPr>
          <p:cNvSpPr>
            <a:spLocks noGrp="1"/>
          </p:cNvSpPr>
          <p:nvPr>
            <p:ph idx="1"/>
          </p:nvPr>
        </p:nvSpPr>
        <p:spPr/>
        <p:txBody>
          <a:bodyPr/>
          <a:lstStyle/>
          <a:p>
            <a:endParaRPr kumimoji="1" lang="ja-JP" altLang="en-US"/>
          </a:p>
        </p:txBody>
      </p:sp>
      <p:pic>
        <p:nvPicPr>
          <p:cNvPr id="5" name="図 4">
            <a:extLst>
              <a:ext uri="{FF2B5EF4-FFF2-40B4-BE49-F238E27FC236}">
                <a16:creationId xmlns:a16="http://schemas.microsoft.com/office/drawing/2014/main" id="{CA9C6637-38E2-69A5-3D7A-C81577725830}"/>
              </a:ext>
            </a:extLst>
          </p:cNvPr>
          <p:cNvPicPr>
            <a:picLocks noChangeAspect="1"/>
          </p:cNvPicPr>
          <p:nvPr/>
        </p:nvPicPr>
        <p:blipFill>
          <a:blip r:embed="rId2"/>
          <a:stretch>
            <a:fillRect/>
          </a:stretch>
        </p:blipFill>
        <p:spPr>
          <a:xfrm>
            <a:off x="0" y="0"/>
            <a:ext cx="12471990" cy="6858000"/>
          </a:xfrm>
          <a:prstGeom prst="rect">
            <a:avLst/>
          </a:prstGeom>
        </p:spPr>
      </p:pic>
    </p:spTree>
    <p:extLst>
      <p:ext uri="{BB962C8B-B14F-4D97-AF65-F5344CB8AC3E}">
        <p14:creationId xmlns:p14="http://schemas.microsoft.com/office/powerpoint/2010/main" val="27349335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FF034B-2479-86FB-1F70-EEB4784CC584}"/>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FE50E47E-7D11-C392-6D7E-157B4FBF68D1}"/>
              </a:ext>
            </a:extLst>
          </p:cNvPr>
          <p:cNvSpPr>
            <a:spLocks noGrp="1"/>
          </p:cNvSpPr>
          <p:nvPr>
            <p:ph idx="1"/>
          </p:nvPr>
        </p:nvSpPr>
        <p:spPr/>
        <p:txBody>
          <a:bodyPr/>
          <a:lstStyle/>
          <a:p>
            <a:endParaRPr kumimoji="1" lang="ja-JP" altLang="en-US" dirty="0"/>
          </a:p>
        </p:txBody>
      </p:sp>
      <p:pic>
        <p:nvPicPr>
          <p:cNvPr id="5" name="図 4">
            <a:extLst>
              <a:ext uri="{FF2B5EF4-FFF2-40B4-BE49-F238E27FC236}">
                <a16:creationId xmlns:a16="http://schemas.microsoft.com/office/drawing/2014/main" id="{19DB0750-66DC-0BA0-9DF5-D5E61E70797E}"/>
              </a:ext>
            </a:extLst>
          </p:cNvPr>
          <p:cNvPicPr>
            <a:picLocks noChangeAspect="1"/>
          </p:cNvPicPr>
          <p:nvPr/>
        </p:nvPicPr>
        <p:blipFill>
          <a:blip r:embed="rId2"/>
          <a:stretch>
            <a:fillRect/>
          </a:stretch>
        </p:blipFill>
        <p:spPr>
          <a:xfrm>
            <a:off x="0" y="40814"/>
            <a:ext cx="12192000" cy="6759457"/>
          </a:xfrm>
          <a:prstGeom prst="rect">
            <a:avLst/>
          </a:prstGeom>
        </p:spPr>
      </p:pic>
    </p:spTree>
    <p:extLst>
      <p:ext uri="{BB962C8B-B14F-4D97-AF65-F5344CB8AC3E}">
        <p14:creationId xmlns:p14="http://schemas.microsoft.com/office/powerpoint/2010/main" val="68036572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2469</TotalTime>
  <Words>5036</Words>
  <Application>Microsoft Office PowerPoint</Application>
  <PresentationFormat>ワイド画面</PresentationFormat>
  <Paragraphs>394</Paragraphs>
  <Slides>26</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26</vt:i4>
      </vt:variant>
    </vt:vector>
  </HeadingPairs>
  <TitlesOfParts>
    <vt:vector size="31" baseType="lpstr">
      <vt:lpstr>ＭＳ Ｐゴシック</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IBM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FUMIHIKO SAKURA</dc:creator>
  <cp:lastModifiedBy>FUMIHIKO SAKURA</cp:lastModifiedBy>
  <cp:revision>20</cp:revision>
  <dcterms:created xsi:type="dcterms:W3CDTF">2026-06-16T01:21:57Z</dcterms:created>
  <dcterms:modified xsi:type="dcterms:W3CDTF">2026-07-22T06:58:05Z</dcterms:modified>
</cp:coreProperties>
</file>