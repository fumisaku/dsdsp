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4" r:id="rId2"/>
    <p:sldId id="273" r:id="rId3"/>
    <p:sldId id="272" r:id="rId4"/>
    <p:sldId id="270" r:id="rId5"/>
    <p:sldId id="268" r:id="rId6"/>
    <p:sldId id="271" r:id="rId7"/>
    <p:sldId id="269" r:id="rId8"/>
    <p:sldId id="275" r:id="rId9"/>
    <p:sldId id="281" r:id="rId10"/>
    <p:sldId id="282" r:id="rId11"/>
    <p:sldId id="283" r:id="rId12"/>
    <p:sldId id="284" r:id="rId13"/>
    <p:sldId id="279" r:id="rId14"/>
    <p:sldId id="280" r:id="rId15"/>
    <p:sldId id="266" r:id="rId16"/>
    <p:sldId id="276" r:id="rId17"/>
    <p:sldId id="277" r:id="rId18"/>
    <p:sldId id="278" r:id="rId1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66"/>
    <a:srgbClr val="0000CC"/>
    <a:srgbClr val="003300"/>
    <a:srgbClr val="008000"/>
    <a:srgbClr val="3E5B8E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10" y="7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7E57E6-E3AF-AF79-AF9C-5641632AB8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5EAA639-F1D0-AFEA-FBD8-1BABD6B86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A27911-D914-7B80-3C55-8738DB6E3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FEBB3-07D1-472A-AA00-D713A7B4880F}" type="datetimeFigureOut">
              <a:rPr kumimoji="1" lang="ja-JP" altLang="en-US" smtClean="0"/>
              <a:t>2026/6/16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D46F95-0181-C080-07DF-1D9A72B2E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8F6717-337B-C63F-459C-D5551CC84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6123-F455-4C4D-B205-003A286589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4517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6F8E35-1442-0776-0FC1-48B9C987C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5E368DA-8049-BF92-37A0-289C7818D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657794-CCCA-2F19-E2A7-95E2001A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FEBB3-07D1-472A-AA00-D713A7B4880F}" type="datetimeFigureOut">
              <a:rPr kumimoji="1" lang="ja-JP" altLang="en-US" smtClean="0"/>
              <a:t>2026/6/16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18C9C4-D7B0-8704-C50F-F712F1999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467572-37AB-00CD-DCD8-87506E95B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6123-F455-4C4D-B205-003A286589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554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2BEFC4-FB7D-4DEA-1D65-C12F7DAA2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4B2B23-CA8C-F4D2-6BF5-E5AFC208DD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F5E9546-AE8F-77D5-8F28-135D5205B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FEBB3-07D1-472A-AA00-D713A7B4880F}" type="datetimeFigureOut">
              <a:rPr kumimoji="1" lang="ja-JP" altLang="en-US" smtClean="0"/>
              <a:t>2026/6/16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B7B4A8-9F95-1BF0-38F3-4957F4ECD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46B7B8-AADE-F7CB-5734-131E51009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6123-F455-4C4D-B205-003A286589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5568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FDA357-F5BE-2645-D5C1-FA0F32D2A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1E4D17B-1441-59E9-63D9-7BA5D9EAA6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B436EF7-0F0C-8C09-61D5-55F81FE13A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0F19178-10EF-EA00-EF61-4A141C1B3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FEBB3-07D1-472A-AA00-D713A7B4880F}" type="datetimeFigureOut">
              <a:rPr kumimoji="1" lang="ja-JP" altLang="en-US" smtClean="0"/>
              <a:t>2026/6/16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05D9D1-201C-6A3A-14B9-8CDC39AE4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92461CF-E01F-A52F-A4DB-666524032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6123-F455-4C4D-B205-003A286589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5337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C96037-D741-802C-60B7-DEE1BFAD5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7E4339-DA23-EA07-80F9-895D2C751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1A0E4D-B152-7375-1DC6-DED0AFEA7F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427A338-E239-F607-8BD8-D133F3D965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05AC31B-718D-5492-43DB-64D372EA4A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84F3A8A-89B4-3985-5E71-0F98FA9F1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FEBB3-07D1-472A-AA00-D713A7B4880F}" type="datetimeFigureOut">
              <a:rPr kumimoji="1" lang="ja-JP" altLang="en-US" smtClean="0"/>
              <a:t>2026/6/16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94B9960-FD46-A842-F567-E1EB0D62A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4977920-8032-26C2-775D-6CF68B280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6123-F455-4C4D-B205-003A286589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5085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3BB271-DD45-E43F-E4E3-B7BCED894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ACC89FC-BDB1-8520-DE41-7C8162F1F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FEBB3-07D1-472A-AA00-D713A7B4880F}" type="datetimeFigureOut">
              <a:rPr kumimoji="1" lang="ja-JP" altLang="en-US" smtClean="0"/>
              <a:t>2026/6/16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BEC949A-CD5B-BD75-79E4-E13EAA3A7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1C25FF5-188D-6734-65D1-57E45183F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6123-F455-4C4D-B205-003A286589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6006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123B6F9-8EC7-AF40-5BD6-08F55BA4F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FEBB3-07D1-472A-AA00-D713A7B4880F}" type="datetimeFigureOut">
              <a:rPr kumimoji="1" lang="ja-JP" altLang="en-US" smtClean="0"/>
              <a:t>2026/6/16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12D592C-06C0-EF04-AED0-9FB2D7258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57EC50-815C-1C15-CCA3-F5736137E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6123-F455-4C4D-B205-003A286589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6207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AEECCB-4F77-3E0A-92DF-2BBFA8C3F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5CDF2C-4F74-CADE-B0C4-EF70BEEE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D76FFC9-6769-41AD-D0C8-DA9E377CC9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E0A3214-CC4F-0C73-9529-1D35B043E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FEBB3-07D1-472A-AA00-D713A7B4880F}" type="datetimeFigureOut">
              <a:rPr kumimoji="1" lang="ja-JP" altLang="en-US" smtClean="0"/>
              <a:t>2026/6/16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B59C121-8B62-6DE9-0417-73768E01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2660477-B664-FA6E-9043-FF023FD04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6123-F455-4C4D-B205-003A286589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1229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284784-94BB-012C-558A-57E9627BB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22741A8-C383-C361-353F-9A70E1516E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4DF4ED2-4C06-1B26-8E9A-C03147E7B3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EB7DE1-8A1C-A6B7-8276-18071FEA8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FEBB3-07D1-472A-AA00-D713A7B4880F}" type="datetimeFigureOut">
              <a:rPr kumimoji="1" lang="ja-JP" altLang="en-US" smtClean="0"/>
              <a:t>2026/6/16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334D9C3-1625-A6AF-E8B1-B2675E72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73F48AA-AC55-4A6E-41D2-F84D6481D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6123-F455-4C4D-B205-003A286589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90022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BA78E5-AD88-B4F4-1692-7040DF748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8908ADF-8FB3-8281-F5CB-8954DB951E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C5BAB2-B72A-6E23-9C3C-CE7F0D38C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FEBB3-07D1-472A-AA00-D713A7B4880F}" type="datetimeFigureOut">
              <a:rPr kumimoji="1" lang="ja-JP" altLang="en-US" smtClean="0"/>
              <a:t>2026/6/16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EB54A8-40D9-BEF6-E6B9-79D17B710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54FA44-1D64-0635-C8F9-060CB5192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6123-F455-4C4D-B205-003A286589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6046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D44A638-A23A-49EF-3CC1-CE2C293CAA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C4884DC-F3DB-3C10-7015-EA061BF9B6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0360F9-F74C-CDED-9D11-88A59DFA8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FEBB3-07D1-472A-AA00-D713A7B4880F}" type="datetimeFigureOut">
              <a:rPr kumimoji="1" lang="ja-JP" altLang="en-US" smtClean="0"/>
              <a:t>2026/6/16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2C00C7-7241-EEFC-267F-DB2976594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173FA6-13F1-5525-7E00-3A1A0511D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6123-F455-4C4D-B205-003A286589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5859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6202A77-161D-3F42-82E9-3E4BD7406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5EACE3D-9317-196C-05BB-DE5D0D8CB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4DBD10-8140-F669-293B-6B5A92C95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DFEBB3-07D1-472A-AA00-D713A7B4880F}" type="datetimeFigureOut">
              <a:rPr kumimoji="1" lang="ja-JP" altLang="en-US" smtClean="0"/>
              <a:t>2026/6/16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322A162-6817-EF6E-8AC5-BE687EE232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648123-A9E6-378B-7DF6-EBF6394102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5B6123-F455-4C4D-B205-003A286589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4206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556278A7-1B8B-4296-07B0-351D6A96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273" cy="739204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5708AE-8DAF-BC8C-BDB7-833AD880BC14}"/>
              </a:ext>
            </a:extLst>
          </p:cNvPr>
          <p:cNvSpPr txBox="1"/>
          <p:nvPr/>
        </p:nvSpPr>
        <p:spPr>
          <a:xfrm>
            <a:off x="541073" y="131820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4D477C1-C29D-28F9-DC60-580B4F2C9BF4}"/>
              </a:ext>
            </a:extLst>
          </p:cNvPr>
          <p:cNvSpPr/>
          <p:nvPr/>
        </p:nvSpPr>
        <p:spPr>
          <a:xfrm>
            <a:off x="8378092" y="5749824"/>
            <a:ext cx="1578707" cy="369333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14411DF-F1E7-6586-29BC-08932988D50B}"/>
              </a:ext>
            </a:extLst>
          </p:cNvPr>
          <p:cNvSpPr txBox="1"/>
          <p:nvPr/>
        </p:nvSpPr>
        <p:spPr>
          <a:xfrm>
            <a:off x="8610241" y="5736516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次の競技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7814E70-572C-48F5-8D7D-D44A4C7DF102}"/>
              </a:ext>
            </a:extLst>
          </p:cNvPr>
          <p:cNvSpPr/>
          <p:nvPr/>
        </p:nvSpPr>
        <p:spPr>
          <a:xfrm>
            <a:off x="8378092" y="6119157"/>
            <a:ext cx="3419537" cy="527124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91DF4BA-5C44-5DFD-64AC-5BAD1DDEEF3E}"/>
              </a:ext>
            </a:extLst>
          </p:cNvPr>
          <p:cNvSpPr txBox="1"/>
          <p:nvPr/>
        </p:nvSpPr>
        <p:spPr>
          <a:xfrm>
            <a:off x="8378092" y="6198053"/>
            <a:ext cx="3590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002</a:t>
            </a:r>
            <a:r>
              <a:rPr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C</a:t>
            </a:r>
            <a:r>
              <a:rPr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3DCC942-4A75-881D-A476-DA431B7569E8}"/>
              </a:ext>
            </a:extLst>
          </p:cNvPr>
          <p:cNvSpPr txBox="1"/>
          <p:nvPr/>
        </p:nvSpPr>
        <p:spPr>
          <a:xfrm>
            <a:off x="541073" y="480998"/>
            <a:ext cx="3344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FF00"/>
                </a:solidFill>
              </a:rPr>
              <a:t>A</a:t>
            </a:r>
            <a:r>
              <a:rPr lang="ja-JP" altLang="en-US" b="1" dirty="0">
                <a:solidFill>
                  <a:srgbClr val="FFFF00"/>
                </a:solidFill>
              </a:rPr>
              <a:t>級戦スタンダード　１次予選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3EF1F29-2236-EFA8-F95D-C981F1496ABB}"/>
              </a:ext>
            </a:extLst>
          </p:cNvPr>
          <p:cNvSpPr txBox="1"/>
          <p:nvPr/>
        </p:nvSpPr>
        <p:spPr>
          <a:xfrm>
            <a:off x="8783473" y="18924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１種目目　</a:t>
            </a:r>
            <a:r>
              <a:rPr lang="ja-JP" altLang="en-US" b="1" dirty="0">
                <a:solidFill>
                  <a:srgbClr val="FFFF00"/>
                </a:solidFill>
              </a:rPr>
              <a:t>ソロ競技</a:t>
            </a:r>
            <a:r>
              <a:rPr kumimoji="1" lang="ja-JP" altLang="en-US" b="1" dirty="0">
                <a:solidFill>
                  <a:srgbClr val="FFFF00"/>
                </a:solidFill>
              </a:rPr>
              <a:t>　ワルツ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A8F8DE4-0B20-8112-71A4-E8A3AA2BC6AD}"/>
              </a:ext>
            </a:extLst>
          </p:cNvPr>
          <p:cNvSpPr txBox="1"/>
          <p:nvPr/>
        </p:nvSpPr>
        <p:spPr>
          <a:xfrm>
            <a:off x="10630132" y="55426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第１ヒート</a:t>
            </a:r>
          </a:p>
        </p:txBody>
      </p:sp>
    </p:spTree>
    <p:extLst>
      <p:ext uri="{BB962C8B-B14F-4D97-AF65-F5344CB8AC3E}">
        <p14:creationId xmlns:p14="http://schemas.microsoft.com/office/powerpoint/2010/main" val="3853935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5" grpId="1" animBg="1"/>
      <p:bldP spid="27" grpId="0" animBg="1"/>
      <p:bldP spid="27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556278A7-1B8B-4296-07B0-351D6A96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273" cy="739204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5708AE-8DAF-BC8C-BDB7-833AD880BC14}"/>
              </a:ext>
            </a:extLst>
          </p:cNvPr>
          <p:cNvSpPr txBox="1"/>
          <p:nvPr/>
        </p:nvSpPr>
        <p:spPr>
          <a:xfrm>
            <a:off x="541073" y="131820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7814E70-572C-48F5-8D7D-D44A4C7DF102}"/>
              </a:ext>
            </a:extLst>
          </p:cNvPr>
          <p:cNvSpPr/>
          <p:nvPr/>
        </p:nvSpPr>
        <p:spPr>
          <a:xfrm>
            <a:off x="1566984" y="2148940"/>
            <a:ext cx="9331569" cy="2165151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6D82EFF-45FD-0B0B-52DE-39CF55F789B4}"/>
              </a:ext>
            </a:extLst>
          </p:cNvPr>
          <p:cNvSpPr/>
          <p:nvPr/>
        </p:nvSpPr>
        <p:spPr>
          <a:xfrm>
            <a:off x="1461475" y="2035700"/>
            <a:ext cx="9331569" cy="2165151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91DF4BA-5C44-5DFD-64AC-5BAD1DDEEF3E}"/>
              </a:ext>
            </a:extLst>
          </p:cNvPr>
          <p:cNvSpPr txBox="1"/>
          <p:nvPr/>
        </p:nvSpPr>
        <p:spPr>
          <a:xfrm>
            <a:off x="2430584" y="2433789"/>
            <a:ext cx="7518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三笠宮杯全日本ダンススポーツ選手権</a:t>
            </a:r>
            <a:endParaRPr kumimoji="1" lang="en-US" altLang="ja-JP" sz="32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089656E-25D1-A72D-CE2A-F610D6D67DA3}"/>
              </a:ext>
            </a:extLst>
          </p:cNvPr>
          <p:cNvSpPr txBox="1"/>
          <p:nvPr/>
        </p:nvSpPr>
        <p:spPr>
          <a:xfrm>
            <a:off x="2430584" y="3118275"/>
            <a:ext cx="7518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スタンダード　決勝</a:t>
            </a:r>
            <a:endParaRPr kumimoji="1" lang="en-US" altLang="ja-JP" sz="32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79718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7" grpId="1" animBg="1"/>
      <p:bldP spid="2" grpId="0" animBg="1"/>
      <p:bldP spid="2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4F020C-197E-69DE-169A-FD2DA9771874}"/>
              </a:ext>
            </a:extLst>
          </p:cNvPr>
          <p:cNvSpPr/>
          <p:nvPr/>
        </p:nvSpPr>
        <p:spPr>
          <a:xfrm>
            <a:off x="1836615" y="6057738"/>
            <a:ext cx="8850922" cy="584775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56278A7-1B8B-4296-07B0-351D6A96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273" cy="739204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5708AE-8DAF-BC8C-BDB7-833AD880BC14}"/>
              </a:ext>
            </a:extLst>
          </p:cNvPr>
          <p:cNvSpPr txBox="1"/>
          <p:nvPr/>
        </p:nvSpPr>
        <p:spPr>
          <a:xfrm>
            <a:off x="541073" y="131820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7814E70-572C-48F5-8D7D-D44A4C7DF102}"/>
              </a:ext>
            </a:extLst>
          </p:cNvPr>
          <p:cNvSpPr/>
          <p:nvPr/>
        </p:nvSpPr>
        <p:spPr>
          <a:xfrm>
            <a:off x="1758462" y="5964516"/>
            <a:ext cx="8850922" cy="584775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91DF4BA-5C44-5DFD-64AC-5BAD1DDEEF3E}"/>
              </a:ext>
            </a:extLst>
          </p:cNvPr>
          <p:cNvSpPr txBox="1"/>
          <p:nvPr/>
        </p:nvSpPr>
        <p:spPr>
          <a:xfrm>
            <a:off x="1836615" y="6026070"/>
            <a:ext cx="75184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三笠宮杯全日本ダンススポーツ選手権</a:t>
            </a:r>
            <a:endParaRPr kumimoji="1" lang="en-US" altLang="ja-JP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089656E-25D1-A72D-CE2A-F610D6D67DA3}"/>
              </a:ext>
            </a:extLst>
          </p:cNvPr>
          <p:cNvSpPr txBox="1"/>
          <p:nvPr/>
        </p:nvSpPr>
        <p:spPr>
          <a:xfrm>
            <a:off x="7315201" y="6026069"/>
            <a:ext cx="36654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スタンダード　決勝</a:t>
            </a:r>
            <a:endParaRPr kumimoji="1" lang="en-US" altLang="ja-JP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A37145D-2DD0-75FB-62C9-865488F16C00}"/>
              </a:ext>
            </a:extLst>
          </p:cNvPr>
          <p:cNvSpPr txBox="1"/>
          <p:nvPr/>
        </p:nvSpPr>
        <p:spPr>
          <a:xfrm>
            <a:off x="1356961" y="5564407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</p:spTree>
    <p:extLst>
      <p:ext uri="{BB962C8B-B14F-4D97-AF65-F5344CB8AC3E}">
        <p14:creationId xmlns:p14="http://schemas.microsoft.com/office/powerpoint/2010/main" val="1200913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27" grpId="0" animBg="1"/>
      <p:bldP spid="27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88E68E1-64F4-C7DC-9D9B-1BFB0FA19BA1}"/>
              </a:ext>
            </a:extLst>
          </p:cNvPr>
          <p:cNvSpPr/>
          <p:nvPr/>
        </p:nvSpPr>
        <p:spPr>
          <a:xfrm>
            <a:off x="1145580" y="1319220"/>
            <a:ext cx="9655769" cy="1206025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8535294-CB8E-AC5B-33BB-8CC737D6EB1E}"/>
              </a:ext>
            </a:extLst>
          </p:cNvPr>
          <p:cNvSpPr/>
          <p:nvPr/>
        </p:nvSpPr>
        <p:spPr>
          <a:xfrm>
            <a:off x="1145581" y="792097"/>
            <a:ext cx="5145316" cy="527124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481A78-0663-808F-B26C-C4647510C417}"/>
              </a:ext>
            </a:extLst>
          </p:cNvPr>
          <p:cNvSpPr txBox="1"/>
          <p:nvPr/>
        </p:nvSpPr>
        <p:spPr>
          <a:xfrm>
            <a:off x="1317029" y="1319220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13F965B-1200-EB06-96A1-C0B5A9AA3FFF}"/>
              </a:ext>
            </a:extLst>
          </p:cNvPr>
          <p:cNvSpPr txBox="1"/>
          <p:nvPr/>
        </p:nvSpPr>
        <p:spPr>
          <a:xfrm>
            <a:off x="1145580" y="862146"/>
            <a:ext cx="1346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現在の競技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56278A7-1B8B-4296-07B0-351D6A96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273" cy="739204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5708AE-8DAF-BC8C-BDB7-833AD880BC14}"/>
              </a:ext>
            </a:extLst>
          </p:cNvPr>
          <p:cNvSpPr txBox="1"/>
          <p:nvPr/>
        </p:nvSpPr>
        <p:spPr>
          <a:xfrm>
            <a:off x="541073" y="131820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AFC1C0A-5D4A-8FB5-E2E2-F498AC773736}"/>
              </a:ext>
            </a:extLst>
          </p:cNvPr>
          <p:cNvSpPr txBox="1"/>
          <p:nvPr/>
        </p:nvSpPr>
        <p:spPr>
          <a:xfrm>
            <a:off x="1218837" y="1668058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D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5FFD4F4-F2FB-76EA-7088-ACE76918D0E0}"/>
              </a:ext>
            </a:extLst>
          </p:cNvPr>
          <p:cNvSpPr txBox="1"/>
          <p:nvPr/>
        </p:nvSpPr>
        <p:spPr>
          <a:xfrm>
            <a:off x="10970948" y="131820"/>
            <a:ext cx="1035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FF00"/>
                </a:solidFill>
              </a:rPr>
              <a:t>A</a:t>
            </a:r>
            <a:r>
              <a:rPr lang="ja-JP" altLang="en-US" b="1" dirty="0">
                <a:solidFill>
                  <a:srgbClr val="FFFF00"/>
                </a:solidFill>
              </a:rPr>
              <a:t>フロア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4D477C1-C29D-28F9-DC60-580B4F2C9BF4}"/>
              </a:ext>
            </a:extLst>
          </p:cNvPr>
          <p:cNvSpPr/>
          <p:nvPr/>
        </p:nvSpPr>
        <p:spPr>
          <a:xfrm>
            <a:off x="1145581" y="3758296"/>
            <a:ext cx="5145316" cy="527124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14411DF-F1E7-6586-29BC-08932988D50B}"/>
              </a:ext>
            </a:extLst>
          </p:cNvPr>
          <p:cNvSpPr txBox="1"/>
          <p:nvPr/>
        </p:nvSpPr>
        <p:spPr>
          <a:xfrm>
            <a:off x="1145580" y="3828345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次の競技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7814E70-572C-48F5-8D7D-D44A4C7DF102}"/>
              </a:ext>
            </a:extLst>
          </p:cNvPr>
          <p:cNvSpPr/>
          <p:nvPr/>
        </p:nvSpPr>
        <p:spPr>
          <a:xfrm>
            <a:off x="1145580" y="4332755"/>
            <a:ext cx="9655769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91DF4BA-5C44-5DFD-64AC-5BAD1DDEEF3E}"/>
              </a:ext>
            </a:extLst>
          </p:cNvPr>
          <p:cNvSpPr txBox="1"/>
          <p:nvPr/>
        </p:nvSpPr>
        <p:spPr>
          <a:xfrm>
            <a:off x="1218837" y="4443881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002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C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065CB7C-338A-DCF3-9039-E1771959ED04}"/>
              </a:ext>
            </a:extLst>
          </p:cNvPr>
          <p:cNvSpPr/>
          <p:nvPr/>
        </p:nvSpPr>
        <p:spPr>
          <a:xfrm>
            <a:off x="1145580" y="5069284"/>
            <a:ext cx="9655769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250AFA6F-7DAD-4D9C-051C-774EF5875425}"/>
              </a:ext>
            </a:extLst>
          </p:cNvPr>
          <p:cNvSpPr txBox="1"/>
          <p:nvPr/>
        </p:nvSpPr>
        <p:spPr>
          <a:xfrm>
            <a:off x="1218837" y="5180410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003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B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8BC091C4-2630-F41E-2AC7-30987FBE9286}"/>
              </a:ext>
            </a:extLst>
          </p:cNvPr>
          <p:cNvSpPr/>
          <p:nvPr/>
        </p:nvSpPr>
        <p:spPr>
          <a:xfrm>
            <a:off x="1145580" y="5753201"/>
            <a:ext cx="9655769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BD7BC7D-9733-3C59-47EF-31CA682C437F}"/>
              </a:ext>
            </a:extLst>
          </p:cNvPr>
          <p:cNvSpPr txBox="1"/>
          <p:nvPr/>
        </p:nvSpPr>
        <p:spPr>
          <a:xfrm>
            <a:off x="1218837" y="5864327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004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A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C525459-840D-12FF-7195-2FADF9626646}"/>
              </a:ext>
            </a:extLst>
          </p:cNvPr>
          <p:cNvSpPr txBox="1"/>
          <p:nvPr/>
        </p:nvSpPr>
        <p:spPr>
          <a:xfrm>
            <a:off x="8815818" y="4474658"/>
            <a:ext cx="198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開始予定 </a:t>
            </a:r>
            <a:r>
              <a:rPr kumimoji="1" lang="en-US" altLang="ja-JP" sz="20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11:50</a:t>
            </a:r>
            <a:endParaRPr kumimoji="1" lang="ja-JP" altLang="en-US" sz="20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0D990F42-9FBA-A32C-C522-5C51A0EC6006}"/>
              </a:ext>
            </a:extLst>
          </p:cNvPr>
          <p:cNvSpPr txBox="1"/>
          <p:nvPr/>
        </p:nvSpPr>
        <p:spPr>
          <a:xfrm>
            <a:off x="8815818" y="5190936"/>
            <a:ext cx="198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開始予定 </a:t>
            </a:r>
            <a:r>
              <a:rPr kumimoji="1" lang="en-US" altLang="ja-JP" sz="20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12:20</a:t>
            </a:r>
            <a:endParaRPr kumimoji="1" lang="ja-JP" altLang="en-US" sz="20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60A1BD9-EA20-E928-9FD8-5839C6E2D3C0}"/>
              </a:ext>
            </a:extLst>
          </p:cNvPr>
          <p:cNvSpPr txBox="1"/>
          <p:nvPr/>
        </p:nvSpPr>
        <p:spPr>
          <a:xfrm>
            <a:off x="8815818" y="5855140"/>
            <a:ext cx="198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開始予定 </a:t>
            </a:r>
            <a:r>
              <a:rPr kumimoji="1" lang="en-US" altLang="ja-JP" sz="20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13:30</a:t>
            </a:r>
            <a:endParaRPr kumimoji="1" lang="ja-JP" altLang="en-US" sz="20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4AEB0F-6253-8E8C-4227-C264A8C4B7A7}"/>
              </a:ext>
            </a:extLst>
          </p:cNvPr>
          <p:cNvSpPr txBox="1"/>
          <p:nvPr/>
        </p:nvSpPr>
        <p:spPr>
          <a:xfrm>
            <a:off x="10080218" y="470335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現在時刻　</a:t>
            </a:r>
            <a:r>
              <a:rPr kumimoji="1" lang="en-US" altLang="ja-JP" b="1" dirty="0">
                <a:solidFill>
                  <a:srgbClr val="FFFF00"/>
                </a:solidFill>
              </a:rPr>
              <a:t>10:38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9978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1" grpId="0" animBg="1"/>
      <p:bldP spid="21" grpId="1" animBg="1"/>
      <p:bldP spid="25" grpId="0" animBg="1"/>
      <p:bldP spid="25" grpId="1" animBg="1"/>
      <p:bldP spid="27" grpId="0" animBg="1"/>
      <p:bldP spid="27" grpId="1" animBg="1"/>
      <p:bldP spid="29" grpId="0" animBg="1"/>
      <p:bldP spid="29" grpId="1" animBg="1"/>
      <p:bldP spid="31" grpId="0" animBg="1"/>
      <p:bldP spid="31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88E68E1-64F4-C7DC-9D9B-1BFB0FA19BA1}"/>
              </a:ext>
            </a:extLst>
          </p:cNvPr>
          <p:cNvSpPr/>
          <p:nvPr/>
        </p:nvSpPr>
        <p:spPr>
          <a:xfrm>
            <a:off x="1145581" y="1881538"/>
            <a:ext cx="5102024" cy="1206025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8535294-CB8E-AC5B-33BB-8CC737D6EB1E}"/>
              </a:ext>
            </a:extLst>
          </p:cNvPr>
          <p:cNvSpPr/>
          <p:nvPr/>
        </p:nvSpPr>
        <p:spPr>
          <a:xfrm>
            <a:off x="1102288" y="1234293"/>
            <a:ext cx="10652049" cy="527124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481A78-0663-808F-B26C-C4647510C417}"/>
              </a:ext>
            </a:extLst>
          </p:cNvPr>
          <p:cNvSpPr txBox="1"/>
          <p:nvPr/>
        </p:nvSpPr>
        <p:spPr>
          <a:xfrm>
            <a:off x="1317029" y="1319220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13F965B-1200-EB06-96A1-C0B5A9AA3FFF}"/>
              </a:ext>
            </a:extLst>
          </p:cNvPr>
          <p:cNvSpPr txBox="1"/>
          <p:nvPr/>
        </p:nvSpPr>
        <p:spPr>
          <a:xfrm>
            <a:off x="1145580" y="1268570"/>
            <a:ext cx="1346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現在の競技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56278A7-1B8B-4296-07B0-351D6A96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273" cy="739204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5708AE-8DAF-BC8C-BDB7-833AD880BC14}"/>
              </a:ext>
            </a:extLst>
          </p:cNvPr>
          <p:cNvSpPr txBox="1"/>
          <p:nvPr/>
        </p:nvSpPr>
        <p:spPr>
          <a:xfrm>
            <a:off x="541073" y="131820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AFC1C0A-5D4A-8FB5-E2E2-F498AC773736}"/>
              </a:ext>
            </a:extLst>
          </p:cNvPr>
          <p:cNvSpPr txBox="1"/>
          <p:nvPr/>
        </p:nvSpPr>
        <p:spPr>
          <a:xfrm>
            <a:off x="1145580" y="2013891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D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5FFD4F4-F2FB-76EA-7088-ACE76918D0E0}"/>
              </a:ext>
            </a:extLst>
          </p:cNvPr>
          <p:cNvSpPr txBox="1"/>
          <p:nvPr/>
        </p:nvSpPr>
        <p:spPr>
          <a:xfrm>
            <a:off x="3015801" y="797415"/>
            <a:ext cx="1035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FF00"/>
                </a:solidFill>
              </a:rPr>
              <a:t>A</a:t>
            </a:r>
            <a:r>
              <a:rPr lang="ja-JP" altLang="en-US" b="1" dirty="0">
                <a:solidFill>
                  <a:srgbClr val="FFFF00"/>
                </a:solidFill>
              </a:rPr>
              <a:t>フロア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4D477C1-C29D-28F9-DC60-580B4F2C9BF4}"/>
              </a:ext>
            </a:extLst>
          </p:cNvPr>
          <p:cNvSpPr/>
          <p:nvPr/>
        </p:nvSpPr>
        <p:spPr>
          <a:xfrm>
            <a:off x="1145581" y="3758296"/>
            <a:ext cx="10652048" cy="527124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14411DF-F1E7-6586-29BC-08932988D50B}"/>
              </a:ext>
            </a:extLst>
          </p:cNvPr>
          <p:cNvSpPr txBox="1"/>
          <p:nvPr/>
        </p:nvSpPr>
        <p:spPr>
          <a:xfrm>
            <a:off x="1145580" y="3828345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次の競技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7814E70-572C-48F5-8D7D-D44A4C7DF102}"/>
              </a:ext>
            </a:extLst>
          </p:cNvPr>
          <p:cNvSpPr/>
          <p:nvPr/>
        </p:nvSpPr>
        <p:spPr>
          <a:xfrm>
            <a:off x="1145580" y="4332755"/>
            <a:ext cx="5102025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91DF4BA-5C44-5DFD-64AC-5BAD1DDEEF3E}"/>
              </a:ext>
            </a:extLst>
          </p:cNvPr>
          <p:cNvSpPr txBox="1"/>
          <p:nvPr/>
        </p:nvSpPr>
        <p:spPr>
          <a:xfrm>
            <a:off x="1218837" y="4443881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002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C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065CB7C-338A-DCF3-9039-E1771959ED04}"/>
              </a:ext>
            </a:extLst>
          </p:cNvPr>
          <p:cNvSpPr/>
          <p:nvPr/>
        </p:nvSpPr>
        <p:spPr>
          <a:xfrm>
            <a:off x="1145580" y="5069284"/>
            <a:ext cx="5102025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250AFA6F-7DAD-4D9C-051C-774EF5875425}"/>
              </a:ext>
            </a:extLst>
          </p:cNvPr>
          <p:cNvSpPr txBox="1"/>
          <p:nvPr/>
        </p:nvSpPr>
        <p:spPr>
          <a:xfrm>
            <a:off x="1218837" y="5180410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003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B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8BC091C4-2630-F41E-2AC7-30987FBE9286}"/>
              </a:ext>
            </a:extLst>
          </p:cNvPr>
          <p:cNvSpPr/>
          <p:nvPr/>
        </p:nvSpPr>
        <p:spPr>
          <a:xfrm>
            <a:off x="1145580" y="5753201"/>
            <a:ext cx="5102025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BD7BC7D-9733-3C59-47EF-31CA682C437F}"/>
              </a:ext>
            </a:extLst>
          </p:cNvPr>
          <p:cNvSpPr txBox="1"/>
          <p:nvPr/>
        </p:nvSpPr>
        <p:spPr>
          <a:xfrm>
            <a:off x="1218837" y="5864327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004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A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60A1BD9-EA20-E928-9FD8-5839C6E2D3C0}"/>
              </a:ext>
            </a:extLst>
          </p:cNvPr>
          <p:cNvSpPr txBox="1"/>
          <p:nvPr/>
        </p:nvSpPr>
        <p:spPr>
          <a:xfrm>
            <a:off x="9841269" y="3806889"/>
            <a:ext cx="198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開始予定 </a:t>
            </a:r>
            <a:r>
              <a:rPr kumimoji="1" lang="en-US" altLang="ja-JP" sz="20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13:30</a:t>
            </a:r>
            <a:endParaRPr kumimoji="1" lang="ja-JP" altLang="en-US" sz="20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07A8C9B-104E-0D18-1FFF-9F57BAC37798}"/>
              </a:ext>
            </a:extLst>
          </p:cNvPr>
          <p:cNvSpPr/>
          <p:nvPr/>
        </p:nvSpPr>
        <p:spPr>
          <a:xfrm>
            <a:off x="6792959" y="1872543"/>
            <a:ext cx="5081577" cy="1206025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638C6A6-2741-BDAA-6968-4003285C8EF7}"/>
              </a:ext>
            </a:extLst>
          </p:cNvPr>
          <p:cNvSpPr txBox="1"/>
          <p:nvPr/>
        </p:nvSpPr>
        <p:spPr>
          <a:xfrm>
            <a:off x="7047900" y="2013891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B01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3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916D9EF-95D6-1389-1BAC-A636AEAF2442}"/>
              </a:ext>
            </a:extLst>
          </p:cNvPr>
          <p:cNvSpPr txBox="1"/>
          <p:nvPr/>
        </p:nvSpPr>
        <p:spPr>
          <a:xfrm>
            <a:off x="8800599" y="820717"/>
            <a:ext cx="1040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FF00"/>
                </a:solidFill>
              </a:rPr>
              <a:t>B</a:t>
            </a:r>
            <a:r>
              <a:rPr lang="ja-JP" altLang="en-US" b="1" dirty="0">
                <a:solidFill>
                  <a:srgbClr val="FFFF00"/>
                </a:solidFill>
              </a:rPr>
              <a:t>フロア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ED538F2-A9C3-A833-C857-1715CE45E107}"/>
              </a:ext>
            </a:extLst>
          </p:cNvPr>
          <p:cNvSpPr/>
          <p:nvPr/>
        </p:nvSpPr>
        <p:spPr>
          <a:xfrm>
            <a:off x="6719702" y="4332755"/>
            <a:ext cx="5102025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D9D4A6E-1EEA-4B98-3356-BA33692CF0A6}"/>
              </a:ext>
            </a:extLst>
          </p:cNvPr>
          <p:cNvSpPr txBox="1"/>
          <p:nvPr/>
        </p:nvSpPr>
        <p:spPr>
          <a:xfrm>
            <a:off x="6792959" y="4443881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B02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2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21BF7D2-4401-C2D9-3491-939C75C7F251}"/>
              </a:ext>
            </a:extLst>
          </p:cNvPr>
          <p:cNvSpPr/>
          <p:nvPr/>
        </p:nvSpPr>
        <p:spPr>
          <a:xfrm>
            <a:off x="6719702" y="5069284"/>
            <a:ext cx="5102025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52FD32B-F6E1-4BAC-09B8-A8513E1F194F}"/>
              </a:ext>
            </a:extLst>
          </p:cNvPr>
          <p:cNvSpPr txBox="1"/>
          <p:nvPr/>
        </p:nvSpPr>
        <p:spPr>
          <a:xfrm>
            <a:off x="6792959" y="5180410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B03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482835E-106D-E733-30D5-B3C6B3E573CD}"/>
              </a:ext>
            </a:extLst>
          </p:cNvPr>
          <p:cNvSpPr/>
          <p:nvPr/>
        </p:nvSpPr>
        <p:spPr>
          <a:xfrm>
            <a:off x="6719702" y="5753201"/>
            <a:ext cx="5102025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B0E6480-3B86-41E8-76D8-61668EE91344}"/>
              </a:ext>
            </a:extLst>
          </p:cNvPr>
          <p:cNvSpPr txBox="1"/>
          <p:nvPr/>
        </p:nvSpPr>
        <p:spPr>
          <a:xfrm>
            <a:off x="6792959" y="5864327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B04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シニア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Ⅱ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42187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1" grpId="0" animBg="1"/>
      <p:bldP spid="21" grpId="1" animBg="1"/>
      <p:bldP spid="25" grpId="0" animBg="1"/>
      <p:bldP spid="25" grpId="1" animBg="1"/>
      <p:bldP spid="27" grpId="0" animBg="1"/>
      <p:bldP spid="27" grpId="1" animBg="1"/>
      <p:bldP spid="29" grpId="0" animBg="1"/>
      <p:bldP spid="29" grpId="1" animBg="1"/>
      <p:bldP spid="31" grpId="0" animBg="1"/>
      <p:bldP spid="31" grpId="1" animBg="1"/>
      <p:bldP spid="3" grpId="0" animBg="1"/>
      <p:bldP spid="3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556278A7-1B8B-4296-07B0-351D6A96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273" cy="739204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5708AE-8DAF-BC8C-BDB7-833AD880BC14}"/>
              </a:ext>
            </a:extLst>
          </p:cNvPr>
          <p:cNvSpPr txBox="1"/>
          <p:nvPr/>
        </p:nvSpPr>
        <p:spPr>
          <a:xfrm>
            <a:off x="541073" y="131820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4D477C1-C29D-28F9-DC60-580B4F2C9BF4}"/>
              </a:ext>
            </a:extLst>
          </p:cNvPr>
          <p:cNvSpPr/>
          <p:nvPr/>
        </p:nvSpPr>
        <p:spPr>
          <a:xfrm>
            <a:off x="8378092" y="5749824"/>
            <a:ext cx="1578707" cy="369333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14411DF-F1E7-6586-29BC-08932988D50B}"/>
              </a:ext>
            </a:extLst>
          </p:cNvPr>
          <p:cNvSpPr txBox="1"/>
          <p:nvPr/>
        </p:nvSpPr>
        <p:spPr>
          <a:xfrm>
            <a:off x="8610241" y="5736516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次の競技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7814E70-572C-48F5-8D7D-D44A4C7DF102}"/>
              </a:ext>
            </a:extLst>
          </p:cNvPr>
          <p:cNvSpPr/>
          <p:nvPr/>
        </p:nvSpPr>
        <p:spPr>
          <a:xfrm>
            <a:off x="8378092" y="6119157"/>
            <a:ext cx="3419537" cy="527124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91DF4BA-5C44-5DFD-64AC-5BAD1DDEEF3E}"/>
              </a:ext>
            </a:extLst>
          </p:cNvPr>
          <p:cNvSpPr txBox="1"/>
          <p:nvPr/>
        </p:nvSpPr>
        <p:spPr>
          <a:xfrm>
            <a:off x="8378092" y="6198053"/>
            <a:ext cx="3590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002</a:t>
            </a:r>
            <a:r>
              <a:rPr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C</a:t>
            </a:r>
            <a:r>
              <a:rPr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3DCC942-4A75-881D-A476-DA431B7569E8}"/>
              </a:ext>
            </a:extLst>
          </p:cNvPr>
          <p:cNvSpPr txBox="1"/>
          <p:nvPr/>
        </p:nvSpPr>
        <p:spPr>
          <a:xfrm>
            <a:off x="541073" y="480998"/>
            <a:ext cx="3344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FF00"/>
                </a:solidFill>
              </a:rPr>
              <a:t>A</a:t>
            </a:r>
            <a:r>
              <a:rPr lang="ja-JP" altLang="en-US" b="1" dirty="0">
                <a:solidFill>
                  <a:srgbClr val="FFFF00"/>
                </a:solidFill>
              </a:rPr>
              <a:t>級戦スタンダード　１次予選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3EF1F29-2236-EFA8-F95D-C981F1496ABB}"/>
              </a:ext>
            </a:extLst>
          </p:cNvPr>
          <p:cNvSpPr txBox="1"/>
          <p:nvPr/>
        </p:nvSpPr>
        <p:spPr>
          <a:xfrm>
            <a:off x="9937635" y="18493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１種目目　ワルツ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A8F8DE4-0B20-8112-71A4-E8A3AA2BC6AD}"/>
              </a:ext>
            </a:extLst>
          </p:cNvPr>
          <p:cNvSpPr txBox="1"/>
          <p:nvPr/>
        </p:nvSpPr>
        <p:spPr>
          <a:xfrm>
            <a:off x="10630132" y="55426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第１ヒート</a:t>
            </a:r>
          </a:p>
        </p:txBody>
      </p:sp>
    </p:spTree>
    <p:extLst>
      <p:ext uri="{BB962C8B-B14F-4D97-AF65-F5344CB8AC3E}">
        <p14:creationId xmlns:p14="http://schemas.microsoft.com/office/powerpoint/2010/main" val="38774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5" grpId="1" animBg="1"/>
      <p:bldP spid="27" grpId="0" animBg="1"/>
      <p:bldP spid="27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88E68E1-64F4-C7DC-9D9B-1BFB0FA19BA1}"/>
              </a:ext>
            </a:extLst>
          </p:cNvPr>
          <p:cNvSpPr/>
          <p:nvPr/>
        </p:nvSpPr>
        <p:spPr>
          <a:xfrm>
            <a:off x="541073" y="1398147"/>
            <a:ext cx="10536501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8535294-CB8E-AC5B-33BB-8CC737D6EB1E}"/>
              </a:ext>
            </a:extLst>
          </p:cNvPr>
          <p:cNvSpPr/>
          <p:nvPr/>
        </p:nvSpPr>
        <p:spPr>
          <a:xfrm>
            <a:off x="541074" y="871024"/>
            <a:ext cx="5145316" cy="527124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481A78-0663-808F-B26C-C4647510C417}"/>
              </a:ext>
            </a:extLst>
          </p:cNvPr>
          <p:cNvSpPr txBox="1"/>
          <p:nvPr/>
        </p:nvSpPr>
        <p:spPr>
          <a:xfrm>
            <a:off x="712522" y="1398147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13F965B-1200-EB06-96A1-C0B5A9AA3FFF}"/>
              </a:ext>
            </a:extLst>
          </p:cNvPr>
          <p:cNvSpPr txBox="1"/>
          <p:nvPr/>
        </p:nvSpPr>
        <p:spPr>
          <a:xfrm>
            <a:off x="541073" y="941073"/>
            <a:ext cx="1346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現在の競技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56278A7-1B8B-4296-07B0-351D6A96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273" cy="739204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5708AE-8DAF-BC8C-BDB7-833AD880BC14}"/>
              </a:ext>
            </a:extLst>
          </p:cNvPr>
          <p:cNvSpPr txBox="1"/>
          <p:nvPr/>
        </p:nvSpPr>
        <p:spPr>
          <a:xfrm>
            <a:off x="541073" y="131820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AFC1C0A-5D4A-8FB5-E2E2-F498AC773736}"/>
              </a:ext>
            </a:extLst>
          </p:cNvPr>
          <p:cNvSpPr txBox="1"/>
          <p:nvPr/>
        </p:nvSpPr>
        <p:spPr>
          <a:xfrm>
            <a:off x="614330" y="1509273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D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5FFD4F4-F2FB-76EA-7088-ACE76918D0E0}"/>
              </a:ext>
            </a:extLst>
          </p:cNvPr>
          <p:cNvSpPr txBox="1"/>
          <p:nvPr/>
        </p:nvSpPr>
        <p:spPr>
          <a:xfrm>
            <a:off x="10970948" y="131820"/>
            <a:ext cx="1035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FF00"/>
                </a:solidFill>
              </a:rPr>
              <a:t>A</a:t>
            </a:r>
            <a:r>
              <a:rPr lang="ja-JP" altLang="en-US" b="1" dirty="0">
                <a:solidFill>
                  <a:srgbClr val="FFFF00"/>
                </a:solidFill>
              </a:rPr>
              <a:t>フロア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4D477C1-C29D-28F9-DC60-580B4F2C9BF4}"/>
              </a:ext>
            </a:extLst>
          </p:cNvPr>
          <p:cNvSpPr/>
          <p:nvPr/>
        </p:nvSpPr>
        <p:spPr>
          <a:xfrm>
            <a:off x="859641" y="5770400"/>
            <a:ext cx="5145316" cy="396010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14411DF-F1E7-6586-29BC-08932988D50B}"/>
              </a:ext>
            </a:extLst>
          </p:cNvPr>
          <p:cNvSpPr txBox="1"/>
          <p:nvPr/>
        </p:nvSpPr>
        <p:spPr>
          <a:xfrm>
            <a:off x="859641" y="5783739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次の競技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7814E70-572C-48F5-8D7D-D44A4C7DF102}"/>
              </a:ext>
            </a:extLst>
          </p:cNvPr>
          <p:cNvSpPr/>
          <p:nvPr/>
        </p:nvSpPr>
        <p:spPr>
          <a:xfrm>
            <a:off x="1177072" y="6166410"/>
            <a:ext cx="9655769" cy="517330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91DF4BA-5C44-5DFD-64AC-5BAD1DDEEF3E}"/>
              </a:ext>
            </a:extLst>
          </p:cNvPr>
          <p:cNvSpPr txBox="1"/>
          <p:nvPr/>
        </p:nvSpPr>
        <p:spPr>
          <a:xfrm>
            <a:off x="1214495" y="6166410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002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C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C525459-840D-12FF-7195-2FADF9626646}"/>
              </a:ext>
            </a:extLst>
          </p:cNvPr>
          <p:cNvSpPr txBox="1"/>
          <p:nvPr/>
        </p:nvSpPr>
        <p:spPr>
          <a:xfrm>
            <a:off x="8847310" y="6197187"/>
            <a:ext cx="198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開始予定 </a:t>
            </a:r>
            <a:r>
              <a:rPr kumimoji="1" lang="en-US" altLang="ja-JP" sz="20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11:50</a:t>
            </a:r>
            <a:endParaRPr kumimoji="1" lang="ja-JP" altLang="en-US" sz="20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99CDC3E-27E1-A9AC-42A5-AAC54F75B747}"/>
              </a:ext>
            </a:extLst>
          </p:cNvPr>
          <p:cNvSpPr/>
          <p:nvPr/>
        </p:nvSpPr>
        <p:spPr>
          <a:xfrm>
            <a:off x="2128607" y="2112840"/>
            <a:ext cx="8948967" cy="534769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F12C014-581A-F202-BA22-572A1CECF9B1}"/>
              </a:ext>
            </a:extLst>
          </p:cNvPr>
          <p:cNvSpPr txBox="1"/>
          <p:nvPr/>
        </p:nvSpPr>
        <p:spPr>
          <a:xfrm>
            <a:off x="2232334" y="2065505"/>
            <a:ext cx="8738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102  103  104  105  106  107  108  109</a:t>
            </a:r>
            <a:r>
              <a:rPr lang="ja-JP" altLang="en-US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110</a:t>
            </a:r>
            <a:endParaRPr kumimoji="1" lang="ja-JP" altLang="en-US" sz="32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6C2C8D-290E-40D3-F492-D310082AAC0A}"/>
              </a:ext>
            </a:extLst>
          </p:cNvPr>
          <p:cNvSpPr/>
          <p:nvPr/>
        </p:nvSpPr>
        <p:spPr>
          <a:xfrm>
            <a:off x="828118" y="2111003"/>
            <a:ext cx="1258702" cy="536606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2369C42-8805-332A-80C8-7A7990CFFCFE}"/>
              </a:ext>
            </a:extLst>
          </p:cNvPr>
          <p:cNvSpPr txBox="1"/>
          <p:nvPr/>
        </p:nvSpPr>
        <p:spPr>
          <a:xfrm>
            <a:off x="838437" y="2075267"/>
            <a:ext cx="13420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W  1H </a:t>
            </a:r>
            <a:endParaRPr kumimoji="1" lang="ja-JP" altLang="en-US" sz="32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2C5E658-6155-FE22-2F29-0790CA818AAA}"/>
              </a:ext>
            </a:extLst>
          </p:cNvPr>
          <p:cNvSpPr/>
          <p:nvPr/>
        </p:nvSpPr>
        <p:spPr>
          <a:xfrm>
            <a:off x="2128607" y="2717721"/>
            <a:ext cx="8948967" cy="527124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DD47EA-0E8D-EF1B-23AB-ACBE28E10BF5}"/>
              </a:ext>
            </a:extLst>
          </p:cNvPr>
          <p:cNvSpPr txBox="1"/>
          <p:nvPr/>
        </p:nvSpPr>
        <p:spPr>
          <a:xfrm>
            <a:off x="2232334" y="2680849"/>
            <a:ext cx="54264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107  108  109  110  111  112  </a:t>
            </a:r>
            <a:endParaRPr kumimoji="1" lang="ja-JP" altLang="en-US" sz="32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2AB669-7887-0BB9-09B7-3B0FA380DB2A}"/>
              </a:ext>
            </a:extLst>
          </p:cNvPr>
          <p:cNvSpPr/>
          <p:nvPr/>
        </p:nvSpPr>
        <p:spPr>
          <a:xfrm>
            <a:off x="2128607" y="3314957"/>
            <a:ext cx="8948967" cy="534769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D972112-A5FE-24EF-A8FA-57FF9CCB866B}"/>
              </a:ext>
            </a:extLst>
          </p:cNvPr>
          <p:cNvSpPr/>
          <p:nvPr/>
        </p:nvSpPr>
        <p:spPr>
          <a:xfrm>
            <a:off x="2128607" y="3919838"/>
            <a:ext cx="8948967" cy="527124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5A74543-E946-B44D-72EB-D3995A83F5E3}"/>
              </a:ext>
            </a:extLst>
          </p:cNvPr>
          <p:cNvSpPr/>
          <p:nvPr/>
        </p:nvSpPr>
        <p:spPr>
          <a:xfrm>
            <a:off x="828118" y="3351436"/>
            <a:ext cx="1258702" cy="518877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62B0376-5D8A-CE7A-A0CE-1B4B7EFC4552}"/>
              </a:ext>
            </a:extLst>
          </p:cNvPr>
          <p:cNvSpPr txBox="1"/>
          <p:nvPr/>
        </p:nvSpPr>
        <p:spPr>
          <a:xfrm>
            <a:off x="828118" y="3299053"/>
            <a:ext cx="13420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W  2H </a:t>
            </a:r>
            <a:endParaRPr kumimoji="1" lang="ja-JP" altLang="en-US" sz="32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015FA66-6D5D-9658-A83D-6C9E642F07A9}"/>
              </a:ext>
            </a:extLst>
          </p:cNvPr>
          <p:cNvSpPr txBox="1"/>
          <p:nvPr/>
        </p:nvSpPr>
        <p:spPr>
          <a:xfrm>
            <a:off x="2232334" y="3296193"/>
            <a:ext cx="51940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113</a:t>
            </a:r>
            <a:r>
              <a:rPr lang="ja-JP" altLang="en-US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114  115  116  117  118</a:t>
            </a:r>
            <a:endParaRPr kumimoji="1" lang="ja-JP" altLang="en-US" sz="32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15ABFD9-10B2-865D-A507-7C1A852000A3}"/>
              </a:ext>
            </a:extLst>
          </p:cNvPr>
          <p:cNvSpPr txBox="1"/>
          <p:nvPr/>
        </p:nvSpPr>
        <p:spPr>
          <a:xfrm>
            <a:off x="2232334" y="3911536"/>
            <a:ext cx="52998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119  120  121  122  123  124 </a:t>
            </a:r>
            <a:endParaRPr kumimoji="1" lang="ja-JP" altLang="en-US" sz="32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A0338EE-4AA5-87AE-67BC-223D4CACB993}"/>
              </a:ext>
            </a:extLst>
          </p:cNvPr>
          <p:cNvSpPr/>
          <p:nvPr/>
        </p:nvSpPr>
        <p:spPr>
          <a:xfrm>
            <a:off x="2128607" y="4517074"/>
            <a:ext cx="8948967" cy="534769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9B9B6A9-6AA4-0BB5-C8AA-D04889D24279}"/>
              </a:ext>
            </a:extLst>
          </p:cNvPr>
          <p:cNvSpPr/>
          <p:nvPr/>
        </p:nvSpPr>
        <p:spPr>
          <a:xfrm>
            <a:off x="2128607" y="5121956"/>
            <a:ext cx="8948967" cy="534769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BE7F27C-42FF-B78A-6326-D3BAB8D286DE}"/>
              </a:ext>
            </a:extLst>
          </p:cNvPr>
          <p:cNvSpPr txBox="1"/>
          <p:nvPr/>
        </p:nvSpPr>
        <p:spPr>
          <a:xfrm>
            <a:off x="10080218" y="470335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現在時刻　</a:t>
            </a:r>
            <a:r>
              <a:rPr kumimoji="1" lang="en-US" altLang="ja-JP" b="1" dirty="0">
                <a:solidFill>
                  <a:srgbClr val="FFFF00"/>
                </a:solidFill>
              </a:rPr>
              <a:t>10:38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104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1" grpId="0" animBg="1"/>
      <p:bldP spid="21" grpId="1" animBg="1"/>
      <p:bldP spid="25" grpId="0" animBg="1"/>
      <p:bldP spid="25" grpId="1" animBg="1"/>
      <p:bldP spid="27" grpId="0" animBg="1"/>
      <p:bldP spid="27" grpId="1" animBg="1"/>
      <p:bldP spid="3" grpId="0" animBg="1"/>
      <p:bldP spid="3" grpId="1" animBg="1"/>
      <p:bldP spid="7" grpId="0" animBg="1"/>
      <p:bldP spid="7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6" grpId="0" animBg="1"/>
      <p:bldP spid="16" grpId="1" animBg="1"/>
      <p:bldP spid="17" grpId="0" animBg="1"/>
      <p:bldP spid="17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88E68E1-64F4-C7DC-9D9B-1BFB0FA19BA1}"/>
              </a:ext>
            </a:extLst>
          </p:cNvPr>
          <p:cNvSpPr/>
          <p:nvPr/>
        </p:nvSpPr>
        <p:spPr>
          <a:xfrm>
            <a:off x="541073" y="1398147"/>
            <a:ext cx="10536501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8535294-CB8E-AC5B-33BB-8CC737D6EB1E}"/>
              </a:ext>
            </a:extLst>
          </p:cNvPr>
          <p:cNvSpPr/>
          <p:nvPr/>
        </p:nvSpPr>
        <p:spPr>
          <a:xfrm>
            <a:off x="541074" y="871024"/>
            <a:ext cx="5145316" cy="527124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481A78-0663-808F-B26C-C4647510C417}"/>
              </a:ext>
            </a:extLst>
          </p:cNvPr>
          <p:cNvSpPr txBox="1"/>
          <p:nvPr/>
        </p:nvSpPr>
        <p:spPr>
          <a:xfrm>
            <a:off x="712522" y="1398147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13F965B-1200-EB06-96A1-C0B5A9AA3FFF}"/>
              </a:ext>
            </a:extLst>
          </p:cNvPr>
          <p:cNvSpPr txBox="1"/>
          <p:nvPr/>
        </p:nvSpPr>
        <p:spPr>
          <a:xfrm>
            <a:off x="541073" y="941073"/>
            <a:ext cx="1346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現在の競技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56278A7-1B8B-4296-07B0-351D6A96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273" cy="739204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5708AE-8DAF-BC8C-BDB7-833AD880BC14}"/>
              </a:ext>
            </a:extLst>
          </p:cNvPr>
          <p:cNvSpPr txBox="1"/>
          <p:nvPr/>
        </p:nvSpPr>
        <p:spPr>
          <a:xfrm>
            <a:off x="541073" y="131820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AFC1C0A-5D4A-8FB5-E2E2-F498AC773736}"/>
              </a:ext>
            </a:extLst>
          </p:cNvPr>
          <p:cNvSpPr txBox="1"/>
          <p:nvPr/>
        </p:nvSpPr>
        <p:spPr>
          <a:xfrm>
            <a:off x="614330" y="1509273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D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5FFD4F4-F2FB-76EA-7088-ACE76918D0E0}"/>
              </a:ext>
            </a:extLst>
          </p:cNvPr>
          <p:cNvSpPr txBox="1"/>
          <p:nvPr/>
        </p:nvSpPr>
        <p:spPr>
          <a:xfrm>
            <a:off x="10970948" y="131820"/>
            <a:ext cx="1035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FF00"/>
                </a:solidFill>
              </a:rPr>
              <a:t>A</a:t>
            </a:r>
            <a:r>
              <a:rPr lang="ja-JP" altLang="en-US" b="1" dirty="0">
                <a:solidFill>
                  <a:srgbClr val="FFFF00"/>
                </a:solidFill>
              </a:rPr>
              <a:t>フロア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4D477C1-C29D-28F9-DC60-580B4F2C9BF4}"/>
              </a:ext>
            </a:extLst>
          </p:cNvPr>
          <p:cNvSpPr/>
          <p:nvPr/>
        </p:nvSpPr>
        <p:spPr>
          <a:xfrm>
            <a:off x="859641" y="5770400"/>
            <a:ext cx="5145316" cy="396010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14411DF-F1E7-6586-29BC-08932988D50B}"/>
              </a:ext>
            </a:extLst>
          </p:cNvPr>
          <p:cNvSpPr txBox="1"/>
          <p:nvPr/>
        </p:nvSpPr>
        <p:spPr>
          <a:xfrm>
            <a:off x="859641" y="5783739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次の競技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7814E70-572C-48F5-8D7D-D44A4C7DF102}"/>
              </a:ext>
            </a:extLst>
          </p:cNvPr>
          <p:cNvSpPr/>
          <p:nvPr/>
        </p:nvSpPr>
        <p:spPr>
          <a:xfrm>
            <a:off x="1177072" y="6166410"/>
            <a:ext cx="9655769" cy="517330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91DF4BA-5C44-5DFD-64AC-5BAD1DDEEF3E}"/>
              </a:ext>
            </a:extLst>
          </p:cNvPr>
          <p:cNvSpPr txBox="1"/>
          <p:nvPr/>
        </p:nvSpPr>
        <p:spPr>
          <a:xfrm>
            <a:off x="1214495" y="6166410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002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 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C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</a:t>
            </a:r>
            <a:r>
              <a:rPr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次予選</a:t>
            </a:r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C525459-840D-12FF-7195-2FADF9626646}"/>
              </a:ext>
            </a:extLst>
          </p:cNvPr>
          <p:cNvSpPr txBox="1"/>
          <p:nvPr/>
        </p:nvSpPr>
        <p:spPr>
          <a:xfrm>
            <a:off x="8847310" y="6197187"/>
            <a:ext cx="198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開始予定 </a:t>
            </a:r>
            <a:r>
              <a:rPr kumimoji="1" lang="en-US" altLang="ja-JP" sz="20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11:50</a:t>
            </a:r>
            <a:endParaRPr kumimoji="1" lang="ja-JP" altLang="en-US" sz="20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99CDC3E-27E1-A9AC-42A5-AAC54F75B747}"/>
              </a:ext>
            </a:extLst>
          </p:cNvPr>
          <p:cNvSpPr/>
          <p:nvPr/>
        </p:nvSpPr>
        <p:spPr>
          <a:xfrm>
            <a:off x="2128607" y="2112840"/>
            <a:ext cx="8948967" cy="534769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F12C014-581A-F202-BA22-572A1CECF9B1}"/>
              </a:ext>
            </a:extLst>
          </p:cNvPr>
          <p:cNvSpPr txBox="1"/>
          <p:nvPr/>
        </p:nvSpPr>
        <p:spPr>
          <a:xfrm>
            <a:off x="2232334" y="2065505"/>
            <a:ext cx="8738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102  103  104  105  106  107  108  109</a:t>
            </a:r>
            <a:r>
              <a:rPr lang="ja-JP" altLang="en-US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110</a:t>
            </a:r>
            <a:endParaRPr kumimoji="1" lang="ja-JP" altLang="en-US" sz="32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6C2C8D-290E-40D3-F492-D310082AAC0A}"/>
              </a:ext>
            </a:extLst>
          </p:cNvPr>
          <p:cNvSpPr/>
          <p:nvPr/>
        </p:nvSpPr>
        <p:spPr>
          <a:xfrm>
            <a:off x="828118" y="2111003"/>
            <a:ext cx="1258702" cy="536606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2369C42-8805-332A-80C8-7A7990CFFCFE}"/>
              </a:ext>
            </a:extLst>
          </p:cNvPr>
          <p:cNvSpPr txBox="1"/>
          <p:nvPr/>
        </p:nvSpPr>
        <p:spPr>
          <a:xfrm>
            <a:off x="838437" y="2075267"/>
            <a:ext cx="13420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W  1H </a:t>
            </a:r>
            <a:endParaRPr kumimoji="1" lang="ja-JP" altLang="en-US" sz="32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2C5E658-6155-FE22-2F29-0790CA818AAA}"/>
              </a:ext>
            </a:extLst>
          </p:cNvPr>
          <p:cNvSpPr/>
          <p:nvPr/>
        </p:nvSpPr>
        <p:spPr>
          <a:xfrm>
            <a:off x="2128607" y="2717721"/>
            <a:ext cx="8948967" cy="527124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DD47EA-0E8D-EF1B-23AB-ACBE28E10BF5}"/>
              </a:ext>
            </a:extLst>
          </p:cNvPr>
          <p:cNvSpPr txBox="1"/>
          <p:nvPr/>
        </p:nvSpPr>
        <p:spPr>
          <a:xfrm>
            <a:off x="2232334" y="2680849"/>
            <a:ext cx="54264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107  108  109  110  111  112  </a:t>
            </a:r>
            <a:endParaRPr kumimoji="1" lang="ja-JP" altLang="en-US" sz="32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2AB669-7887-0BB9-09B7-3B0FA380DB2A}"/>
              </a:ext>
            </a:extLst>
          </p:cNvPr>
          <p:cNvSpPr/>
          <p:nvPr/>
        </p:nvSpPr>
        <p:spPr>
          <a:xfrm>
            <a:off x="2128607" y="3314957"/>
            <a:ext cx="8948967" cy="534769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D972112-A5FE-24EF-A8FA-57FF9CCB866B}"/>
              </a:ext>
            </a:extLst>
          </p:cNvPr>
          <p:cNvSpPr/>
          <p:nvPr/>
        </p:nvSpPr>
        <p:spPr>
          <a:xfrm>
            <a:off x="2128607" y="3919838"/>
            <a:ext cx="8948967" cy="527124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5A74543-E946-B44D-72EB-D3995A83F5E3}"/>
              </a:ext>
            </a:extLst>
          </p:cNvPr>
          <p:cNvSpPr/>
          <p:nvPr/>
        </p:nvSpPr>
        <p:spPr>
          <a:xfrm>
            <a:off x="828118" y="3351436"/>
            <a:ext cx="1258702" cy="518877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62B0376-5D8A-CE7A-A0CE-1B4B7EFC4552}"/>
              </a:ext>
            </a:extLst>
          </p:cNvPr>
          <p:cNvSpPr txBox="1"/>
          <p:nvPr/>
        </p:nvSpPr>
        <p:spPr>
          <a:xfrm>
            <a:off x="828118" y="3299053"/>
            <a:ext cx="13420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W  2H </a:t>
            </a:r>
            <a:endParaRPr kumimoji="1" lang="ja-JP" altLang="en-US" sz="32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015FA66-6D5D-9658-A83D-6C9E642F07A9}"/>
              </a:ext>
            </a:extLst>
          </p:cNvPr>
          <p:cNvSpPr txBox="1"/>
          <p:nvPr/>
        </p:nvSpPr>
        <p:spPr>
          <a:xfrm>
            <a:off x="2232334" y="3296193"/>
            <a:ext cx="51940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113</a:t>
            </a:r>
            <a:r>
              <a:rPr lang="ja-JP" altLang="en-US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114  115  116  117  118</a:t>
            </a:r>
            <a:endParaRPr kumimoji="1" lang="ja-JP" altLang="en-US" sz="32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15ABFD9-10B2-865D-A507-7C1A852000A3}"/>
              </a:ext>
            </a:extLst>
          </p:cNvPr>
          <p:cNvSpPr txBox="1"/>
          <p:nvPr/>
        </p:nvSpPr>
        <p:spPr>
          <a:xfrm>
            <a:off x="2232334" y="3911536"/>
            <a:ext cx="52998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119  120  121  122  123  124 </a:t>
            </a:r>
            <a:endParaRPr kumimoji="1" lang="ja-JP" altLang="en-US" sz="32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A0338EE-4AA5-87AE-67BC-223D4CACB993}"/>
              </a:ext>
            </a:extLst>
          </p:cNvPr>
          <p:cNvSpPr/>
          <p:nvPr/>
        </p:nvSpPr>
        <p:spPr>
          <a:xfrm>
            <a:off x="2128607" y="4517074"/>
            <a:ext cx="8948967" cy="534769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9B9B6A9-6AA4-0BB5-C8AA-D04889D24279}"/>
              </a:ext>
            </a:extLst>
          </p:cNvPr>
          <p:cNvSpPr/>
          <p:nvPr/>
        </p:nvSpPr>
        <p:spPr>
          <a:xfrm>
            <a:off x="2128607" y="5121956"/>
            <a:ext cx="8948967" cy="534769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BE7F27C-42FF-B78A-6326-D3BAB8D286DE}"/>
              </a:ext>
            </a:extLst>
          </p:cNvPr>
          <p:cNvSpPr txBox="1"/>
          <p:nvPr/>
        </p:nvSpPr>
        <p:spPr>
          <a:xfrm>
            <a:off x="10080218" y="470335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現在時刻　</a:t>
            </a:r>
            <a:r>
              <a:rPr kumimoji="1" lang="en-US" altLang="ja-JP" b="1" dirty="0">
                <a:solidFill>
                  <a:srgbClr val="FFFF00"/>
                </a:solidFill>
              </a:rPr>
              <a:t>10:38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5882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1" grpId="0" animBg="1"/>
      <p:bldP spid="21" grpId="1" animBg="1"/>
      <p:bldP spid="25" grpId="0" animBg="1"/>
      <p:bldP spid="25" grpId="1" animBg="1"/>
      <p:bldP spid="27" grpId="0" animBg="1"/>
      <p:bldP spid="27" grpId="1" animBg="1"/>
      <p:bldP spid="3" grpId="0" animBg="1"/>
      <p:bldP spid="3" grpId="1" animBg="1"/>
      <p:bldP spid="7" grpId="0" animBg="1"/>
      <p:bldP spid="7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6" grpId="0" animBg="1"/>
      <p:bldP spid="16" grpId="1" animBg="1"/>
      <p:bldP spid="17" grpId="0" animBg="1"/>
      <p:bldP spid="17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556278A7-1B8B-4296-07B0-351D6A96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273" cy="739204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5708AE-8DAF-BC8C-BDB7-833AD880BC14}"/>
              </a:ext>
            </a:extLst>
          </p:cNvPr>
          <p:cNvSpPr txBox="1"/>
          <p:nvPr/>
        </p:nvSpPr>
        <p:spPr>
          <a:xfrm>
            <a:off x="541073" y="131820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3DCC942-4A75-881D-A476-DA431B7569E8}"/>
              </a:ext>
            </a:extLst>
          </p:cNvPr>
          <p:cNvSpPr txBox="1"/>
          <p:nvPr/>
        </p:nvSpPr>
        <p:spPr>
          <a:xfrm>
            <a:off x="541073" y="480998"/>
            <a:ext cx="3344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FF00"/>
                </a:solidFill>
              </a:rPr>
              <a:t>A</a:t>
            </a:r>
            <a:r>
              <a:rPr lang="ja-JP" altLang="en-US" b="1" dirty="0">
                <a:solidFill>
                  <a:srgbClr val="FFFF00"/>
                </a:solidFill>
              </a:rPr>
              <a:t>級戦スタンダード　１次予選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3EF1F29-2236-EFA8-F95D-C981F1496ABB}"/>
              </a:ext>
            </a:extLst>
          </p:cNvPr>
          <p:cNvSpPr txBox="1"/>
          <p:nvPr/>
        </p:nvSpPr>
        <p:spPr>
          <a:xfrm>
            <a:off x="9937635" y="18493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１種目目　ワルツ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A8F8DE4-0B20-8112-71A4-E8A3AA2BC6AD}"/>
              </a:ext>
            </a:extLst>
          </p:cNvPr>
          <p:cNvSpPr txBox="1"/>
          <p:nvPr/>
        </p:nvSpPr>
        <p:spPr>
          <a:xfrm>
            <a:off x="10630132" y="55426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第１ヒート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FC3A95A-6257-3396-BE24-15DFC58C3EAB}"/>
              </a:ext>
            </a:extLst>
          </p:cNvPr>
          <p:cNvSpPr/>
          <p:nvPr/>
        </p:nvSpPr>
        <p:spPr>
          <a:xfrm>
            <a:off x="129257" y="6111794"/>
            <a:ext cx="2496714" cy="369333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52D4818-81CD-290C-D16A-B98F89982ED4}"/>
              </a:ext>
            </a:extLst>
          </p:cNvPr>
          <p:cNvSpPr txBox="1"/>
          <p:nvPr/>
        </p:nvSpPr>
        <p:spPr>
          <a:xfrm>
            <a:off x="144886" y="6093865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現在 </a:t>
            </a:r>
            <a:r>
              <a:rPr lang="en-US" altLang="ja-JP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W 2H</a:t>
            </a:r>
            <a:endParaRPr kumimoji="1" lang="ja-JP" altLang="en-US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BE35934-EFB1-F429-3E46-A252F202A1D8}"/>
              </a:ext>
            </a:extLst>
          </p:cNvPr>
          <p:cNvSpPr/>
          <p:nvPr/>
        </p:nvSpPr>
        <p:spPr>
          <a:xfrm>
            <a:off x="144886" y="6481128"/>
            <a:ext cx="4395852" cy="330229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44A8DD8-B87E-66AD-C001-D966B89ACA1C}"/>
              </a:ext>
            </a:extLst>
          </p:cNvPr>
          <p:cNvSpPr txBox="1"/>
          <p:nvPr/>
        </p:nvSpPr>
        <p:spPr>
          <a:xfrm>
            <a:off x="82362" y="6446187"/>
            <a:ext cx="3321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113</a:t>
            </a:r>
            <a:r>
              <a:rPr lang="ja-JP" altLang="en-US" sz="20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  <a:r>
              <a:rPr lang="en-US" altLang="ja-JP" sz="20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114  115  116  117  118</a:t>
            </a:r>
            <a:endParaRPr kumimoji="1" lang="ja-JP" altLang="en-US" sz="20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5FAC865-6A63-AAE9-EDC8-3A6BBB11FE34}"/>
              </a:ext>
            </a:extLst>
          </p:cNvPr>
          <p:cNvSpPr/>
          <p:nvPr/>
        </p:nvSpPr>
        <p:spPr>
          <a:xfrm>
            <a:off x="7635635" y="6111794"/>
            <a:ext cx="2496714" cy="369333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8D07FDE-B033-DB24-F495-AB930EA331B3}"/>
              </a:ext>
            </a:extLst>
          </p:cNvPr>
          <p:cNvSpPr/>
          <p:nvPr/>
        </p:nvSpPr>
        <p:spPr>
          <a:xfrm>
            <a:off x="7651264" y="6481128"/>
            <a:ext cx="4395852" cy="330229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6F51749-215B-8DD6-C457-C51473F8E4C5}"/>
              </a:ext>
            </a:extLst>
          </p:cNvPr>
          <p:cNvSpPr txBox="1"/>
          <p:nvPr/>
        </p:nvSpPr>
        <p:spPr>
          <a:xfrm>
            <a:off x="7588740" y="6446187"/>
            <a:ext cx="3321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113</a:t>
            </a:r>
            <a:r>
              <a:rPr lang="ja-JP" altLang="en-US" sz="20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  <a:r>
              <a:rPr lang="en-US" altLang="ja-JP" sz="20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114  115  116  117  118</a:t>
            </a:r>
            <a:endParaRPr kumimoji="1" lang="ja-JP" altLang="en-US" sz="20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BF9565B-9378-0CC7-4E78-0F5240324963}"/>
              </a:ext>
            </a:extLst>
          </p:cNvPr>
          <p:cNvSpPr txBox="1"/>
          <p:nvPr/>
        </p:nvSpPr>
        <p:spPr>
          <a:xfrm>
            <a:off x="7671401" y="6093865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Next</a:t>
            </a:r>
            <a:r>
              <a:rPr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 </a:t>
            </a:r>
            <a:r>
              <a:rPr lang="en-US" altLang="ja-JP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W 3H</a:t>
            </a:r>
            <a:endParaRPr kumimoji="1" lang="ja-JP" altLang="en-US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51949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 animBg="1"/>
      <p:bldP spid="4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88E68E1-64F4-C7DC-9D9B-1BFB0FA19BA1}"/>
              </a:ext>
            </a:extLst>
          </p:cNvPr>
          <p:cNvSpPr/>
          <p:nvPr/>
        </p:nvSpPr>
        <p:spPr>
          <a:xfrm>
            <a:off x="541073" y="1398147"/>
            <a:ext cx="10536501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8535294-CB8E-AC5B-33BB-8CC737D6EB1E}"/>
              </a:ext>
            </a:extLst>
          </p:cNvPr>
          <p:cNvSpPr/>
          <p:nvPr/>
        </p:nvSpPr>
        <p:spPr>
          <a:xfrm>
            <a:off x="541073" y="984962"/>
            <a:ext cx="6885311" cy="413185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481A78-0663-808F-B26C-C4647510C417}"/>
              </a:ext>
            </a:extLst>
          </p:cNvPr>
          <p:cNvSpPr txBox="1"/>
          <p:nvPr/>
        </p:nvSpPr>
        <p:spPr>
          <a:xfrm>
            <a:off x="712522" y="1398147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13F965B-1200-EB06-96A1-C0B5A9AA3FFF}"/>
              </a:ext>
            </a:extLst>
          </p:cNvPr>
          <p:cNvSpPr txBox="1"/>
          <p:nvPr/>
        </p:nvSpPr>
        <p:spPr>
          <a:xfrm>
            <a:off x="541073" y="1034828"/>
            <a:ext cx="2603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A</a:t>
            </a:r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決勝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56278A7-1B8B-4296-07B0-351D6A96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273" cy="739204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5708AE-8DAF-BC8C-BDB7-833AD880BC14}"/>
              </a:ext>
            </a:extLst>
          </p:cNvPr>
          <p:cNvSpPr txBox="1"/>
          <p:nvPr/>
        </p:nvSpPr>
        <p:spPr>
          <a:xfrm>
            <a:off x="541073" y="131820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AFC1C0A-5D4A-8FB5-E2E2-F498AC773736}"/>
              </a:ext>
            </a:extLst>
          </p:cNvPr>
          <p:cNvSpPr txBox="1"/>
          <p:nvPr/>
        </p:nvSpPr>
        <p:spPr>
          <a:xfrm>
            <a:off x="614330" y="1509273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ワルツ　１</a:t>
            </a:r>
            <a:r>
              <a:rPr kumimoji="1" lang="en-US" altLang="ja-JP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H</a:t>
            </a:r>
            <a:r>
              <a:rPr kumimoji="1"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5FFD4F4-F2FB-76EA-7088-ACE76918D0E0}"/>
              </a:ext>
            </a:extLst>
          </p:cNvPr>
          <p:cNvSpPr txBox="1"/>
          <p:nvPr/>
        </p:nvSpPr>
        <p:spPr>
          <a:xfrm>
            <a:off x="10088232" y="131820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solidFill>
                  <a:srgbClr val="FFFF00"/>
                </a:solidFill>
              </a:rPr>
              <a:t>1</a:t>
            </a:r>
            <a:r>
              <a:rPr kumimoji="1" lang="ja-JP" altLang="en-US" b="1" dirty="0">
                <a:solidFill>
                  <a:srgbClr val="FFFF00"/>
                </a:solidFill>
              </a:rPr>
              <a:t>種目目　ワルツ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99CDC3E-27E1-A9AC-42A5-AAC54F75B747}"/>
              </a:ext>
            </a:extLst>
          </p:cNvPr>
          <p:cNvSpPr/>
          <p:nvPr/>
        </p:nvSpPr>
        <p:spPr>
          <a:xfrm>
            <a:off x="1153627" y="2433747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F12C014-581A-F202-BA22-572A1CECF9B1}"/>
              </a:ext>
            </a:extLst>
          </p:cNvPr>
          <p:cNvSpPr txBox="1"/>
          <p:nvPr/>
        </p:nvSpPr>
        <p:spPr>
          <a:xfrm>
            <a:off x="1341603" y="2384344"/>
            <a:ext cx="9491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電気通信大学</a:t>
            </a:r>
            <a:endParaRPr kumimoji="1" lang="ja-JP" altLang="en-US" sz="28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BE7F27C-42FF-B78A-6326-D3BAB8D286DE}"/>
              </a:ext>
            </a:extLst>
          </p:cNvPr>
          <p:cNvSpPr txBox="1"/>
          <p:nvPr/>
        </p:nvSpPr>
        <p:spPr>
          <a:xfrm>
            <a:off x="10080218" y="470335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現在時刻　</a:t>
            </a:r>
            <a:r>
              <a:rPr kumimoji="1" lang="en-US" altLang="ja-JP" b="1" dirty="0">
                <a:solidFill>
                  <a:srgbClr val="FFFF00"/>
                </a:solidFill>
              </a:rPr>
              <a:t>10:38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67A1B16-42FE-F0CA-5596-4DBDE7DF3685}"/>
              </a:ext>
            </a:extLst>
          </p:cNvPr>
          <p:cNvSpPr txBox="1"/>
          <p:nvPr/>
        </p:nvSpPr>
        <p:spPr>
          <a:xfrm>
            <a:off x="541073" y="458375"/>
            <a:ext cx="2882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FF00"/>
                </a:solidFill>
              </a:rPr>
              <a:t>A</a:t>
            </a:r>
            <a:r>
              <a:rPr lang="ja-JP" altLang="en-US" b="1" dirty="0">
                <a:solidFill>
                  <a:srgbClr val="FFFF00"/>
                </a:solidFill>
              </a:rPr>
              <a:t>級戦スタンダード　決勝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8C9F22D2-1BFC-A707-A70A-A10DAFCD27DB}"/>
              </a:ext>
            </a:extLst>
          </p:cNvPr>
          <p:cNvSpPr/>
          <p:nvPr/>
        </p:nvSpPr>
        <p:spPr>
          <a:xfrm>
            <a:off x="1114426" y="2044434"/>
            <a:ext cx="9718415" cy="315980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AD891FC-B4E5-7090-334D-EF6C23D61FD1}"/>
              </a:ext>
            </a:extLst>
          </p:cNvPr>
          <p:cNvSpPr txBox="1"/>
          <p:nvPr/>
        </p:nvSpPr>
        <p:spPr>
          <a:xfrm>
            <a:off x="1177071" y="2025520"/>
            <a:ext cx="5292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出場選手</a:t>
            </a:r>
            <a:endParaRPr kumimoji="1" lang="ja-JP" altLang="en-US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DED3BDD-BF8C-8250-3368-614CE4219466}"/>
              </a:ext>
            </a:extLst>
          </p:cNvPr>
          <p:cNvSpPr/>
          <p:nvPr/>
        </p:nvSpPr>
        <p:spPr>
          <a:xfrm>
            <a:off x="1153626" y="2953844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782CB74B-81A0-3D65-4A4A-F599B63A9230}"/>
              </a:ext>
            </a:extLst>
          </p:cNvPr>
          <p:cNvSpPr/>
          <p:nvPr/>
        </p:nvSpPr>
        <p:spPr>
          <a:xfrm>
            <a:off x="1153626" y="3473941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4B181F65-A666-7FD8-6D6E-3752175A8670}"/>
              </a:ext>
            </a:extLst>
          </p:cNvPr>
          <p:cNvSpPr/>
          <p:nvPr/>
        </p:nvSpPr>
        <p:spPr>
          <a:xfrm>
            <a:off x="1153626" y="3991916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7F5C74E9-28FE-0272-8FA8-ED27B590577B}"/>
              </a:ext>
            </a:extLst>
          </p:cNvPr>
          <p:cNvSpPr/>
          <p:nvPr/>
        </p:nvSpPr>
        <p:spPr>
          <a:xfrm>
            <a:off x="1153626" y="4509891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12A2F120-2E06-14A0-91E6-AA148272B676}"/>
              </a:ext>
            </a:extLst>
          </p:cNvPr>
          <p:cNvSpPr/>
          <p:nvPr/>
        </p:nvSpPr>
        <p:spPr>
          <a:xfrm>
            <a:off x="1153626" y="5027866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54084050-18A7-B2A5-B2BB-3A03D1466166}"/>
              </a:ext>
            </a:extLst>
          </p:cNvPr>
          <p:cNvSpPr/>
          <p:nvPr/>
        </p:nvSpPr>
        <p:spPr>
          <a:xfrm>
            <a:off x="1153626" y="5545841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F67468F1-8AC1-55A5-5C87-620EBF16F4C4}"/>
              </a:ext>
            </a:extLst>
          </p:cNvPr>
          <p:cNvSpPr/>
          <p:nvPr/>
        </p:nvSpPr>
        <p:spPr>
          <a:xfrm>
            <a:off x="1153626" y="6063816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13C4D1D-053D-8BDB-8557-5BC0E66814DC}"/>
              </a:ext>
            </a:extLst>
          </p:cNvPr>
          <p:cNvSpPr txBox="1"/>
          <p:nvPr/>
        </p:nvSpPr>
        <p:spPr>
          <a:xfrm>
            <a:off x="1341603" y="2951722"/>
            <a:ext cx="9491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電気通信大学</a:t>
            </a:r>
            <a:endParaRPr kumimoji="1" lang="ja-JP" altLang="en-US" sz="28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6362D14B-49E0-DDEF-AEF5-9C0BBED82FD0}"/>
              </a:ext>
            </a:extLst>
          </p:cNvPr>
          <p:cNvSpPr txBox="1"/>
          <p:nvPr/>
        </p:nvSpPr>
        <p:spPr>
          <a:xfrm>
            <a:off x="1341603" y="3466968"/>
            <a:ext cx="9491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電気通信大学</a:t>
            </a:r>
            <a:endParaRPr kumimoji="1" lang="ja-JP" altLang="en-US" sz="28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2CC407CF-6F06-DAFF-007E-577A171DEFD6}"/>
              </a:ext>
            </a:extLst>
          </p:cNvPr>
          <p:cNvSpPr/>
          <p:nvPr/>
        </p:nvSpPr>
        <p:spPr>
          <a:xfrm>
            <a:off x="1153626" y="3991916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98FCE5D-8C5A-40FE-3257-7BDB0B0C0C44}"/>
              </a:ext>
            </a:extLst>
          </p:cNvPr>
          <p:cNvSpPr txBox="1"/>
          <p:nvPr/>
        </p:nvSpPr>
        <p:spPr>
          <a:xfrm>
            <a:off x="1341603" y="3984943"/>
            <a:ext cx="9491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電気通信大学</a:t>
            </a:r>
            <a:endParaRPr kumimoji="1" lang="ja-JP" altLang="en-US" sz="28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27C24328-73A9-306F-9B8B-33F631489EDB}"/>
              </a:ext>
            </a:extLst>
          </p:cNvPr>
          <p:cNvSpPr/>
          <p:nvPr/>
        </p:nvSpPr>
        <p:spPr>
          <a:xfrm>
            <a:off x="1153626" y="4487253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3B9F6B7B-D405-945A-E917-541FC7AB2E62}"/>
              </a:ext>
            </a:extLst>
          </p:cNvPr>
          <p:cNvSpPr txBox="1"/>
          <p:nvPr/>
        </p:nvSpPr>
        <p:spPr>
          <a:xfrm>
            <a:off x="1341603" y="4480280"/>
            <a:ext cx="9491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電気通信大学</a:t>
            </a:r>
            <a:endParaRPr kumimoji="1" lang="ja-JP" altLang="en-US" sz="28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35882422-DA0F-04F4-3264-CE7560E1CF6F}"/>
              </a:ext>
            </a:extLst>
          </p:cNvPr>
          <p:cNvSpPr/>
          <p:nvPr/>
        </p:nvSpPr>
        <p:spPr>
          <a:xfrm>
            <a:off x="1153626" y="5040084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CAF11173-242B-2097-7C96-D24099C9D1DC}"/>
              </a:ext>
            </a:extLst>
          </p:cNvPr>
          <p:cNvSpPr txBox="1"/>
          <p:nvPr/>
        </p:nvSpPr>
        <p:spPr>
          <a:xfrm>
            <a:off x="1341603" y="5033111"/>
            <a:ext cx="9491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電気通信大学</a:t>
            </a:r>
            <a:endParaRPr kumimoji="1" lang="ja-JP" altLang="en-US" sz="28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B4C3057B-0B75-F39F-8969-07AF91B61464}"/>
              </a:ext>
            </a:extLst>
          </p:cNvPr>
          <p:cNvSpPr/>
          <p:nvPr/>
        </p:nvSpPr>
        <p:spPr>
          <a:xfrm>
            <a:off x="1153626" y="5535351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01AD007A-6F91-98E6-5071-8C8742794E0E}"/>
              </a:ext>
            </a:extLst>
          </p:cNvPr>
          <p:cNvSpPr txBox="1"/>
          <p:nvPr/>
        </p:nvSpPr>
        <p:spPr>
          <a:xfrm>
            <a:off x="1341603" y="5528378"/>
            <a:ext cx="9491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電気通信大学</a:t>
            </a:r>
            <a:endParaRPr kumimoji="1" lang="ja-JP" altLang="en-US" sz="28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780943E4-A3D0-038C-210C-8290A9744489}"/>
              </a:ext>
            </a:extLst>
          </p:cNvPr>
          <p:cNvSpPr/>
          <p:nvPr/>
        </p:nvSpPr>
        <p:spPr>
          <a:xfrm>
            <a:off x="1153626" y="6058571"/>
            <a:ext cx="9718415" cy="481391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01B5CDCA-65CB-C52A-0CAE-954BCAB39AD3}"/>
              </a:ext>
            </a:extLst>
          </p:cNvPr>
          <p:cNvSpPr txBox="1"/>
          <p:nvPr/>
        </p:nvSpPr>
        <p:spPr>
          <a:xfrm>
            <a:off x="1341603" y="6051598"/>
            <a:ext cx="9491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28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電気通信大学</a:t>
            </a:r>
            <a:endParaRPr kumimoji="1" lang="ja-JP" altLang="en-US" sz="28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22911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1" grpId="0" animBg="1"/>
      <p:bldP spid="21" grpId="1" animBg="1"/>
      <p:bldP spid="3" grpId="0" animBg="1"/>
      <p:bldP spid="3" grpId="1" animBg="1"/>
      <p:bldP spid="30" grpId="0" animBg="1"/>
      <p:bldP spid="30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  <p:bldP spid="40" grpId="0" animBg="1"/>
      <p:bldP spid="40" grpId="1" animBg="1"/>
      <p:bldP spid="43" grpId="0" animBg="1"/>
      <p:bldP spid="43" grpId="1" animBg="1"/>
      <p:bldP spid="45" grpId="0" animBg="1"/>
      <p:bldP spid="45" grpId="1" animBg="1"/>
      <p:bldP spid="47" grpId="0" animBg="1"/>
      <p:bldP spid="47" grpId="1" animBg="1"/>
      <p:bldP spid="49" grpId="0" animBg="1"/>
      <p:bldP spid="49" grpId="1" animBg="1"/>
      <p:bldP spid="51" grpId="0" animBg="1"/>
      <p:bldP spid="51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88E68E1-64F4-C7DC-9D9B-1BFB0FA19BA1}"/>
              </a:ext>
            </a:extLst>
          </p:cNvPr>
          <p:cNvSpPr/>
          <p:nvPr/>
        </p:nvSpPr>
        <p:spPr>
          <a:xfrm>
            <a:off x="541073" y="1398147"/>
            <a:ext cx="10536501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8535294-CB8E-AC5B-33BB-8CC737D6EB1E}"/>
              </a:ext>
            </a:extLst>
          </p:cNvPr>
          <p:cNvSpPr/>
          <p:nvPr/>
        </p:nvSpPr>
        <p:spPr>
          <a:xfrm>
            <a:off x="541073" y="984962"/>
            <a:ext cx="6885311" cy="413185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481A78-0663-808F-B26C-C4647510C417}"/>
              </a:ext>
            </a:extLst>
          </p:cNvPr>
          <p:cNvSpPr txBox="1"/>
          <p:nvPr/>
        </p:nvSpPr>
        <p:spPr>
          <a:xfrm>
            <a:off x="712522" y="1398147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sz="2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13F965B-1200-EB06-96A1-C0B5A9AA3FFF}"/>
              </a:ext>
            </a:extLst>
          </p:cNvPr>
          <p:cNvSpPr txBox="1"/>
          <p:nvPr/>
        </p:nvSpPr>
        <p:spPr>
          <a:xfrm>
            <a:off x="541073" y="1034828"/>
            <a:ext cx="2836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A</a:t>
            </a:r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準決勝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56278A7-1B8B-4296-07B0-351D6A96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273" cy="739204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5708AE-8DAF-BC8C-BDB7-833AD880BC14}"/>
              </a:ext>
            </a:extLst>
          </p:cNvPr>
          <p:cNvSpPr txBox="1"/>
          <p:nvPr/>
        </p:nvSpPr>
        <p:spPr>
          <a:xfrm>
            <a:off x="541073" y="131820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AFC1C0A-5D4A-8FB5-E2E2-F498AC773736}"/>
              </a:ext>
            </a:extLst>
          </p:cNvPr>
          <p:cNvSpPr txBox="1"/>
          <p:nvPr/>
        </p:nvSpPr>
        <p:spPr>
          <a:xfrm>
            <a:off x="614330" y="1509273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ワルツ　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5FFD4F4-F2FB-76EA-7088-ACE76918D0E0}"/>
              </a:ext>
            </a:extLst>
          </p:cNvPr>
          <p:cNvSpPr txBox="1"/>
          <p:nvPr/>
        </p:nvSpPr>
        <p:spPr>
          <a:xfrm>
            <a:off x="10088232" y="131820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solidFill>
                  <a:srgbClr val="FFFF00"/>
                </a:solidFill>
              </a:rPr>
              <a:t>1</a:t>
            </a:r>
            <a:r>
              <a:rPr kumimoji="1" lang="ja-JP" altLang="en-US" b="1" dirty="0">
                <a:solidFill>
                  <a:srgbClr val="FFFF00"/>
                </a:solidFill>
              </a:rPr>
              <a:t>種目目　ワルツ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99CDC3E-27E1-A9AC-42A5-AAC54F75B747}"/>
              </a:ext>
            </a:extLst>
          </p:cNvPr>
          <p:cNvSpPr/>
          <p:nvPr/>
        </p:nvSpPr>
        <p:spPr>
          <a:xfrm>
            <a:off x="1153627" y="2433747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BE7F27C-42FF-B78A-6326-D3BAB8D286DE}"/>
              </a:ext>
            </a:extLst>
          </p:cNvPr>
          <p:cNvSpPr txBox="1"/>
          <p:nvPr/>
        </p:nvSpPr>
        <p:spPr>
          <a:xfrm>
            <a:off x="10080218" y="470335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現在時刻　</a:t>
            </a:r>
            <a:r>
              <a:rPr kumimoji="1" lang="en-US" altLang="ja-JP" b="1" dirty="0">
                <a:solidFill>
                  <a:srgbClr val="FFFF00"/>
                </a:solidFill>
              </a:rPr>
              <a:t>10:38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67A1B16-42FE-F0CA-5596-4DBDE7DF3685}"/>
              </a:ext>
            </a:extLst>
          </p:cNvPr>
          <p:cNvSpPr txBox="1"/>
          <p:nvPr/>
        </p:nvSpPr>
        <p:spPr>
          <a:xfrm>
            <a:off x="541073" y="458375"/>
            <a:ext cx="2882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FF00"/>
                </a:solidFill>
              </a:rPr>
              <a:t>A</a:t>
            </a:r>
            <a:r>
              <a:rPr lang="ja-JP" altLang="en-US" b="1" dirty="0">
                <a:solidFill>
                  <a:srgbClr val="FFFF00"/>
                </a:solidFill>
              </a:rPr>
              <a:t>級戦スタンダード　決勝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8C9F22D2-1BFC-A707-A70A-A10DAFCD27DB}"/>
              </a:ext>
            </a:extLst>
          </p:cNvPr>
          <p:cNvSpPr/>
          <p:nvPr/>
        </p:nvSpPr>
        <p:spPr>
          <a:xfrm>
            <a:off x="1114426" y="2044434"/>
            <a:ext cx="9718415" cy="315980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AD891FC-B4E5-7090-334D-EF6C23D61FD1}"/>
              </a:ext>
            </a:extLst>
          </p:cNvPr>
          <p:cNvSpPr txBox="1"/>
          <p:nvPr/>
        </p:nvSpPr>
        <p:spPr>
          <a:xfrm>
            <a:off x="1177071" y="2025520"/>
            <a:ext cx="2480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出場選手　</a:t>
            </a:r>
            <a:r>
              <a:rPr lang="en-US" altLang="ja-JP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12</a:t>
            </a:r>
            <a:r>
              <a:rPr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組</a:t>
            </a:r>
            <a:endParaRPr kumimoji="1" lang="ja-JP" altLang="en-US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DEE2A55-E235-BAE1-CE0C-5EB640CBBED7}"/>
              </a:ext>
            </a:extLst>
          </p:cNvPr>
          <p:cNvSpPr/>
          <p:nvPr/>
        </p:nvSpPr>
        <p:spPr>
          <a:xfrm>
            <a:off x="1153627" y="2710832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2CB7B0F-43EC-A069-297A-551EA222F6A9}"/>
              </a:ext>
            </a:extLst>
          </p:cNvPr>
          <p:cNvSpPr/>
          <p:nvPr/>
        </p:nvSpPr>
        <p:spPr>
          <a:xfrm>
            <a:off x="1153627" y="2987917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BF670AF8-8EB5-18EB-A3C5-42439F7E094F}"/>
              </a:ext>
            </a:extLst>
          </p:cNvPr>
          <p:cNvSpPr/>
          <p:nvPr/>
        </p:nvSpPr>
        <p:spPr>
          <a:xfrm>
            <a:off x="1153627" y="3265002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8A311DDD-14A5-3E04-F665-07D477128429}"/>
              </a:ext>
            </a:extLst>
          </p:cNvPr>
          <p:cNvSpPr/>
          <p:nvPr/>
        </p:nvSpPr>
        <p:spPr>
          <a:xfrm>
            <a:off x="1153627" y="3542087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010EC5E-AED4-0D8C-2123-80251846F53E}"/>
              </a:ext>
            </a:extLst>
          </p:cNvPr>
          <p:cNvSpPr/>
          <p:nvPr/>
        </p:nvSpPr>
        <p:spPr>
          <a:xfrm>
            <a:off x="1153627" y="3819172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BFE5B287-A532-AD28-7DD7-801C4CA49445}"/>
              </a:ext>
            </a:extLst>
          </p:cNvPr>
          <p:cNvSpPr/>
          <p:nvPr/>
        </p:nvSpPr>
        <p:spPr>
          <a:xfrm>
            <a:off x="1153627" y="4096257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DC263A1E-231A-E728-BFF0-C028694868AD}"/>
              </a:ext>
            </a:extLst>
          </p:cNvPr>
          <p:cNvSpPr/>
          <p:nvPr/>
        </p:nvSpPr>
        <p:spPr>
          <a:xfrm>
            <a:off x="1153627" y="4373342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4DF491C-1FF2-ED75-7033-6A254DB88FB6}"/>
              </a:ext>
            </a:extLst>
          </p:cNvPr>
          <p:cNvSpPr/>
          <p:nvPr/>
        </p:nvSpPr>
        <p:spPr>
          <a:xfrm>
            <a:off x="1153627" y="4650427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28EFDF3B-506A-FE5A-8B5D-5AC67039C8C5}"/>
              </a:ext>
            </a:extLst>
          </p:cNvPr>
          <p:cNvSpPr/>
          <p:nvPr/>
        </p:nvSpPr>
        <p:spPr>
          <a:xfrm>
            <a:off x="1153627" y="4927512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EA051603-43F2-8BD2-7EDB-1A50BE4B575D}"/>
              </a:ext>
            </a:extLst>
          </p:cNvPr>
          <p:cNvSpPr/>
          <p:nvPr/>
        </p:nvSpPr>
        <p:spPr>
          <a:xfrm>
            <a:off x="1153627" y="5204597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7650018B-0C14-70D2-AABF-C3ACA813097D}"/>
              </a:ext>
            </a:extLst>
          </p:cNvPr>
          <p:cNvSpPr/>
          <p:nvPr/>
        </p:nvSpPr>
        <p:spPr>
          <a:xfrm>
            <a:off x="1153627" y="5481682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DC66A6CE-A92E-4817-0381-E8630FC220A0}"/>
              </a:ext>
            </a:extLst>
          </p:cNvPr>
          <p:cNvSpPr/>
          <p:nvPr/>
        </p:nvSpPr>
        <p:spPr>
          <a:xfrm>
            <a:off x="1153627" y="5758767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7C3C54DB-52FF-89D6-C6D6-A329D46DA32B}"/>
              </a:ext>
            </a:extLst>
          </p:cNvPr>
          <p:cNvSpPr/>
          <p:nvPr/>
        </p:nvSpPr>
        <p:spPr>
          <a:xfrm>
            <a:off x="1153627" y="6035852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0D55CCD1-9E23-A11A-980B-52921262CD90}"/>
              </a:ext>
            </a:extLst>
          </p:cNvPr>
          <p:cNvSpPr/>
          <p:nvPr/>
        </p:nvSpPr>
        <p:spPr>
          <a:xfrm>
            <a:off x="1153627" y="6312937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28C65E15-05C0-A217-414D-DDAA9AB2B2B1}"/>
              </a:ext>
            </a:extLst>
          </p:cNvPr>
          <p:cNvSpPr/>
          <p:nvPr/>
        </p:nvSpPr>
        <p:spPr>
          <a:xfrm>
            <a:off x="1153627" y="6590022"/>
            <a:ext cx="9718415" cy="254745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91C17D7B-69BD-193E-B09F-91D9EB6EDF95}"/>
              </a:ext>
            </a:extLst>
          </p:cNvPr>
          <p:cNvSpPr txBox="1"/>
          <p:nvPr/>
        </p:nvSpPr>
        <p:spPr>
          <a:xfrm>
            <a:off x="1341603" y="2384344"/>
            <a:ext cx="9491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　　　　　　　　　　　東京電機大学</a:t>
            </a:r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/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立教女子大学</a:t>
            </a:r>
            <a:endParaRPr kumimoji="1" lang="ja-JP" altLang="en-US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2C25A41B-B2EF-BF31-1156-B7CB08A7BCDC}"/>
              </a:ext>
            </a:extLst>
          </p:cNvPr>
          <p:cNvSpPr txBox="1"/>
          <p:nvPr/>
        </p:nvSpPr>
        <p:spPr>
          <a:xfrm>
            <a:off x="1341603" y="2657315"/>
            <a:ext cx="9491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　　　　　　　　　　　東京電機大学</a:t>
            </a:r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/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立教女子大学</a:t>
            </a:r>
            <a:endParaRPr kumimoji="1" lang="ja-JP" altLang="en-US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45E10DF-AF69-05EE-DFAD-C5FB1AA77CD3}"/>
              </a:ext>
            </a:extLst>
          </p:cNvPr>
          <p:cNvSpPr txBox="1"/>
          <p:nvPr/>
        </p:nvSpPr>
        <p:spPr>
          <a:xfrm>
            <a:off x="1341603" y="2938237"/>
            <a:ext cx="9491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　　　　　　　　　　　東京電機大学</a:t>
            </a:r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/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立教女子大学</a:t>
            </a:r>
            <a:endParaRPr kumimoji="1" lang="ja-JP" altLang="en-US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A42744A4-7AFC-F96C-E2BD-41E833D484BC}"/>
              </a:ext>
            </a:extLst>
          </p:cNvPr>
          <p:cNvSpPr txBox="1"/>
          <p:nvPr/>
        </p:nvSpPr>
        <p:spPr>
          <a:xfrm>
            <a:off x="1341603" y="3198618"/>
            <a:ext cx="9491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　　　　　　　　　　　東京電機大学</a:t>
            </a:r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/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立教女子大学</a:t>
            </a:r>
            <a:endParaRPr kumimoji="1" lang="ja-JP" altLang="en-US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C6D1B60C-65FC-8724-AE8F-7F2FD97D3516}"/>
              </a:ext>
            </a:extLst>
          </p:cNvPr>
          <p:cNvSpPr txBox="1"/>
          <p:nvPr/>
        </p:nvSpPr>
        <p:spPr>
          <a:xfrm>
            <a:off x="1341603" y="3469505"/>
            <a:ext cx="9491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　　　　　　　　　　　東京電機大学</a:t>
            </a:r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/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立教女子大学</a:t>
            </a:r>
            <a:endParaRPr kumimoji="1" lang="ja-JP" altLang="en-US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EC2E80DF-C8B1-0B4C-266B-147573407006}"/>
              </a:ext>
            </a:extLst>
          </p:cNvPr>
          <p:cNvSpPr txBox="1"/>
          <p:nvPr/>
        </p:nvSpPr>
        <p:spPr>
          <a:xfrm>
            <a:off x="1341603" y="3742476"/>
            <a:ext cx="9491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　　　　　　　　　　　東京電機大学</a:t>
            </a:r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/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立教女子大学</a:t>
            </a:r>
            <a:endParaRPr kumimoji="1" lang="ja-JP" altLang="en-US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26EDB842-DD7F-86A4-83A6-CC6524DE0114}"/>
              </a:ext>
            </a:extLst>
          </p:cNvPr>
          <p:cNvSpPr txBox="1"/>
          <p:nvPr/>
        </p:nvSpPr>
        <p:spPr>
          <a:xfrm>
            <a:off x="1341603" y="4023398"/>
            <a:ext cx="9491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　　　　　　　　　　　東京電機大学</a:t>
            </a:r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/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立教女子大学</a:t>
            </a:r>
            <a:endParaRPr kumimoji="1" lang="ja-JP" altLang="en-US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3ED8AB2F-8E74-953E-7297-2625DD884891}"/>
              </a:ext>
            </a:extLst>
          </p:cNvPr>
          <p:cNvSpPr txBox="1"/>
          <p:nvPr/>
        </p:nvSpPr>
        <p:spPr>
          <a:xfrm>
            <a:off x="1341603" y="4283779"/>
            <a:ext cx="9491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　　　　　　　　　　　東京電機大学</a:t>
            </a:r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/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立教女子大学</a:t>
            </a:r>
            <a:endParaRPr kumimoji="1" lang="ja-JP" altLang="en-US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088ED1CB-5F47-1FE2-38C6-0D2BC6DA5E3B}"/>
              </a:ext>
            </a:extLst>
          </p:cNvPr>
          <p:cNvSpPr txBox="1"/>
          <p:nvPr/>
        </p:nvSpPr>
        <p:spPr>
          <a:xfrm>
            <a:off x="1341603" y="4575161"/>
            <a:ext cx="9491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　　　　　　　　　　　東京電機大学</a:t>
            </a:r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/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立教女子大学</a:t>
            </a:r>
            <a:endParaRPr kumimoji="1" lang="ja-JP" altLang="en-US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506B5226-8B50-6EC1-2B87-D0842F161176}"/>
              </a:ext>
            </a:extLst>
          </p:cNvPr>
          <p:cNvSpPr txBox="1"/>
          <p:nvPr/>
        </p:nvSpPr>
        <p:spPr>
          <a:xfrm>
            <a:off x="1341603" y="4848132"/>
            <a:ext cx="9491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　　　　　　　　　　　東京電機大学</a:t>
            </a:r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/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立教女子大学</a:t>
            </a:r>
            <a:endParaRPr kumimoji="1" lang="ja-JP" altLang="en-US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42AA7BF1-EF6E-8C33-F68F-7A2ABFDA4031}"/>
              </a:ext>
            </a:extLst>
          </p:cNvPr>
          <p:cNvSpPr txBox="1"/>
          <p:nvPr/>
        </p:nvSpPr>
        <p:spPr>
          <a:xfrm>
            <a:off x="1341603" y="5129054"/>
            <a:ext cx="9491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　　　　　　　　　　　東京電機大学</a:t>
            </a:r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/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立教女子大学</a:t>
            </a:r>
            <a:endParaRPr kumimoji="1" lang="ja-JP" altLang="en-US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7C73F87E-2E9A-CA82-5D43-FD6B309CD3E2}"/>
              </a:ext>
            </a:extLst>
          </p:cNvPr>
          <p:cNvSpPr txBox="1"/>
          <p:nvPr/>
        </p:nvSpPr>
        <p:spPr>
          <a:xfrm>
            <a:off x="1341603" y="5389435"/>
            <a:ext cx="9491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　山田　太郎・加藤　ハナコ　　　　　　　　　　　　　　　　　　　　東京電機大学</a:t>
            </a:r>
            <a:r>
              <a:rPr lang="en-US" altLang="ja-JP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/</a:t>
            </a:r>
            <a:r>
              <a:rPr lang="ja-JP" altLang="en-US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立教女子大学</a:t>
            </a:r>
            <a:endParaRPr kumimoji="1" lang="ja-JP" altLang="en-US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4B16D405-2395-0A3C-323D-7648F4F874CF}"/>
              </a:ext>
            </a:extLst>
          </p:cNvPr>
          <p:cNvSpPr txBox="1"/>
          <p:nvPr/>
        </p:nvSpPr>
        <p:spPr>
          <a:xfrm>
            <a:off x="9409723" y="2025520"/>
            <a:ext cx="1423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Page 1 /  2</a:t>
            </a:r>
            <a:endParaRPr kumimoji="1" lang="ja-JP" altLang="en-US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05179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1" grpId="0" animBg="1"/>
      <p:bldP spid="21" grpId="1" animBg="1"/>
      <p:bldP spid="3" grpId="0" animBg="1"/>
      <p:bldP spid="3" grpId="1" animBg="1"/>
      <p:bldP spid="30" grpId="0" animBg="1"/>
      <p:bldP spid="30" grpId="1" animBg="1"/>
      <p:bldP spid="17" grpId="0" animBg="1"/>
      <p:bldP spid="17" grpId="1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2" grpId="0" animBg="1"/>
      <p:bldP spid="32" grpId="1" animBg="1"/>
      <p:bldP spid="33" grpId="0" animBg="1"/>
      <p:bldP spid="33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8535294-CB8E-AC5B-33BB-8CC737D6EB1E}"/>
              </a:ext>
            </a:extLst>
          </p:cNvPr>
          <p:cNvSpPr/>
          <p:nvPr/>
        </p:nvSpPr>
        <p:spPr>
          <a:xfrm>
            <a:off x="9980246" y="1849211"/>
            <a:ext cx="2041529" cy="307777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13F965B-1200-EB06-96A1-C0B5A9AA3FFF}"/>
              </a:ext>
            </a:extLst>
          </p:cNvPr>
          <p:cNvSpPr txBox="1"/>
          <p:nvPr/>
        </p:nvSpPr>
        <p:spPr>
          <a:xfrm>
            <a:off x="9959992" y="1871461"/>
            <a:ext cx="20617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A</a:t>
            </a:r>
            <a:r>
              <a:rPr kumimoji="1" lang="ja-JP" altLang="en-US" sz="1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級戦スタンダード　決勝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56278A7-1B8B-4296-07B0-351D6A96A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273" cy="739204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5708AE-8DAF-BC8C-BDB7-833AD880BC14}"/>
              </a:ext>
            </a:extLst>
          </p:cNvPr>
          <p:cNvSpPr txBox="1"/>
          <p:nvPr/>
        </p:nvSpPr>
        <p:spPr>
          <a:xfrm>
            <a:off x="541073" y="131820"/>
            <a:ext cx="4826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第</a:t>
            </a:r>
            <a:r>
              <a:rPr kumimoji="1" lang="en-US" altLang="ja-JP" b="1" dirty="0">
                <a:solidFill>
                  <a:srgbClr val="FFFF00"/>
                </a:solidFill>
              </a:rPr>
              <a:t>44</a:t>
            </a:r>
            <a:r>
              <a:rPr kumimoji="1" lang="ja-JP" altLang="en-US" b="1" dirty="0">
                <a:solidFill>
                  <a:srgbClr val="FFFF00"/>
                </a:solidFill>
              </a:rPr>
              <a:t>回三笠宮杯全日本ダンススポーツ選手権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5FFD4F4-F2FB-76EA-7088-ACE76918D0E0}"/>
              </a:ext>
            </a:extLst>
          </p:cNvPr>
          <p:cNvSpPr txBox="1"/>
          <p:nvPr/>
        </p:nvSpPr>
        <p:spPr>
          <a:xfrm>
            <a:off x="10088232" y="131820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solidFill>
                  <a:srgbClr val="FFFF00"/>
                </a:solidFill>
              </a:rPr>
              <a:t>1</a:t>
            </a:r>
            <a:r>
              <a:rPr kumimoji="1" lang="ja-JP" altLang="en-US" b="1" dirty="0">
                <a:solidFill>
                  <a:srgbClr val="FFFF00"/>
                </a:solidFill>
              </a:rPr>
              <a:t>種目目　ワルツ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99CDC3E-27E1-A9AC-42A5-AAC54F75B747}"/>
              </a:ext>
            </a:extLst>
          </p:cNvPr>
          <p:cNvSpPr/>
          <p:nvPr/>
        </p:nvSpPr>
        <p:spPr>
          <a:xfrm>
            <a:off x="10203759" y="4834451"/>
            <a:ext cx="1838887" cy="256676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BE7F27C-42FF-B78A-6326-D3BAB8D286DE}"/>
              </a:ext>
            </a:extLst>
          </p:cNvPr>
          <p:cNvSpPr txBox="1"/>
          <p:nvPr/>
        </p:nvSpPr>
        <p:spPr>
          <a:xfrm>
            <a:off x="10080218" y="470335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FF00"/>
                </a:solidFill>
              </a:rPr>
              <a:t>現在時刻　</a:t>
            </a:r>
            <a:r>
              <a:rPr kumimoji="1" lang="en-US" altLang="ja-JP" b="1" dirty="0">
                <a:solidFill>
                  <a:srgbClr val="FFFF00"/>
                </a:solidFill>
              </a:rPr>
              <a:t>10:38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67A1B16-42FE-F0CA-5596-4DBDE7DF3685}"/>
              </a:ext>
            </a:extLst>
          </p:cNvPr>
          <p:cNvSpPr txBox="1"/>
          <p:nvPr/>
        </p:nvSpPr>
        <p:spPr>
          <a:xfrm>
            <a:off x="541073" y="458375"/>
            <a:ext cx="2882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FF00"/>
                </a:solidFill>
              </a:rPr>
              <a:t>A</a:t>
            </a:r>
            <a:r>
              <a:rPr lang="ja-JP" altLang="en-US" b="1" dirty="0">
                <a:solidFill>
                  <a:srgbClr val="FFFF00"/>
                </a:solidFill>
              </a:rPr>
              <a:t>級戦スタンダード　決勝</a:t>
            </a:r>
            <a:endParaRPr kumimoji="1" lang="ja-JP" altLang="en-US" b="1" dirty="0">
              <a:solidFill>
                <a:srgbClr val="FFFF00"/>
              </a:solidFill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8C9F22D2-1BFC-A707-A70A-A10DAFCD27DB}"/>
              </a:ext>
            </a:extLst>
          </p:cNvPr>
          <p:cNvSpPr/>
          <p:nvPr/>
        </p:nvSpPr>
        <p:spPr>
          <a:xfrm>
            <a:off x="10203759" y="2495503"/>
            <a:ext cx="1818016" cy="315980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AD891FC-B4E5-7090-334D-EF6C23D61FD1}"/>
              </a:ext>
            </a:extLst>
          </p:cNvPr>
          <p:cNvSpPr txBox="1"/>
          <p:nvPr/>
        </p:nvSpPr>
        <p:spPr>
          <a:xfrm>
            <a:off x="10203759" y="2512936"/>
            <a:ext cx="1378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出場選手</a:t>
            </a:r>
            <a:endParaRPr kumimoji="1" lang="ja-JP" altLang="en-US" sz="1400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63B2F5B-670C-61F7-66C5-D95702F9655C}"/>
              </a:ext>
            </a:extLst>
          </p:cNvPr>
          <p:cNvSpPr/>
          <p:nvPr/>
        </p:nvSpPr>
        <p:spPr>
          <a:xfrm>
            <a:off x="10203759" y="4555915"/>
            <a:ext cx="1838887" cy="256676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22412B4-8DDD-1FB9-54F5-0B0E0661B818}"/>
              </a:ext>
            </a:extLst>
          </p:cNvPr>
          <p:cNvSpPr/>
          <p:nvPr/>
        </p:nvSpPr>
        <p:spPr>
          <a:xfrm>
            <a:off x="10203759" y="4260896"/>
            <a:ext cx="1838887" cy="256676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44F82EB-CD51-D2C2-AD62-272C9DCF6877}"/>
              </a:ext>
            </a:extLst>
          </p:cNvPr>
          <p:cNvSpPr/>
          <p:nvPr/>
        </p:nvSpPr>
        <p:spPr>
          <a:xfrm>
            <a:off x="10203759" y="3982360"/>
            <a:ext cx="1838887" cy="256676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56AABA7-9958-94BA-1000-1F19806B811B}"/>
              </a:ext>
            </a:extLst>
          </p:cNvPr>
          <p:cNvSpPr/>
          <p:nvPr/>
        </p:nvSpPr>
        <p:spPr>
          <a:xfrm>
            <a:off x="10203759" y="3707223"/>
            <a:ext cx="1838887" cy="256676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D10B612-B8C4-B683-DFE4-8A2379BBF4E3}"/>
              </a:ext>
            </a:extLst>
          </p:cNvPr>
          <p:cNvSpPr/>
          <p:nvPr/>
        </p:nvSpPr>
        <p:spPr>
          <a:xfrm>
            <a:off x="10203759" y="3428687"/>
            <a:ext cx="1838887" cy="256676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61708E7-28A1-08A4-1ABB-515978E70F47}"/>
              </a:ext>
            </a:extLst>
          </p:cNvPr>
          <p:cNvSpPr/>
          <p:nvPr/>
        </p:nvSpPr>
        <p:spPr>
          <a:xfrm>
            <a:off x="10203759" y="3133668"/>
            <a:ext cx="1838887" cy="256676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E7F2173-5ECA-C4EA-72F4-0FFF78658E9C}"/>
              </a:ext>
            </a:extLst>
          </p:cNvPr>
          <p:cNvSpPr/>
          <p:nvPr/>
        </p:nvSpPr>
        <p:spPr>
          <a:xfrm>
            <a:off x="10203759" y="2855132"/>
            <a:ext cx="1838887" cy="256676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F0CD5EE8-2FE1-2A17-B28A-8AC992FAA4B2}"/>
              </a:ext>
            </a:extLst>
          </p:cNvPr>
          <p:cNvSpPr/>
          <p:nvPr/>
        </p:nvSpPr>
        <p:spPr>
          <a:xfrm>
            <a:off x="9980246" y="2156988"/>
            <a:ext cx="2041529" cy="341744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0157FCE-D7A7-202E-EDC3-D3791FE44484}"/>
              </a:ext>
            </a:extLst>
          </p:cNvPr>
          <p:cNvSpPr txBox="1"/>
          <p:nvPr/>
        </p:nvSpPr>
        <p:spPr>
          <a:xfrm>
            <a:off x="9980246" y="2160064"/>
            <a:ext cx="1378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ワルツ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F12C014-581A-F202-BA22-572A1CECF9B1}"/>
              </a:ext>
            </a:extLst>
          </p:cNvPr>
          <p:cNvSpPr txBox="1"/>
          <p:nvPr/>
        </p:nvSpPr>
        <p:spPr>
          <a:xfrm>
            <a:off x="10193323" y="2857832"/>
            <a:ext cx="18388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山田・加藤　　　東京都</a:t>
            </a:r>
            <a:endParaRPr kumimoji="1" lang="ja-JP" altLang="en-US" sz="11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04246E0-2A2B-1AD9-0F25-1D86DFB675B6}"/>
              </a:ext>
            </a:extLst>
          </p:cNvPr>
          <p:cNvSpPr txBox="1"/>
          <p:nvPr/>
        </p:nvSpPr>
        <p:spPr>
          <a:xfrm>
            <a:off x="10193323" y="3154317"/>
            <a:ext cx="18388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山田・加藤　　　東京都</a:t>
            </a:r>
            <a:endParaRPr kumimoji="1" lang="ja-JP" altLang="en-US" sz="11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704DFA7-F73B-5D50-A0CE-2DAEE8E17D40}"/>
              </a:ext>
            </a:extLst>
          </p:cNvPr>
          <p:cNvSpPr txBox="1"/>
          <p:nvPr/>
        </p:nvSpPr>
        <p:spPr>
          <a:xfrm>
            <a:off x="10193323" y="3450802"/>
            <a:ext cx="18388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山田・加藤　　　東京都</a:t>
            </a:r>
            <a:endParaRPr kumimoji="1" lang="ja-JP" altLang="en-US" sz="11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48FEC6-2BB2-EA9A-7A78-ECC1E8F3CCC8}"/>
              </a:ext>
            </a:extLst>
          </p:cNvPr>
          <p:cNvSpPr txBox="1"/>
          <p:nvPr/>
        </p:nvSpPr>
        <p:spPr>
          <a:xfrm>
            <a:off x="10193323" y="3730873"/>
            <a:ext cx="18388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山田・加藤　　　東京都</a:t>
            </a:r>
            <a:endParaRPr kumimoji="1" lang="ja-JP" altLang="en-US" sz="11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64E1C3F-8DCC-3812-5BD9-B879E1C63ACD}"/>
              </a:ext>
            </a:extLst>
          </p:cNvPr>
          <p:cNvSpPr txBox="1"/>
          <p:nvPr/>
        </p:nvSpPr>
        <p:spPr>
          <a:xfrm>
            <a:off x="10193323" y="3988356"/>
            <a:ext cx="18388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山田・加藤　　　東京都</a:t>
            </a:r>
            <a:endParaRPr kumimoji="1" lang="ja-JP" altLang="en-US" sz="11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FF22DB-4BB8-8692-C453-584AB1751292}"/>
              </a:ext>
            </a:extLst>
          </p:cNvPr>
          <p:cNvSpPr txBox="1"/>
          <p:nvPr/>
        </p:nvSpPr>
        <p:spPr>
          <a:xfrm>
            <a:off x="10193323" y="4277805"/>
            <a:ext cx="18388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山田・加藤　　　東京都</a:t>
            </a:r>
            <a:endParaRPr kumimoji="1" lang="ja-JP" altLang="en-US" sz="11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5FE4B4EF-93EC-8452-C6AD-8B36FA92D587}"/>
              </a:ext>
            </a:extLst>
          </p:cNvPr>
          <p:cNvSpPr txBox="1"/>
          <p:nvPr/>
        </p:nvSpPr>
        <p:spPr>
          <a:xfrm>
            <a:off x="10193323" y="4539695"/>
            <a:ext cx="18388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山田・加藤　　　東京都</a:t>
            </a:r>
            <a:endParaRPr kumimoji="1" lang="ja-JP" altLang="en-US" sz="11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E132A3A-A46D-C14C-B3B1-E8C5AFC7F77D}"/>
              </a:ext>
            </a:extLst>
          </p:cNvPr>
          <p:cNvSpPr txBox="1"/>
          <p:nvPr/>
        </p:nvSpPr>
        <p:spPr>
          <a:xfrm>
            <a:off x="10193323" y="4821821"/>
            <a:ext cx="18388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101</a:t>
            </a:r>
            <a:r>
              <a:rPr lang="ja-JP" altLang="en-US" sz="1100" b="1" dirty="0">
                <a:solidFill>
                  <a:srgbClr val="000066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山田・加藤　　　東京都</a:t>
            </a:r>
            <a:endParaRPr kumimoji="1" lang="ja-JP" altLang="en-US" sz="1100" b="1" dirty="0">
              <a:solidFill>
                <a:srgbClr val="000066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02772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3" grpId="0" animBg="1"/>
      <p:bldP spid="3" grpId="1" animBg="1"/>
      <p:bldP spid="30" grpId="0" animBg="1"/>
      <p:bldP spid="30" grpId="1" animBg="1"/>
      <p:bldP spid="4" grpId="0" animBg="1"/>
      <p:bldP spid="4" grpId="1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13941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3A121-D44F-4BCC-67DF-D5CB31559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1890C8-602A-27FB-95BE-8C43372AA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2927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88E68E1-64F4-C7DC-9D9B-1BFB0FA19BA1}"/>
              </a:ext>
            </a:extLst>
          </p:cNvPr>
          <p:cNvSpPr/>
          <p:nvPr/>
        </p:nvSpPr>
        <p:spPr>
          <a:xfrm>
            <a:off x="1317030" y="1248367"/>
            <a:ext cx="9655769" cy="62540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8535294-CB8E-AC5B-33BB-8CC737D6EB1E}"/>
              </a:ext>
            </a:extLst>
          </p:cNvPr>
          <p:cNvSpPr/>
          <p:nvPr/>
        </p:nvSpPr>
        <p:spPr>
          <a:xfrm>
            <a:off x="1317031" y="721244"/>
            <a:ext cx="5145316" cy="527124"/>
          </a:xfrm>
          <a:prstGeom prst="rect">
            <a:avLst/>
          </a:prstGeom>
          <a:gradFill>
            <a:gsLst>
              <a:gs pos="86000">
                <a:srgbClr val="004846"/>
              </a:gs>
              <a:gs pos="100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481A78-0663-808F-B26C-C4647510C417}"/>
              </a:ext>
            </a:extLst>
          </p:cNvPr>
          <p:cNvSpPr txBox="1"/>
          <p:nvPr/>
        </p:nvSpPr>
        <p:spPr>
          <a:xfrm>
            <a:off x="1317029" y="1319220"/>
            <a:ext cx="52924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ワルツ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599546C-0192-8509-76F7-56309CDFEFE9}"/>
              </a:ext>
            </a:extLst>
          </p:cNvPr>
          <p:cNvSpPr/>
          <p:nvPr/>
        </p:nvSpPr>
        <p:spPr>
          <a:xfrm>
            <a:off x="1566616" y="2366041"/>
            <a:ext cx="9159353" cy="559998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2C340C-5916-BCCE-9D29-E2A0030B56E3}"/>
              </a:ext>
            </a:extLst>
          </p:cNvPr>
          <p:cNvSpPr txBox="1"/>
          <p:nvPr/>
        </p:nvSpPr>
        <p:spPr>
          <a:xfrm>
            <a:off x="1711489" y="2397008"/>
            <a:ext cx="49712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kumimoji="1"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位　</a:t>
            </a:r>
            <a:r>
              <a:rPr kumimoji="1" lang="en-US" altLang="ja-JP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999 </a:t>
            </a:r>
            <a:r>
              <a:rPr kumimoji="1"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〇〇　□□・△△　</a:t>
            </a:r>
            <a:r>
              <a:rPr kumimoji="1" lang="en-US" altLang="ja-JP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×××</a:t>
            </a:r>
            <a:r>
              <a:rPr kumimoji="1"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794E82F-6F57-F4DC-87CD-D06A4A75A23E}"/>
              </a:ext>
            </a:extLst>
          </p:cNvPr>
          <p:cNvSpPr txBox="1"/>
          <p:nvPr/>
        </p:nvSpPr>
        <p:spPr>
          <a:xfrm>
            <a:off x="9157566" y="2397008"/>
            <a:ext cx="1112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東京都</a:t>
            </a:r>
            <a:endParaRPr kumimoji="1" lang="ja-JP" altLang="en-US" sz="2400" b="1" dirty="0">
              <a:solidFill>
                <a:srgbClr val="0000CC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DF0CC65-AE8E-284D-FC02-9B2D90B2C977}"/>
              </a:ext>
            </a:extLst>
          </p:cNvPr>
          <p:cNvSpPr/>
          <p:nvPr/>
        </p:nvSpPr>
        <p:spPr>
          <a:xfrm>
            <a:off x="1566616" y="2952531"/>
            <a:ext cx="9159353" cy="559998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F395210-3209-DF26-AEDB-C296335E31DE}"/>
              </a:ext>
            </a:extLst>
          </p:cNvPr>
          <p:cNvSpPr txBox="1"/>
          <p:nvPr/>
        </p:nvSpPr>
        <p:spPr>
          <a:xfrm>
            <a:off x="1711489" y="2983498"/>
            <a:ext cx="49712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kumimoji="1"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位　</a:t>
            </a:r>
            <a:r>
              <a:rPr kumimoji="1" lang="en-US" altLang="ja-JP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999 </a:t>
            </a:r>
            <a:r>
              <a:rPr kumimoji="1"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〇〇　□□・△△　</a:t>
            </a:r>
            <a:r>
              <a:rPr kumimoji="1" lang="en-US" altLang="ja-JP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×××</a:t>
            </a:r>
            <a:r>
              <a:rPr kumimoji="1"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CA8C175-5DDE-B9D9-B88A-450617CA6071}"/>
              </a:ext>
            </a:extLst>
          </p:cNvPr>
          <p:cNvSpPr txBox="1"/>
          <p:nvPr/>
        </p:nvSpPr>
        <p:spPr>
          <a:xfrm>
            <a:off x="9157566" y="2983498"/>
            <a:ext cx="1112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東京都</a:t>
            </a:r>
            <a:endParaRPr kumimoji="1" lang="ja-JP" altLang="en-US" sz="2400" b="1" dirty="0">
              <a:solidFill>
                <a:srgbClr val="0000CC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1F95BC1-ADC3-B56E-B1CB-F43AD35D7120}"/>
              </a:ext>
            </a:extLst>
          </p:cNvPr>
          <p:cNvSpPr/>
          <p:nvPr/>
        </p:nvSpPr>
        <p:spPr>
          <a:xfrm>
            <a:off x="1566616" y="3542226"/>
            <a:ext cx="9159353" cy="559998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B426DCD-CEAD-E16C-7E57-2A6774C68229}"/>
              </a:ext>
            </a:extLst>
          </p:cNvPr>
          <p:cNvSpPr txBox="1"/>
          <p:nvPr/>
        </p:nvSpPr>
        <p:spPr>
          <a:xfrm>
            <a:off x="1711489" y="3573193"/>
            <a:ext cx="49712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kumimoji="1"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位　</a:t>
            </a:r>
            <a:r>
              <a:rPr kumimoji="1" lang="en-US" altLang="ja-JP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999 </a:t>
            </a:r>
            <a:r>
              <a:rPr kumimoji="1"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〇〇　□□・△△　</a:t>
            </a:r>
            <a:r>
              <a:rPr kumimoji="1" lang="en-US" altLang="ja-JP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×××</a:t>
            </a:r>
            <a:r>
              <a:rPr kumimoji="1"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C14A9F2-63C0-6709-F6E8-EEE484CF17E9}"/>
              </a:ext>
            </a:extLst>
          </p:cNvPr>
          <p:cNvSpPr txBox="1"/>
          <p:nvPr/>
        </p:nvSpPr>
        <p:spPr>
          <a:xfrm>
            <a:off x="9157566" y="3573193"/>
            <a:ext cx="1112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東京都</a:t>
            </a:r>
            <a:endParaRPr kumimoji="1" lang="ja-JP" altLang="en-US" sz="2400" b="1" dirty="0">
              <a:solidFill>
                <a:srgbClr val="0000CC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9EF2C30-4755-9185-8211-6E376D4F618B}"/>
              </a:ext>
            </a:extLst>
          </p:cNvPr>
          <p:cNvSpPr/>
          <p:nvPr/>
        </p:nvSpPr>
        <p:spPr>
          <a:xfrm>
            <a:off x="1566616" y="4131921"/>
            <a:ext cx="9159353" cy="559998"/>
          </a:xfrm>
          <a:prstGeom prst="rect">
            <a:avLst/>
          </a:prstGeom>
          <a:solidFill>
            <a:srgbClr val="F0F0FF"/>
          </a:soli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bg1"/>
              </a:solidFill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B4B946A-7CBE-A8DF-FEA4-9014BAC56F9D}"/>
              </a:ext>
            </a:extLst>
          </p:cNvPr>
          <p:cNvSpPr txBox="1"/>
          <p:nvPr/>
        </p:nvSpPr>
        <p:spPr>
          <a:xfrm>
            <a:off x="1711489" y="4162888"/>
            <a:ext cx="49712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1</a:t>
            </a:r>
            <a:r>
              <a:rPr kumimoji="1"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位　</a:t>
            </a:r>
            <a:r>
              <a:rPr kumimoji="1" lang="en-US" altLang="ja-JP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999 </a:t>
            </a:r>
            <a:r>
              <a:rPr kumimoji="1"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〇〇　□□・△△　</a:t>
            </a:r>
            <a:r>
              <a:rPr kumimoji="1" lang="en-US" altLang="ja-JP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×××</a:t>
            </a:r>
            <a:r>
              <a:rPr kumimoji="1"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　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7067F5A-DF27-C936-10BF-8D8AF43335E5}"/>
              </a:ext>
            </a:extLst>
          </p:cNvPr>
          <p:cNvSpPr txBox="1"/>
          <p:nvPr/>
        </p:nvSpPr>
        <p:spPr>
          <a:xfrm>
            <a:off x="9157566" y="4162888"/>
            <a:ext cx="1112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00CC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東京都</a:t>
            </a:r>
            <a:endParaRPr kumimoji="1" lang="ja-JP" altLang="en-US" sz="2400" b="1" dirty="0">
              <a:solidFill>
                <a:srgbClr val="0000CC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13F965B-1200-EB06-96A1-C0B5A9AA3FFF}"/>
              </a:ext>
            </a:extLst>
          </p:cNvPr>
          <p:cNvSpPr txBox="1"/>
          <p:nvPr/>
        </p:nvSpPr>
        <p:spPr>
          <a:xfrm>
            <a:off x="1317030" y="791293"/>
            <a:ext cx="2988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グランプリスタンダード　決勝</a:t>
            </a:r>
            <a:endParaRPr kumimoji="1" lang="ja-JP" altLang="en-US" b="1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D6B494F-505E-78CA-D221-68C7D68E1C2A}"/>
              </a:ext>
            </a:extLst>
          </p:cNvPr>
          <p:cNvSpPr/>
          <p:nvPr/>
        </p:nvSpPr>
        <p:spPr>
          <a:xfrm>
            <a:off x="1514008" y="1904737"/>
            <a:ext cx="9211962" cy="411243"/>
          </a:xfrm>
          <a:prstGeom prst="rect">
            <a:avLst/>
          </a:prstGeom>
          <a:gradFill>
            <a:gsLst>
              <a:gs pos="8000">
                <a:srgbClr val="006666"/>
              </a:gs>
              <a:gs pos="48000">
                <a:srgbClr val="006666"/>
              </a:gs>
            </a:gsLst>
            <a:lin ang="16200000" scaled="1"/>
          </a:gradFill>
          <a:ln w="190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solidFill>
                <a:schemeClr val="bg1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C6686D6-4750-F95A-E230-3FCCA621C02A}"/>
              </a:ext>
            </a:extLst>
          </p:cNvPr>
          <p:cNvSpPr txBox="1"/>
          <p:nvPr/>
        </p:nvSpPr>
        <p:spPr>
          <a:xfrm>
            <a:off x="1711489" y="1934648"/>
            <a:ext cx="5292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途中結果</a:t>
            </a:r>
          </a:p>
        </p:txBody>
      </p:sp>
    </p:spTree>
    <p:extLst>
      <p:ext uri="{BB962C8B-B14F-4D97-AF65-F5344CB8AC3E}">
        <p14:creationId xmlns:p14="http://schemas.microsoft.com/office/powerpoint/2010/main" val="1469319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1" grpId="0" animBg="1"/>
      <p:bldP spid="21" grpId="1" animBg="1"/>
      <p:bldP spid="7" grpId="0" animBg="1"/>
      <p:bldP spid="7" grpId="1" animBg="1"/>
      <p:bldP spid="10" grpId="0" animBg="1"/>
      <p:bldP spid="10" grpId="1" animBg="1"/>
      <p:bldP spid="13" grpId="0" animBg="1"/>
      <p:bldP spid="13" grpId="1" animBg="1"/>
      <p:bldP spid="16" grpId="0" animBg="1"/>
      <p:bldP spid="16" grpId="1" animBg="1"/>
      <p:bldP spid="3" grpId="0" animBg="1"/>
      <p:bldP spid="3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5C4E6F-4061-8EFD-E6E4-A3EAE3F5A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79D9D6-4231-DC89-7787-1BBF9FDFF7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EAB0E26-541A-CB8A-9A55-EE4960F74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52246"/>
            <a:ext cx="12313667" cy="68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0510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97B4C-9256-02AA-2D5C-5AC3E323B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97DCAFE-CB75-811C-24EA-84C279A922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A9C6637-38E2-69A5-3D7A-C81577725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4719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933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FF034B-2479-86FB-1F70-EEB4784CC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E50E47E-7D11-C392-6D7E-157B4FBF6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9DB0750-66DC-0BA0-9DF5-D5E61E707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814"/>
            <a:ext cx="12192000" cy="6759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365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770</Words>
  <Application>Microsoft Office PowerPoint</Application>
  <PresentationFormat>ワイド画面</PresentationFormat>
  <Paragraphs>142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3" baseType="lpstr">
      <vt:lpstr>ＭＳ Ｐゴシック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IBM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FUMIHIKO SAKURA</dc:creator>
  <cp:lastModifiedBy>FUMIHIKO SAKURA</cp:lastModifiedBy>
  <cp:revision>7</cp:revision>
  <dcterms:created xsi:type="dcterms:W3CDTF">2026-06-16T01:21:57Z</dcterms:created>
  <dcterms:modified xsi:type="dcterms:W3CDTF">2026-06-16T06:27:33Z</dcterms:modified>
</cp:coreProperties>
</file>